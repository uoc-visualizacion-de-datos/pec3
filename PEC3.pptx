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9" r:id="rId4"/>
    <p:sldId id="261" r:id="rId5"/>
    <p:sldId id="260" r:id="rId6"/>
    <p:sldId id="264" r:id="rId7"/>
    <p:sldId id="266" r:id="rId8"/>
    <p:sldId id="258" r:id="rId9"/>
    <p:sldId id="262" r:id="rId10"/>
    <p:sldId id="263" r:id="rId11"/>
    <p:sldId id="265" r:id="rId12"/>
  </p:sldIdLst>
  <p:sldSz cx="12192000" cy="6858000"/>
  <p:notesSz cx="6858000" cy="9144000"/>
  <p:defaultTextStyle>
    <a:defPPr>
      <a:defRPr lang="es-E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010" autoAdjust="0"/>
    <p:restoredTop sz="94660"/>
  </p:normalViewPr>
  <p:slideViewPr>
    <p:cSldViewPr snapToGrid="0">
      <p:cViewPr varScale="1">
        <p:scale>
          <a:sx n="97" d="100"/>
          <a:sy n="97" d="100"/>
        </p:scale>
        <p:origin x="114" y="20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EC43CA4-98C6-42D4-AC82-8BB3AD4E7C1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4F6F5C5A-EABA-2832-FDCE-13A1ABAD5F4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26A9275E-65D4-7617-AFDA-9274FE6C2B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C18981-5A77-4991-ACBC-3D67816FEAC3}" type="datetimeFigureOut">
              <a:rPr lang="es-ES" smtClean="0"/>
              <a:t>23/12/2025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AE869596-2081-922C-B7B2-E4D6CF1C7A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C56F0F9F-6254-08F7-149C-0027DE7C24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27BF12-659B-409C-8AE3-621CFAFB623F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67404348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1C5131D-E1F8-26BA-8F65-39B3AB2E50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137B8AE4-E300-0C48-5372-360CB60318C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BC677E8C-AE25-61AD-2432-5AE0CE14A92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C18981-5A77-4991-ACBC-3D67816FEAC3}" type="datetimeFigureOut">
              <a:rPr lang="es-ES" smtClean="0"/>
              <a:t>23/12/2025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6EDA48A1-A348-19AB-ECEF-E95DCF8FFF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A5B93A29-AF69-4C09-E08F-E133F6E2BB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27BF12-659B-409C-8AE3-621CFAFB623F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38166289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2090BA8-3854-11E5-0F15-77AC25021C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BE845091-731A-79B9-BFAB-1843D4CEA77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09D54A75-C9D6-DBD8-5485-50781BAB6CC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C18981-5A77-4991-ACBC-3D67816FEAC3}" type="datetimeFigureOut">
              <a:rPr lang="es-ES" smtClean="0"/>
              <a:t>23/12/2025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A3DB5791-465D-D2DB-0B98-D3C4D7478D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A4D96DE1-CC18-23C9-F07C-875C30874C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27BF12-659B-409C-8AE3-621CFAFB623F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75555494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7785110-60A8-E27B-9417-D90BCDCDA3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0A04709E-4EE5-0439-614B-6D55F168CA9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FF5E69F7-A358-57C1-A1EC-B1145ACB5D5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5D725133-3DD8-1DE8-EC1B-F791BC5249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C18981-5A77-4991-ACBC-3D67816FEAC3}" type="datetimeFigureOut">
              <a:rPr lang="es-ES" smtClean="0"/>
              <a:t>23/12/2025</a:t>
            </a:fld>
            <a:endParaRPr lang="es-ES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2DA7B2DC-7B0D-4B28-CBB4-C3237B2627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D68CC593-56FD-40C4-84AC-1DFCDA778C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27BF12-659B-409C-8AE3-621CFAFB623F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89447765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DE69ECF-617B-DD33-5D90-062D82B7D53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123762E2-99F7-2A8C-8FAA-A76D5D35B0E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F1FE756A-3EC2-7BAE-85D0-BC166C3C4E3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85139DA3-698E-A6D9-87E5-F6CE61E37AD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E37D28A1-F189-9842-5D9F-7A81D7B73DE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7" name="Marcador de fecha 6">
            <a:extLst>
              <a:ext uri="{FF2B5EF4-FFF2-40B4-BE49-F238E27FC236}">
                <a16:creationId xmlns:a16="http://schemas.microsoft.com/office/drawing/2014/main" id="{6DFB1CC5-DC20-8EFF-6C14-F10C6E8BB8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C18981-5A77-4991-ACBC-3D67816FEAC3}" type="datetimeFigureOut">
              <a:rPr lang="es-ES" smtClean="0"/>
              <a:t>23/12/2025</a:t>
            </a:fld>
            <a:endParaRPr lang="es-ES"/>
          </a:p>
        </p:txBody>
      </p:sp>
      <p:sp>
        <p:nvSpPr>
          <p:cNvPr id="8" name="Marcador de pie de página 7">
            <a:extLst>
              <a:ext uri="{FF2B5EF4-FFF2-40B4-BE49-F238E27FC236}">
                <a16:creationId xmlns:a16="http://schemas.microsoft.com/office/drawing/2014/main" id="{0AC15F78-8831-0C63-CFBF-3ED628C946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9" name="Marcador de número de diapositiva 8">
            <a:extLst>
              <a:ext uri="{FF2B5EF4-FFF2-40B4-BE49-F238E27FC236}">
                <a16:creationId xmlns:a16="http://schemas.microsoft.com/office/drawing/2014/main" id="{17356CB3-BD61-8436-B0B6-72A89D5279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27BF12-659B-409C-8AE3-621CFAFB623F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82890042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BC10E8-47E1-7BD6-734A-04FCF62BA0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9932D587-30C8-6BFA-FA48-27671FCFAE6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C18981-5A77-4991-ACBC-3D67816FEAC3}" type="datetimeFigureOut">
              <a:rPr lang="es-ES" smtClean="0"/>
              <a:t>23/12/2025</a:t>
            </a:fld>
            <a:endParaRPr lang="es-ES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59C5FFCF-97ED-54F2-DEF1-F5039D6EEC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57F63CE9-FCCF-523F-7C11-E47A7B1C5B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27BF12-659B-409C-8AE3-621CFAFB623F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28331163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00E366E2-48AF-F94C-9463-B480E4042AC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C18981-5A77-4991-ACBC-3D67816FEAC3}" type="datetimeFigureOut">
              <a:rPr lang="es-ES" smtClean="0"/>
              <a:t>23/12/2025</a:t>
            </a:fld>
            <a:endParaRPr lang="es-ES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60A0C9E4-D2B6-9B93-F81B-F90F89119A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6724B2E8-231F-74C8-14E5-F372C144CE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27BF12-659B-409C-8AE3-621CFAFB623F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1148641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59BD46E-7C6E-FD7A-64B3-CE92F281BB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38B91552-C540-74BE-DC2D-9F03EFDD1DC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F8BB079F-2E61-707E-2BB4-CF5E644806C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F041A7B8-4DB2-CA85-BAE0-5B4710A1081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C18981-5A77-4991-ACBC-3D67816FEAC3}" type="datetimeFigureOut">
              <a:rPr lang="es-ES" smtClean="0"/>
              <a:t>23/12/2025</a:t>
            </a:fld>
            <a:endParaRPr lang="es-ES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0139747A-5F2E-ADEB-0B8B-FE12AAC04A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D02E5FF0-81BA-8325-D652-7FF15A79FB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27BF12-659B-409C-8AE3-621CFAFB623F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32329854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EBB06FB-C77F-B795-916D-80D8813B63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posición de imagen 2">
            <a:extLst>
              <a:ext uri="{FF2B5EF4-FFF2-40B4-BE49-F238E27FC236}">
                <a16:creationId xmlns:a16="http://schemas.microsoft.com/office/drawing/2014/main" id="{2270BBDB-DDB1-E978-E6A0-2DD8F1A4BD3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ES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57D39B2A-0B73-283B-061D-ACF6A04F59F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8A90E84C-2C62-0DDD-EF38-1CC16CD0A2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C18981-5A77-4991-ACBC-3D67816FEAC3}" type="datetimeFigureOut">
              <a:rPr lang="es-ES" smtClean="0"/>
              <a:t>23/12/2025</a:t>
            </a:fld>
            <a:endParaRPr lang="es-ES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9446AB78-5834-936E-C84D-05780E3A06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69C53936-E982-F118-85A3-C7F34DE6D0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27BF12-659B-409C-8AE3-621CFAFB623F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90746476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677D53C-1FCA-E961-8B67-FCCA5993F8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EAF6F9C1-DB8C-F75C-1B7D-1913F1AE04B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0BD8D752-BDDE-7925-3558-95D4043AF4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C18981-5A77-4991-ACBC-3D67816FEAC3}" type="datetimeFigureOut">
              <a:rPr lang="es-ES" smtClean="0"/>
              <a:t>23/12/2025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4AEE8315-2289-8627-D6E3-D0F50C430A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44F9028C-8700-FCD7-CF0C-8D2E693591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27BF12-659B-409C-8AE3-621CFAFB623F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78423039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E3CEF9D8-42D5-E725-6DCF-660CAC0F395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6F3C3096-927C-8CFC-09D2-BAF3F4BF01B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635DE1B4-2AC1-FB18-F934-D020114B37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C18981-5A77-4991-ACBC-3D67816FEAC3}" type="datetimeFigureOut">
              <a:rPr lang="es-ES" smtClean="0"/>
              <a:t>23/12/2025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7A9617DF-1E08-B6DF-6BDF-8A8226AA4C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31662BE9-A190-5349-2928-CE61729C5A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27BF12-659B-409C-8AE3-621CFAFB623F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67558249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2B23BDA7-168C-8815-7190-9819E8B1F2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7BEE5B67-D441-DF62-3843-A5ABF8169D6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7DC45EEF-1355-9092-824C-710FCD460B4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9C18981-5A77-4991-ACBC-3D67816FEAC3}" type="datetimeFigureOut">
              <a:rPr lang="es-ES" smtClean="0"/>
              <a:t>23/12/2025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E20448D2-BAA9-2FE9-C325-DD1A5D8BF01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98407C70-942E-924C-89DC-45C9ABD049E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F27BF12-659B-409C-8AE3-621CFAFB623F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46576988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E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alphaModFix amt="55000"/>
            <a:lum/>
          </a:blip>
          <a:srcRect/>
          <a:stretch>
            <a:fillRect t="-39000" b="-39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281BC45-3BE9-713D-C1A6-1F3A9B0E7DFD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s-ES" dirty="0"/>
              <a:t>El misterio de las reservas canceladas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E3B9822E-E3E4-9301-889E-BC44D3C1C291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s-ES" dirty="0"/>
              <a:t>Historia sobre datos para la PEC3 de la asignatura de Visualización de Datos</a:t>
            </a:r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863CFC4C-578E-E44F-CDD5-998B2417F73F}"/>
              </a:ext>
            </a:extLst>
          </p:cNvPr>
          <p:cNvSpPr txBox="1"/>
          <p:nvPr/>
        </p:nvSpPr>
        <p:spPr>
          <a:xfrm>
            <a:off x="8842342" y="6040225"/>
            <a:ext cx="301133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dirty="0"/>
              <a:t>Pedro José Berberana Martín</a:t>
            </a:r>
          </a:p>
        </p:txBody>
      </p:sp>
    </p:spTree>
    <p:extLst>
      <p:ext uri="{BB962C8B-B14F-4D97-AF65-F5344CB8AC3E}">
        <p14:creationId xmlns:p14="http://schemas.microsoft.com/office/powerpoint/2010/main" val="24385368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2" name="Rectangle 21">
            <a:extLst>
              <a:ext uri="{FF2B5EF4-FFF2-40B4-BE49-F238E27FC236}">
                <a16:creationId xmlns:a16="http://schemas.microsoft.com/office/drawing/2014/main" id="{131BAD53-4E89-4F62-BBB7-26359763ED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Freeform: Shape 23">
            <a:extLst>
              <a:ext uri="{FF2B5EF4-FFF2-40B4-BE49-F238E27FC236}">
                <a16:creationId xmlns:a16="http://schemas.microsoft.com/office/drawing/2014/main" id="{62756DA2-40EB-4C6F-B962-5822FFB54FB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5653438" cy="6858000"/>
          </a:xfrm>
          <a:custGeom>
            <a:avLst/>
            <a:gdLst>
              <a:gd name="connsiteX0" fmla="*/ 0 w 6096000"/>
              <a:gd name="connsiteY0" fmla="*/ 0 h 6858000"/>
              <a:gd name="connsiteX1" fmla="*/ 5567517 w 6096000"/>
              <a:gd name="connsiteY1" fmla="*/ 0 h 6858000"/>
              <a:gd name="connsiteX2" fmla="*/ 5566938 w 6096000"/>
              <a:gd name="connsiteY2" fmla="*/ 1705 h 6858000"/>
              <a:gd name="connsiteX3" fmla="*/ 5551594 w 6096000"/>
              <a:gd name="connsiteY3" fmla="*/ 17287 h 6858000"/>
              <a:gd name="connsiteX4" fmla="*/ 5545641 w 6096000"/>
              <a:gd name="connsiteY4" fmla="*/ 130336 h 6858000"/>
              <a:gd name="connsiteX5" fmla="*/ 5538289 w 6096000"/>
              <a:gd name="connsiteY5" fmla="*/ 187093 h 6858000"/>
              <a:gd name="connsiteX6" fmla="*/ 5545790 w 6096000"/>
              <a:gd name="connsiteY6" fmla="*/ 265704 h 6858000"/>
              <a:gd name="connsiteX7" fmla="*/ 5542313 w 6096000"/>
              <a:gd name="connsiteY7" fmla="*/ 354566 h 6858000"/>
              <a:gd name="connsiteX8" fmla="*/ 5524126 w 6096000"/>
              <a:gd name="connsiteY8" fmla="*/ 472000 h 6858000"/>
              <a:gd name="connsiteX9" fmla="*/ 5522170 w 6096000"/>
              <a:gd name="connsiteY9" fmla="*/ 473782 h 6858000"/>
              <a:gd name="connsiteX10" fmla="*/ 5521798 w 6096000"/>
              <a:gd name="connsiteY10" fmla="*/ 491380 h 6858000"/>
              <a:gd name="connsiteX11" fmla="*/ 5536419 w 6096000"/>
              <a:gd name="connsiteY11" fmla="*/ 531675 h 6858000"/>
              <a:gd name="connsiteX12" fmla="*/ 5533435 w 6096000"/>
              <a:gd name="connsiteY12" fmla="*/ 536015 h 6858000"/>
              <a:gd name="connsiteX13" fmla="*/ 5538088 w 6096000"/>
              <a:gd name="connsiteY13" fmla="*/ 572092 h 6858000"/>
              <a:gd name="connsiteX14" fmla="*/ 5536061 w 6096000"/>
              <a:gd name="connsiteY14" fmla="*/ 572511 h 6858000"/>
              <a:gd name="connsiteX15" fmla="*/ 5528218 w 6096000"/>
              <a:gd name="connsiteY15" fmla="*/ 582332 h 6858000"/>
              <a:gd name="connsiteX16" fmla="*/ 5518011 w 6096000"/>
              <a:gd name="connsiteY16" fmla="*/ 601285 h 6858000"/>
              <a:gd name="connsiteX17" fmla="*/ 5473174 w 6096000"/>
              <a:gd name="connsiteY17" fmla="*/ 681608 h 6858000"/>
              <a:gd name="connsiteX18" fmla="*/ 5472963 w 6096000"/>
              <a:gd name="connsiteY18" fmla="*/ 689151 h 6858000"/>
              <a:gd name="connsiteX19" fmla="*/ 5472485 w 6096000"/>
              <a:gd name="connsiteY19" fmla="*/ 689289 h 6858000"/>
              <a:gd name="connsiteX20" fmla="*/ 5471326 w 6096000"/>
              <a:gd name="connsiteY20" fmla="*/ 697222 h 6858000"/>
              <a:gd name="connsiteX21" fmla="*/ 5472164 w 6096000"/>
              <a:gd name="connsiteY21" fmla="*/ 717531 h 6858000"/>
              <a:gd name="connsiteX22" fmla="*/ 5468891 w 6096000"/>
              <a:gd name="connsiteY22" fmla="*/ 722494 h 6858000"/>
              <a:gd name="connsiteX23" fmla="*/ 5463081 w 6096000"/>
              <a:gd name="connsiteY23" fmla="*/ 724368 h 6858000"/>
              <a:gd name="connsiteX24" fmla="*/ 5446981 w 6096000"/>
              <a:gd name="connsiteY24" fmla="*/ 752692 h 6858000"/>
              <a:gd name="connsiteX25" fmla="*/ 5417190 w 6096000"/>
              <a:gd name="connsiteY25" fmla="*/ 816346 h 6858000"/>
              <a:gd name="connsiteX26" fmla="*/ 5388958 w 6096000"/>
              <a:gd name="connsiteY26" fmla="*/ 889417 h 6858000"/>
              <a:gd name="connsiteX27" fmla="*/ 5307044 w 6096000"/>
              <a:gd name="connsiteY27" fmla="*/ 1063288 h 6858000"/>
              <a:gd name="connsiteX28" fmla="*/ 5303837 w 6096000"/>
              <a:gd name="connsiteY28" fmla="*/ 1157176 h 6858000"/>
              <a:gd name="connsiteX29" fmla="*/ 5286494 w 6096000"/>
              <a:gd name="connsiteY29" fmla="*/ 1210776 h 6858000"/>
              <a:gd name="connsiteX30" fmla="*/ 5282463 w 6096000"/>
              <a:gd name="connsiteY30" fmla="*/ 1301993 h 6858000"/>
              <a:gd name="connsiteX31" fmla="*/ 5252235 w 6096000"/>
              <a:gd name="connsiteY31" fmla="*/ 1360879 h 6858000"/>
              <a:gd name="connsiteX32" fmla="*/ 5244497 w 6096000"/>
              <a:gd name="connsiteY32" fmla="*/ 1404045 h 6858000"/>
              <a:gd name="connsiteX33" fmla="*/ 5223823 w 6096000"/>
              <a:gd name="connsiteY33" fmla="*/ 1429568 h 6858000"/>
              <a:gd name="connsiteX34" fmla="*/ 5224851 w 6096000"/>
              <a:gd name="connsiteY34" fmla="*/ 1430305 h 6858000"/>
              <a:gd name="connsiteX35" fmla="*/ 5212394 w 6096000"/>
              <a:gd name="connsiteY35" fmla="*/ 1463304 h 6858000"/>
              <a:gd name="connsiteX36" fmla="*/ 5209958 w 6096000"/>
              <a:gd name="connsiteY36" fmla="*/ 1514846 h 6858000"/>
              <a:gd name="connsiteX37" fmla="*/ 5206417 w 6096000"/>
              <a:gd name="connsiteY37" fmla="*/ 1519731 h 6858000"/>
              <a:gd name="connsiteX38" fmla="*/ 5206640 w 6096000"/>
              <a:gd name="connsiteY38" fmla="*/ 1519929 h 6858000"/>
              <a:gd name="connsiteX39" fmla="*/ 5207632 w 6096000"/>
              <a:gd name="connsiteY39" fmla="*/ 1546022 h 6858000"/>
              <a:gd name="connsiteX40" fmla="*/ 5212030 w 6096000"/>
              <a:gd name="connsiteY40" fmla="*/ 1578752 h 6858000"/>
              <a:gd name="connsiteX41" fmla="*/ 5203533 w 6096000"/>
              <a:gd name="connsiteY41" fmla="*/ 1647555 h 6858000"/>
              <a:gd name="connsiteX42" fmla="*/ 5190877 w 6096000"/>
              <a:gd name="connsiteY42" fmla="*/ 1715685 h 6858000"/>
              <a:gd name="connsiteX43" fmla="*/ 5184235 w 6096000"/>
              <a:gd name="connsiteY43" fmla="*/ 1740358 h 6858000"/>
              <a:gd name="connsiteX44" fmla="*/ 5181475 w 6096000"/>
              <a:gd name="connsiteY44" fmla="*/ 1784314 h 6858000"/>
              <a:gd name="connsiteX45" fmla="*/ 5185845 w 6096000"/>
              <a:gd name="connsiteY45" fmla="*/ 1804434 h 6858000"/>
              <a:gd name="connsiteX46" fmla="*/ 5185068 w 6096000"/>
              <a:gd name="connsiteY46" fmla="*/ 1805316 h 6858000"/>
              <a:gd name="connsiteX47" fmla="*/ 5188593 w 6096000"/>
              <a:gd name="connsiteY47" fmla="*/ 1807109 h 6858000"/>
              <a:gd name="connsiteX48" fmla="*/ 5185920 w 6096000"/>
              <a:gd name="connsiteY48" fmla="*/ 1821003 h 6858000"/>
              <a:gd name="connsiteX49" fmla="*/ 5183543 w 6096000"/>
              <a:gd name="connsiteY49" fmla="*/ 1824832 h 6858000"/>
              <a:gd name="connsiteX50" fmla="*/ 5182235 w 6096000"/>
              <a:gd name="connsiteY50" fmla="*/ 1830429 h 6858000"/>
              <a:gd name="connsiteX51" fmla="*/ 5182525 w 6096000"/>
              <a:gd name="connsiteY51" fmla="*/ 1830569 h 6858000"/>
              <a:gd name="connsiteX52" fmla="*/ 5180663 w 6096000"/>
              <a:gd name="connsiteY52" fmla="*/ 1835810 h 6858000"/>
              <a:gd name="connsiteX53" fmla="*/ 5167452 w 6096000"/>
              <a:gd name="connsiteY53" fmla="*/ 1861483 h 6858000"/>
              <a:gd name="connsiteX54" fmla="*/ 5174266 w 6096000"/>
              <a:gd name="connsiteY54" fmla="*/ 1892417 h 6858000"/>
              <a:gd name="connsiteX55" fmla="*/ 5189262 w 6096000"/>
              <a:gd name="connsiteY55" fmla="*/ 1895114 h 6858000"/>
              <a:gd name="connsiteX56" fmla="*/ 5187100 w 6096000"/>
              <a:gd name="connsiteY56" fmla="*/ 1899379 h 6858000"/>
              <a:gd name="connsiteX57" fmla="*/ 5180471 w 6096000"/>
              <a:gd name="connsiteY57" fmla="*/ 1907867 h 6858000"/>
              <a:gd name="connsiteX58" fmla="*/ 5181361 w 6096000"/>
              <a:gd name="connsiteY58" fmla="*/ 1910265 h 6858000"/>
              <a:gd name="connsiteX59" fmla="*/ 5178268 w 6096000"/>
              <a:gd name="connsiteY59" fmla="*/ 1935584 h 6858000"/>
              <a:gd name="connsiteX60" fmla="*/ 5183619 w 6096000"/>
              <a:gd name="connsiteY60" fmla="*/ 1942021 h 6858000"/>
              <a:gd name="connsiteX61" fmla="*/ 5184480 w 6096000"/>
              <a:gd name="connsiteY61" fmla="*/ 1945112 h 6858000"/>
              <a:gd name="connsiteX62" fmla="*/ 5172776 w 6096000"/>
              <a:gd name="connsiteY62" fmla="*/ 1961162 h 6858000"/>
              <a:gd name="connsiteX63" fmla="*/ 5168513 w 6096000"/>
              <a:gd name="connsiteY63" fmla="*/ 1969445 h 6858000"/>
              <a:gd name="connsiteX64" fmla="*/ 5126597 w 6096000"/>
              <a:gd name="connsiteY64" fmla="*/ 2024270 h 6858000"/>
              <a:gd name="connsiteX65" fmla="*/ 5119528 w 6096000"/>
              <a:gd name="connsiteY65" fmla="*/ 2107942 h 6858000"/>
              <a:gd name="connsiteX66" fmla="*/ 5110356 w 6096000"/>
              <a:gd name="connsiteY66" fmla="*/ 2193455 h 6858000"/>
              <a:gd name="connsiteX67" fmla="*/ 5104992 w 6096000"/>
              <a:gd name="connsiteY67" fmla="*/ 2260088 h 6858000"/>
              <a:gd name="connsiteX68" fmla="*/ 5059439 w 6096000"/>
              <a:gd name="connsiteY68" fmla="*/ 2335735 h 6858000"/>
              <a:gd name="connsiteX69" fmla="*/ 5022061 w 6096000"/>
              <a:gd name="connsiteY69" fmla="*/ 2408995 h 6858000"/>
              <a:gd name="connsiteX70" fmla="*/ 5022253 w 6096000"/>
              <a:gd name="connsiteY70" fmla="*/ 2445869 h 6858000"/>
              <a:gd name="connsiteX71" fmla="*/ 5011426 w 6096000"/>
              <a:gd name="connsiteY71" fmla="*/ 2496499 h 6858000"/>
              <a:gd name="connsiteX72" fmla="*/ 4994224 w 6096000"/>
              <a:gd name="connsiteY72" fmla="*/ 2549900 h 6858000"/>
              <a:gd name="connsiteX73" fmla="*/ 4995245 w 6096000"/>
              <a:gd name="connsiteY73" fmla="*/ 2596456 h 6858000"/>
              <a:gd name="connsiteX74" fmla="*/ 4988570 w 6096000"/>
              <a:gd name="connsiteY74" fmla="*/ 2606088 h 6858000"/>
              <a:gd name="connsiteX75" fmla="*/ 4988371 w 6096000"/>
              <a:gd name="connsiteY75" fmla="*/ 2635351 h 6858000"/>
              <a:gd name="connsiteX76" fmla="*/ 4983212 w 6096000"/>
              <a:gd name="connsiteY76" fmla="*/ 2665666 h 6858000"/>
              <a:gd name="connsiteX77" fmla="*/ 4968234 w 6096000"/>
              <a:gd name="connsiteY77" fmla="*/ 2715895 h 6858000"/>
              <a:gd name="connsiteX78" fmla="*/ 4975888 w 6096000"/>
              <a:gd name="connsiteY78" fmla="*/ 2725052 h 6858000"/>
              <a:gd name="connsiteX79" fmla="*/ 4980195 w 6096000"/>
              <a:gd name="connsiteY79" fmla="*/ 2726489 h 6858000"/>
              <a:gd name="connsiteX80" fmla="*/ 4976218 w 6096000"/>
              <a:gd name="connsiteY80" fmla="*/ 2740278 h 6858000"/>
              <a:gd name="connsiteX81" fmla="*/ 4980571 w 6096000"/>
              <a:gd name="connsiteY81" fmla="*/ 2751112 h 6858000"/>
              <a:gd name="connsiteX82" fmla="*/ 4973893 w 6096000"/>
              <a:gd name="connsiteY82" fmla="*/ 2760208 h 6858000"/>
              <a:gd name="connsiteX83" fmla="*/ 4979005 w 6096000"/>
              <a:gd name="connsiteY83" fmla="*/ 2790136 h 6858000"/>
              <a:gd name="connsiteX84" fmla="*/ 4986137 w 6096000"/>
              <a:gd name="connsiteY84" fmla="*/ 2804183 h 6858000"/>
              <a:gd name="connsiteX85" fmla="*/ 4986175 w 6096000"/>
              <a:gd name="connsiteY85" fmla="*/ 2825860 h 6858000"/>
              <a:gd name="connsiteX86" fmla="*/ 4993936 w 6096000"/>
              <a:gd name="connsiteY86" fmla="*/ 2911749 h 6858000"/>
              <a:gd name="connsiteX87" fmla="*/ 4992563 w 6096000"/>
              <a:gd name="connsiteY87" fmla="*/ 2977278 h 6858000"/>
              <a:gd name="connsiteX88" fmla="*/ 4980516 w 6096000"/>
              <a:gd name="connsiteY88" fmla="*/ 2991092 h 6858000"/>
              <a:gd name="connsiteX89" fmla="*/ 4992801 w 6096000"/>
              <a:gd name="connsiteY89" fmla="*/ 3020247 h 6858000"/>
              <a:gd name="connsiteX90" fmla="*/ 5014805 w 6096000"/>
              <a:gd name="connsiteY90" fmla="*/ 3065434 h 6858000"/>
              <a:gd name="connsiteX91" fmla="*/ 5002733 w 6096000"/>
              <a:gd name="connsiteY91" fmla="*/ 3103777 h 6858000"/>
              <a:gd name="connsiteX92" fmla="*/ 5002941 w 6096000"/>
              <a:gd name="connsiteY92" fmla="*/ 3151828 h 6858000"/>
              <a:gd name="connsiteX93" fmla="*/ 5002883 w 6096000"/>
              <a:gd name="connsiteY93" fmla="*/ 3180546 h 6858000"/>
              <a:gd name="connsiteX94" fmla="*/ 5016711 w 6096000"/>
              <a:gd name="connsiteY94" fmla="*/ 3258677 h 6858000"/>
              <a:gd name="connsiteX95" fmla="*/ 5017918 w 6096000"/>
              <a:gd name="connsiteY95" fmla="*/ 3262610 h 6858000"/>
              <a:gd name="connsiteX96" fmla="*/ 5011672 w 6096000"/>
              <a:gd name="connsiteY96" fmla="*/ 3277179 h 6858000"/>
              <a:gd name="connsiteX97" fmla="*/ 5009344 w 6096000"/>
              <a:gd name="connsiteY97" fmla="*/ 3278130 h 6858000"/>
              <a:gd name="connsiteX98" fmla="*/ 5026770 w 6096000"/>
              <a:gd name="connsiteY98" fmla="*/ 3325671 h 6858000"/>
              <a:gd name="connsiteX99" fmla="*/ 5024571 w 6096000"/>
              <a:gd name="connsiteY99" fmla="*/ 3332072 h 6858000"/>
              <a:gd name="connsiteX100" fmla="*/ 5041705 w 6096000"/>
              <a:gd name="connsiteY100" fmla="*/ 3362948 h 6858000"/>
              <a:gd name="connsiteX101" fmla="*/ 5047477 w 6096000"/>
              <a:gd name="connsiteY101" fmla="*/ 3378959 h 6858000"/>
              <a:gd name="connsiteX102" fmla="*/ 5060758 w 6096000"/>
              <a:gd name="connsiteY102" fmla="*/ 3407057 h 6858000"/>
              <a:gd name="connsiteX103" fmla="*/ 5058968 w 6096000"/>
              <a:gd name="connsiteY103" fmla="*/ 3409825 h 6858000"/>
              <a:gd name="connsiteX104" fmla="*/ 5062667 w 6096000"/>
              <a:gd name="connsiteY104" fmla="*/ 3415218 h 6858000"/>
              <a:gd name="connsiteX105" fmla="*/ 5060928 w 6096000"/>
              <a:gd name="connsiteY105" fmla="*/ 3419880 h 6858000"/>
              <a:gd name="connsiteX106" fmla="*/ 5062923 w 6096000"/>
              <a:gd name="connsiteY106" fmla="*/ 3424545 h 6858000"/>
              <a:gd name="connsiteX107" fmla="*/ 5064623 w 6096000"/>
              <a:gd name="connsiteY107" fmla="*/ 3476412 h 6858000"/>
              <a:gd name="connsiteX108" fmla="*/ 5069684 w 6096000"/>
              <a:gd name="connsiteY108" fmla="*/ 3486850 h 6858000"/>
              <a:gd name="connsiteX109" fmla="*/ 5063339 w 6096000"/>
              <a:gd name="connsiteY109" fmla="*/ 3496391 h 6858000"/>
              <a:gd name="connsiteX110" fmla="*/ 5070139 w 6096000"/>
              <a:gd name="connsiteY110" fmla="*/ 3531201 h 6858000"/>
              <a:gd name="connsiteX111" fmla="*/ 5079896 w 6096000"/>
              <a:gd name="connsiteY111" fmla="*/ 3542019 h 6858000"/>
              <a:gd name="connsiteX112" fmla="*/ 5087540 w 6096000"/>
              <a:gd name="connsiteY112" fmla="*/ 3552249 h 6858000"/>
              <a:gd name="connsiteX113" fmla="*/ 5087902 w 6096000"/>
              <a:gd name="connsiteY113" fmla="*/ 3553678 h 6858000"/>
              <a:gd name="connsiteX114" fmla="*/ 5091509 w 6096000"/>
              <a:gd name="connsiteY114" fmla="*/ 3568021 h 6858000"/>
              <a:gd name="connsiteX115" fmla="*/ 5091934 w 6096000"/>
              <a:gd name="connsiteY115" fmla="*/ 3569719 h 6858000"/>
              <a:gd name="connsiteX116" fmla="*/ 5089362 w 6096000"/>
              <a:gd name="connsiteY116" fmla="*/ 3586412 h 6858000"/>
              <a:gd name="connsiteX117" fmla="*/ 5092358 w 6096000"/>
              <a:gd name="connsiteY117" fmla="*/ 3597336 h 6858000"/>
              <a:gd name="connsiteX118" fmla="*/ 5084254 w 6096000"/>
              <a:gd name="connsiteY118" fmla="*/ 3606007 h 6858000"/>
              <a:gd name="connsiteX119" fmla="*/ 5084281 w 6096000"/>
              <a:gd name="connsiteY119" fmla="*/ 3641228 h 6858000"/>
              <a:gd name="connsiteX120" fmla="*/ 5091848 w 6096000"/>
              <a:gd name="connsiteY120" fmla="*/ 3653088 h 6858000"/>
              <a:gd name="connsiteX121" fmla="*/ 5097436 w 6096000"/>
              <a:gd name="connsiteY121" fmla="*/ 3664114 h 6858000"/>
              <a:gd name="connsiteX122" fmla="*/ 5097518 w 6096000"/>
              <a:gd name="connsiteY122" fmla="*/ 3665569 h 6858000"/>
              <a:gd name="connsiteX123" fmla="*/ 5099829 w 6096000"/>
              <a:gd name="connsiteY123" fmla="*/ 3707357 h 6858000"/>
              <a:gd name="connsiteX124" fmla="*/ 5114696 w 6096000"/>
              <a:gd name="connsiteY124" fmla="*/ 3778166 h 6858000"/>
              <a:gd name="connsiteX125" fmla="*/ 5135379 w 6096000"/>
              <a:gd name="connsiteY125" fmla="*/ 3878222 h 6858000"/>
              <a:gd name="connsiteX126" fmla="*/ 5130138 w 6096000"/>
              <a:gd name="connsiteY126" fmla="*/ 4048117 h 6858000"/>
              <a:gd name="connsiteX127" fmla="*/ 5090040 w 6096000"/>
              <a:gd name="connsiteY127" fmla="*/ 4219510 h 6858000"/>
              <a:gd name="connsiteX128" fmla="*/ 5092812 w 6096000"/>
              <a:gd name="connsiteY128" fmla="*/ 4411258 h 6858000"/>
              <a:gd name="connsiteX129" fmla="*/ 5084599 w 6096000"/>
              <a:gd name="connsiteY129" fmla="*/ 4488531 h 6858000"/>
              <a:gd name="connsiteX130" fmla="*/ 5084072 w 6096000"/>
              <a:gd name="connsiteY130" fmla="*/ 4539168 h 6858000"/>
              <a:gd name="connsiteX131" fmla="*/ 5068936 w 6096000"/>
              <a:gd name="connsiteY131" fmla="*/ 4625153 h 6858000"/>
              <a:gd name="connsiteX132" fmla="*/ 5059114 w 6096000"/>
              <a:gd name="connsiteY132" fmla="*/ 4733115 h 6858000"/>
              <a:gd name="connsiteX133" fmla="*/ 5037209 w 6096000"/>
              <a:gd name="connsiteY133" fmla="*/ 4844323 h 6858000"/>
              <a:gd name="connsiteX134" fmla="*/ 5020638 w 6096000"/>
              <a:gd name="connsiteY134" fmla="*/ 4877992 h 6858000"/>
              <a:gd name="connsiteX135" fmla="*/ 5006413 w 6096000"/>
              <a:gd name="connsiteY135" fmla="*/ 4925805 h 6858000"/>
              <a:gd name="connsiteX136" fmla="*/ 4971037 w 6096000"/>
              <a:gd name="connsiteY136" fmla="*/ 5009272 h 6858000"/>
              <a:gd name="connsiteX137" fmla="*/ 4963105 w 6096000"/>
              <a:gd name="connsiteY137" fmla="*/ 5111369 h 6858000"/>
              <a:gd name="connsiteX138" fmla="*/ 4976341 w 6096000"/>
              <a:gd name="connsiteY138" fmla="*/ 5210876 h 6858000"/>
              <a:gd name="connsiteX139" fmla="*/ 4980617 w 6096000"/>
              <a:gd name="connsiteY139" fmla="*/ 5269726 h 6858000"/>
              <a:gd name="connsiteX140" fmla="*/ 4997733 w 6096000"/>
              <a:gd name="connsiteY140" fmla="*/ 5464225 h 6858000"/>
              <a:gd name="connsiteX141" fmla="*/ 5001400 w 6096000"/>
              <a:gd name="connsiteY141" fmla="*/ 5594585 h 6858000"/>
              <a:gd name="connsiteX142" fmla="*/ 4983700 w 6096000"/>
              <a:gd name="connsiteY142" fmla="*/ 5667896 h 6858000"/>
              <a:gd name="connsiteX143" fmla="*/ 4968506 w 6096000"/>
              <a:gd name="connsiteY143" fmla="*/ 5769225 h 6858000"/>
              <a:gd name="connsiteX144" fmla="*/ 4969765 w 6096000"/>
              <a:gd name="connsiteY144" fmla="*/ 5823324 h 6858000"/>
              <a:gd name="connsiteX145" fmla="*/ 4966129 w 6096000"/>
              <a:gd name="connsiteY145" fmla="*/ 5862699 h 6858000"/>
              <a:gd name="connsiteX146" fmla="*/ 4970695 w 6096000"/>
              <a:gd name="connsiteY146" fmla="*/ 5906467 h 6858000"/>
              <a:gd name="connsiteX147" fmla="*/ 4991568 w 6096000"/>
              <a:gd name="connsiteY147" fmla="*/ 5939847 h 6858000"/>
              <a:gd name="connsiteX148" fmla="*/ 4986815 w 6096000"/>
              <a:gd name="connsiteY148" fmla="*/ 5973994 h 6858000"/>
              <a:gd name="connsiteX149" fmla="*/ 4987776 w 6096000"/>
              <a:gd name="connsiteY149" fmla="*/ 6089693 h 6858000"/>
              <a:gd name="connsiteX150" fmla="*/ 4991621 w 6096000"/>
              <a:gd name="connsiteY150" fmla="*/ 6224938 h 6858000"/>
              <a:gd name="connsiteX151" fmla="*/ 5017157 w 6096000"/>
              <a:gd name="connsiteY151" fmla="*/ 6370251 h 6858000"/>
              <a:gd name="connsiteX152" fmla="*/ 5040797 w 6096000"/>
              <a:gd name="connsiteY152" fmla="*/ 6541313 h 6858000"/>
              <a:gd name="connsiteX153" fmla="*/ 5045375 w 6096000"/>
              <a:gd name="connsiteY153" fmla="*/ 6640957 h 6858000"/>
              <a:gd name="connsiteX154" fmla="*/ 5058442 w 6096000"/>
              <a:gd name="connsiteY154" fmla="*/ 6705297 h 6858000"/>
              <a:gd name="connsiteX155" fmla="*/ 5071125 w 6096000"/>
              <a:gd name="connsiteY155" fmla="*/ 6759582 h 6858000"/>
              <a:gd name="connsiteX156" fmla="*/ 5069172 w 6096000"/>
              <a:gd name="connsiteY156" fmla="*/ 6817746 h 6858000"/>
              <a:gd name="connsiteX157" fmla="*/ 5072322 w 6096000"/>
              <a:gd name="connsiteY157" fmla="*/ 6843646 h 6858000"/>
              <a:gd name="connsiteX158" fmla="*/ 5091388 w 6096000"/>
              <a:gd name="connsiteY158" fmla="*/ 6857998 h 6858000"/>
              <a:gd name="connsiteX159" fmla="*/ 6096000 w 6096000"/>
              <a:gd name="connsiteY159" fmla="*/ 6857998 h 6858000"/>
              <a:gd name="connsiteX160" fmla="*/ 6096000 w 6096000"/>
              <a:gd name="connsiteY160" fmla="*/ 6858000 h 6858000"/>
              <a:gd name="connsiteX161" fmla="*/ 0 w 6096000"/>
              <a:gd name="connsiteY161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</a:cxnLst>
            <a:rect l="l" t="t" r="r" b="b"/>
            <a:pathLst>
              <a:path w="6096000" h="6858000">
                <a:moveTo>
                  <a:pt x="0" y="0"/>
                </a:moveTo>
                <a:lnTo>
                  <a:pt x="5567517" y="0"/>
                </a:lnTo>
                <a:lnTo>
                  <a:pt x="5566938" y="1705"/>
                </a:lnTo>
                <a:cubicBezTo>
                  <a:pt x="5563126" y="8440"/>
                  <a:pt x="5558112" y="13784"/>
                  <a:pt x="5551594" y="17287"/>
                </a:cubicBezTo>
                <a:cubicBezTo>
                  <a:pt x="5562364" y="82036"/>
                  <a:pt x="5510349" y="69804"/>
                  <a:pt x="5545641" y="130336"/>
                </a:cubicBezTo>
                <a:cubicBezTo>
                  <a:pt x="5526953" y="117589"/>
                  <a:pt x="5536978" y="162458"/>
                  <a:pt x="5538289" y="187093"/>
                </a:cubicBezTo>
                <a:cubicBezTo>
                  <a:pt x="5536205" y="226511"/>
                  <a:pt x="5545722" y="205530"/>
                  <a:pt x="5545790" y="265704"/>
                </a:cubicBezTo>
                <a:cubicBezTo>
                  <a:pt x="5542296" y="317533"/>
                  <a:pt x="5543813" y="325288"/>
                  <a:pt x="5542313" y="354566"/>
                </a:cubicBezTo>
                <a:lnTo>
                  <a:pt x="5524126" y="472000"/>
                </a:lnTo>
                <a:lnTo>
                  <a:pt x="5522170" y="473782"/>
                </a:lnTo>
                <a:cubicBezTo>
                  <a:pt x="5517847" y="482008"/>
                  <a:pt x="5518682" y="487340"/>
                  <a:pt x="5521798" y="491380"/>
                </a:cubicBezTo>
                <a:lnTo>
                  <a:pt x="5536419" y="531675"/>
                </a:lnTo>
                <a:lnTo>
                  <a:pt x="5533435" y="536015"/>
                </a:lnTo>
                <a:lnTo>
                  <a:pt x="5538088" y="572092"/>
                </a:lnTo>
                <a:lnTo>
                  <a:pt x="5536061" y="572511"/>
                </a:lnTo>
                <a:cubicBezTo>
                  <a:pt x="5531611" y="574271"/>
                  <a:pt x="5528529" y="577121"/>
                  <a:pt x="5528218" y="582332"/>
                </a:cubicBezTo>
                <a:cubicBezTo>
                  <a:pt x="5498002" y="573171"/>
                  <a:pt x="5516262" y="585107"/>
                  <a:pt x="5518011" y="601285"/>
                </a:cubicBezTo>
                <a:cubicBezTo>
                  <a:pt x="5508838" y="617831"/>
                  <a:pt x="5480684" y="666964"/>
                  <a:pt x="5473174" y="681608"/>
                </a:cubicBezTo>
                <a:cubicBezTo>
                  <a:pt x="5473102" y="684122"/>
                  <a:pt x="5473033" y="686637"/>
                  <a:pt x="5472963" y="689151"/>
                </a:cubicBezTo>
                <a:lnTo>
                  <a:pt x="5472485" y="689289"/>
                </a:lnTo>
                <a:cubicBezTo>
                  <a:pt x="5471434" y="690905"/>
                  <a:pt x="5470986" y="693376"/>
                  <a:pt x="5471326" y="697222"/>
                </a:cubicBezTo>
                <a:cubicBezTo>
                  <a:pt x="5471606" y="703992"/>
                  <a:pt x="5471884" y="710761"/>
                  <a:pt x="5472164" y="717531"/>
                </a:cubicBezTo>
                <a:lnTo>
                  <a:pt x="5468891" y="722494"/>
                </a:lnTo>
                <a:lnTo>
                  <a:pt x="5463081" y="724368"/>
                </a:lnTo>
                <a:lnTo>
                  <a:pt x="5446981" y="752692"/>
                </a:lnTo>
                <a:cubicBezTo>
                  <a:pt x="5454691" y="764380"/>
                  <a:pt x="5422719" y="808083"/>
                  <a:pt x="5417190" y="816346"/>
                </a:cubicBezTo>
                <a:lnTo>
                  <a:pt x="5388958" y="889417"/>
                </a:lnTo>
                <a:cubicBezTo>
                  <a:pt x="5320491" y="969963"/>
                  <a:pt x="5321907" y="1005331"/>
                  <a:pt x="5307044" y="1063288"/>
                </a:cubicBezTo>
                <a:cubicBezTo>
                  <a:pt x="5313332" y="1111028"/>
                  <a:pt x="5317096" y="1110140"/>
                  <a:pt x="5303837" y="1157176"/>
                </a:cubicBezTo>
                <a:cubicBezTo>
                  <a:pt x="5301103" y="1192124"/>
                  <a:pt x="5301884" y="1197232"/>
                  <a:pt x="5286494" y="1210776"/>
                </a:cubicBezTo>
                <a:lnTo>
                  <a:pt x="5282463" y="1301993"/>
                </a:lnTo>
                <a:lnTo>
                  <a:pt x="5252235" y="1360879"/>
                </a:lnTo>
                <a:lnTo>
                  <a:pt x="5244497" y="1404045"/>
                </a:lnTo>
                <a:lnTo>
                  <a:pt x="5223823" y="1429568"/>
                </a:lnTo>
                <a:lnTo>
                  <a:pt x="5224851" y="1430305"/>
                </a:lnTo>
                <a:cubicBezTo>
                  <a:pt x="5226697" y="1432466"/>
                  <a:pt x="5214738" y="1459891"/>
                  <a:pt x="5212394" y="1463304"/>
                </a:cubicBezTo>
                <a:cubicBezTo>
                  <a:pt x="5209912" y="1477394"/>
                  <a:pt x="5213027" y="1501295"/>
                  <a:pt x="5209958" y="1514846"/>
                </a:cubicBezTo>
                <a:lnTo>
                  <a:pt x="5206417" y="1519731"/>
                </a:lnTo>
                <a:lnTo>
                  <a:pt x="5206640" y="1519929"/>
                </a:lnTo>
                <a:cubicBezTo>
                  <a:pt x="5206490" y="1521210"/>
                  <a:pt x="5209710" y="1543635"/>
                  <a:pt x="5207632" y="1546022"/>
                </a:cubicBezTo>
                <a:lnTo>
                  <a:pt x="5212030" y="1578752"/>
                </a:lnTo>
                <a:cubicBezTo>
                  <a:pt x="5206147" y="1605585"/>
                  <a:pt x="5226381" y="1622803"/>
                  <a:pt x="5203533" y="1647555"/>
                </a:cubicBezTo>
                <a:cubicBezTo>
                  <a:pt x="5198128" y="1672675"/>
                  <a:pt x="5203213" y="1694404"/>
                  <a:pt x="5190877" y="1715685"/>
                </a:cubicBezTo>
                <a:cubicBezTo>
                  <a:pt x="5196815" y="1724301"/>
                  <a:pt x="5198098" y="1732435"/>
                  <a:pt x="5184235" y="1740358"/>
                </a:cubicBezTo>
                <a:cubicBezTo>
                  <a:pt x="5182625" y="1763793"/>
                  <a:pt x="5198368" y="1769422"/>
                  <a:pt x="5181475" y="1784314"/>
                </a:cubicBezTo>
                <a:cubicBezTo>
                  <a:pt x="5205987" y="1797417"/>
                  <a:pt x="5195246" y="1798221"/>
                  <a:pt x="5185845" y="1804434"/>
                </a:cubicBezTo>
                <a:lnTo>
                  <a:pt x="5185068" y="1805316"/>
                </a:lnTo>
                <a:lnTo>
                  <a:pt x="5188593" y="1807109"/>
                </a:lnTo>
                <a:lnTo>
                  <a:pt x="5185920" y="1821003"/>
                </a:lnTo>
                <a:lnTo>
                  <a:pt x="5183543" y="1824832"/>
                </a:lnTo>
                <a:cubicBezTo>
                  <a:pt x="5182284" y="1827468"/>
                  <a:pt x="5181937" y="1829219"/>
                  <a:pt x="5182235" y="1830429"/>
                </a:cubicBezTo>
                <a:lnTo>
                  <a:pt x="5182525" y="1830569"/>
                </a:lnTo>
                <a:lnTo>
                  <a:pt x="5180663" y="1835810"/>
                </a:lnTo>
                <a:cubicBezTo>
                  <a:pt x="5176779" y="1844665"/>
                  <a:pt x="5172297" y="1853278"/>
                  <a:pt x="5167452" y="1861483"/>
                </a:cubicBezTo>
                <a:cubicBezTo>
                  <a:pt x="5179827" y="1866643"/>
                  <a:pt x="5166788" y="1884999"/>
                  <a:pt x="5174266" y="1892417"/>
                </a:cubicBezTo>
                <a:lnTo>
                  <a:pt x="5189262" y="1895114"/>
                </a:lnTo>
                <a:lnTo>
                  <a:pt x="5187100" y="1899379"/>
                </a:lnTo>
                <a:lnTo>
                  <a:pt x="5180471" y="1907867"/>
                </a:lnTo>
                <a:cubicBezTo>
                  <a:pt x="5179609" y="1909162"/>
                  <a:pt x="5179647" y="1909994"/>
                  <a:pt x="5181361" y="1910265"/>
                </a:cubicBezTo>
                <a:cubicBezTo>
                  <a:pt x="5180995" y="1914884"/>
                  <a:pt x="5177893" y="1930292"/>
                  <a:pt x="5178268" y="1935584"/>
                </a:cubicBezTo>
                <a:lnTo>
                  <a:pt x="5183619" y="1942021"/>
                </a:lnTo>
                <a:lnTo>
                  <a:pt x="5184480" y="1945112"/>
                </a:lnTo>
                <a:lnTo>
                  <a:pt x="5172776" y="1961162"/>
                </a:lnTo>
                <a:lnTo>
                  <a:pt x="5168513" y="1969445"/>
                </a:lnTo>
                <a:lnTo>
                  <a:pt x="5126597" y="2024270"/>
                </a:lnTo>
                <a:lnTo>
                  <a:pt x="5119528" y="2107942"/>
                </a:lnTo>
                <a:cubicBezTo>
                  <a:pt x="5089290" y="2138038"/>
                  <a:pt x="5110415" y="2159228"/>
                  <a:pt x="5110356" y="2193455"/>
                </a:cubicBezTo>
                <a:cubicBezTo>
                  <a:pt x="5101302" y="2220953"/>
                  <a:pt x="5110381" y="2224200"/>
                  <a:pt x="5104992" y="2260088"/>
                </a:cubicBezTo>
                <a:cubicBezTo>
                  <a:pt x="5096504" y="2291744"/>
                  <a:pt x="5078225" y="2299003"/>
                  <a:pt x="5059439" y="2335735"/>
                </a:cubicBezTo>
                <a:cubicBezTo>
                  <a:pt x="5029465" y="2329020"/>
                  <a:pt x="5058046" y="2407546"/>
                  <a:pt x="5022061" y="2408995"/>
                </a:cubicBezTo>
                <a:cubicBezTo>
                  <a:pt x="5023289" y="2413465"/>
                  <a:pt x="5019654" y="2441580"/>
                  <a:pt x="5022253" y="2445869"/>
                </a:cubicBezTo>
                <a:cubicBezTo>
                  <a:pt x="5022440" y="2449625"/>
                  <a:pt x="5011241" y="2492743"/>
                  <a:pt x="5011426" y="2496499"/>
                </a:cubicBezTo>
                <a:lnTo>
                  <a:pt x="4994224" y="2549900"/>
                </a:lnTo>
                <a:cubicBezTo>
                  <a:pt x="4992353" y="2564757"/>
                  <a:pt x="4998952" y="2582253"/>
                  <a:pt x="4995245" y="2596456"/>
                </a:cubicBezTo>
                <a:lnTo>
                  <a:pt x="4988570" y="2606088"/>
                </a:lnTo>
                <a:cubicBezTo>
                  <a:pt x="4988504" y="2615842"/>
                  <a:pt x="4988436" y="2625597"/>
                  <a:pt x="4988371" y="2635351"/>
                </a:cubicBezTo>
                <a:lnTo>
                  <a:pt x="4983212" y="2665666"/>
                </a:lnTo>
                <a:lnTo>
                  <a:pt x="4968234" y="2715895"/>
                </a:lnTo>
                <a:lnTo>
                  <a:pt x="4975888" y="2725052"/>
                </a:lnTo>
                <a:lnTo>
                  <a:pt x="4980195" y="2726489"/>
                </a:lnTo>
                <a:lnTo>
                  <a:pt x="4976218" y="2740278"/>
                </a:lnTo>
                <a:lnTo>
                  <a:pt x="4980571" y="2751112"/>
                </a:lnTo>
                <a:lnTo>
                  <a:pt x="4973893" y="2760208"/>
                </a:lnTo>
                <a:lnTo>
                  <a:pt x="4979005" y="2790136"/>
                </a:lnTo>
                <a:lnTo>
                  <a:pt x="4986137" y="2804183"/>
                </a:lnTo>
                <a:cubicBezTo>
                  <a:pt x="4986150" y="2811409"/>
                  <a:pt x="4986162" y="2818634"/>
                  <a:pt x="4986175" y="2825860"/>
                </a:cubicBezTo>
                <a:cubicBezTo>
                  <a:pt x="4987474" y="2843788"/>
                  <a:pt x="4992871" y="2886513"/>
                  <a:pt x="4993936" y="2911749"/>
                </a:cubicBezTo>
                <a:cubicBezTo>
                  <a:pt x="4993313" y="2946689"/>
                  <a:pt x="4980300" y="2954448"/>
                  <a:pt x="4992563" y="2977278"/>
                </a:cubicBezTo>
                <a:cubicBezTo>
                  <a:pt x="4985688" y="2983455"/>
                  <a:pt x="4982051" y="2987749"/>
                  <a:pt x="4980516" y="2991092"/>
                </a:cubicBezTo>
                <a:cubicBezTo>
                  <a:pt x="4975910" y="3001119"/>
                  <a:pt x="4990216" y="3002537"/>
                  <a:pt x="4992801" y="3020247"/>
                </a:cubicBezTo>
                <a:cubicBezTo>
                  <a:pt x="4998517" y="3032637"/>
                  <a:pt x="5013148" y="3051512"/>
                  <a:pt x="5014805" y="3065434"/>
                </a:cubicBezTo>
                <a:cubicBezTo>
                  <a:pt x="4998836" y="3057428"/>
                  <a:pt x="5016840" y="3105196"/>
                  <a:pt x="5002733" y="3103777"/>
                </a:cubicBezTo>
                <a:cubicBezTo>
                  <a:pt x="5022381" y="3124610"/>
                  <a:pt x="4997365" y="3128169"/>
                  <a:pt x="5002941" y="3151828"/>
                </a:cubicBezTo>
                <a:cubicBezTo>
                  <a:pt x="5010264" y="3163902"/>
                  <a:pt x="5011356" y="3171780"/>
                  <a:pt x="5002883" y="3180546"/>
                </a:cubicBezTo>
                <a:cubicBezTo>
                  <a:pt x="5038586" y="3236545"/>
                  <a:pt x="5003723" y="3210316"/>
                  <a:pt x="5016711" y="3258677"/>
                </a:cubicBezTo>
                <a:lnTo>
                  <a:pt x="5017918" y="3262610"/>
                </a:lnTo>
                <a:lnTo>
                  <a:pt x="5011672" y="3277179"/>
                </a:lnTo>
                <a:lnTo>
                  <a:pt x="5009344" y="3278130"/>
                </a:lnTo>
                <a:lnTo>
                  <a:pt x="5026770" y="3325671"/>
                </a:lnTo>
                <a:lnTo>
                  <a:pt x="5024571" y="3332072"/>
                </a:lnTo>
                <a:lnTo>
                  <a:pt x="5041705" y="3362948"/>
                </a:lnTo>
                <a:lnTo>
                  <a:pt x="5047477" y="3378959"/>
                </a:lnTo>
                <a:lnTo>
                  <a:pt x="5060758" y="3407057"/>
                </a:lnTo>
                <a:lnTo>
                  <a:pt x="5058968" y="3409825"/>
                </a:lnTo>
                <a:lnTo>
                  <a:pt x="5062667" y="3415218"/>
                </a:lnTo>
                <a:lnTo>
                  <a:pt x="5060928" y="3419880"/>
                </a:lnTo>
                <a:lnTo>
                  <a:pt x="5062923" y="3424545"/>
                </a:lnTo>
                <a:cubicBezTo>
                  <a:pt x="5063537" y="3433967"/>
                  <a:pt x="5063494" y="3466028"/>
                  <a:pt x="5064623" y="3476412"/>
                </a:cubicBezTo>
                <a:lnTo>
                  <a:pt x="5069684" y="3486850"/>
                </a:lnTo>
                <a:lnTo>
                  <a:pt x="5063339" y="3496391"/>
                </a:lnTo>
                <a:lnTo>
                  <a:pt x="5070139" y="3531201"/>
                </a:lnTo>
                <a:lnTo>
                  <a:pt x="5079896" y="3542019"/>
                </a:lnTo>
                <a:lnTo>
                  <a:pt x="5087540" y="3552249"/>
                </a:lnTo>
                <a:lnTo>
                  <a:pt x="5087902" y="3553678"/>
                </a:lnTo>
                <a:lnTo>
                  <a:pt x="5091509" y="3568021"/>
                </a:lnTo>
                <a:lnTo>
                  <a:pt x="5091934" y="3569719"/>
                </a:lnTo>
                <a:lnTo>
                  <a:pt x="5089362" y="3586412"/>
                </a:lnTo>
                <a:lnTo>
                  <a:pt x="5092358" y="3597336"/>
                </a:lnTo>
                <a:lnTo>
                  <a:pt x="5084254" y="3606007"/>
                </a:lnTo>
                <a:cubicBezTo>
                  <a:pt x="5084262" y="3617747"/>
                  <a:pt x="5084273" y="3629488"/>
                  <a:pt x="5084281" y="3641228"/>
                </a:cubicBezTo>
                <a:lnTo>
                  <a:pt x="5091848" y="3653088"/>
                </a:lnTo>
                <a:lnTo>
                  <a:pt x="5097436" y="3664114"/>
                </a:lnTo>
                <a:cubicBezTo>
                  <a:pt x="5097463" y="3664599"/>
                  <a:pt x="5097491" y="3665084"/>
                  <a:pt x="5097518" y="3665569"/>
                </a:cubicBezTo>
                <a:cubicBezTo>
                  <a:pt x="5097915" y="3672776"/>
                  <a:pt x="5096966" y="3688591"/>
                  <a:pt x="5099829" y="3707357"/>
                </a:cubicBezTo>
                <a:cubicBezTo>
                  <a:pt x="5100505" y="3724716"/>
                  <a:pt x="5118078" y="3760234"/>
                  <a:pt x="5114696" y="3778166"/>
                </a:cubicBezTo>
                <a:cubicBezTo>
                  <a:pt x="5141627" y="3845122"/>
                  <a:pt x="5125427" y="3821305"/>
                  <a:pt x="5135379" y="3878222"/>
                </a:cubicBezTo>
                <a:cubicBezTo>
                  <a:pt x="5161519" y="3905047"/>
                  <a:pt x="5125417" y="4015047"/>
                  <a:pt x="5130138" y="4048117"/>
                </a:cubicBezTo>
                <a:cubicBezTo>
                  <a:pt x="5081804" y="4192084"/>
                  <a:pt x="5096262" y="4158987"/>
                  <a:pt x="5090040" y="4219510"/>
                </a:cubicBezTo>
                <a:cubicBezTo>
                  <a:pt x="5104553" y="4280033"/>
                  <a:pt x="5065380" y="4345686"/>
                  <a:pt x="5092812" y="4411258"/>
                </a:cubicBezTo>
                <a:cubicBezTo>
                  <a:pt x="5090630" y="4437329"/>
                  <a:pt x="5083878" y="4473140"/>
                  <a:pt x="5084599" y="4488531"/>
                </a:cubicBezTo>
                <a:cubicBezTo>
                  <a:pt x="5084423" y="4505410"/>
                  <a:pt x="5084248" y="4522289"/>
                  <a:pt x="5084072" y="4539168"/>
                </a:cubicBezTo>
                <a:cubicBezTo>
                  <a:pt x="5072114" y="4567830"/>
                  <a:pt x="5064305" y="4588197"/>
                  <a:pt x="5068936" y="4625153"/>
                </a:cubicBezTo>
                <a:cubicBezTo>
                  <a:pt x="5077433" y="4662889"/>
                  <a:pt x="5065899" y="4679357"/>
                  <a:pt x="5059114" y="4733115"/>
                </a:cubicBezTo>
                <a:cubicBezTo>
                  <a:pt x="5068687" y="4752352"/>
                  <a:pt x="5055370" y="4832308"/>
                  <a:pt x="5037209" y="4844323"/>
                </a:cubicBezTo>
                <a:cubicBezTo>
                  <a:pt x="5033444" y="4857054"/>
                  <a:pt x="5040194" y="4871554"/>
                  <a:pt x="5020638" y="4877992"/>
                </a:cubicBezTo>
                <a:cubicBezTo>
                  <a:pt x="4997151" y="4888353"/>
                  <a:pt x="5034418" y="4931200"/>
                  <a:pt x="5006413" y="4925805"/>
                </a:cubicBezTo>
                <a:cubicBezTo>
                  <a:pt x="5031964" y="4956261"/>
                  <a:pt x="4982840" y="4982633"/>
                  <a:pt x="4971037" y="5009272"/>
                </a:cubicBezTo>
                <a:cubicBezTo>
                  <a:pt x="4973259" y="5034036"/>
                  <a:pt x="4968375" y="5053859"/>
                  <a:pt x="4963105" y="5111369"/>
                </a:cubicBezTo>
                <a:cubicBezTo>
                  <a:pt x="4973224" y="5141336"/>
                  <a:pt x="4937413" y="5161742"/>
                  <a:pt x="4976341" y="5210876"/>
                </a:cubicBezTo>
                <a:cubicBezTo>
                  <a:pt x="4972455" y="5212581"/>
                  <a:pt x="4977054" y="5227501"/>
                  <a:pt x="4980617" y="5269726"/>
                </a:cubicBezTo>
                <a:cubicBezTo>
                  <a:pt x="4984182" y="5311951"/>
                  <a:pt x="4990390" y="5400671"/>
                  <a:pt x="4997733" y="5464225"/>
                </a:cubicBezTo>
                <a:cubicBezTo>
                  <a:pt x="5001765" y="5536542"/>
                  <a:pt x="4990225" y="5517959"/>
                  <a:pt x="5001400" y="5594585"/>
                </a:cubicBezTo>
                <a:cubicBezTo>
                  <a:pt x="4999908" y="5619318"/>
                  <a:pt x="4974042" y="5647975"/>
                  <a:pt x="4983700" y="5667896"/>
                </a:cubicBezTo>
                <a:cubicBezTo>
                  <a:pt x="4976834" y="5696311"/>
                  <a:pt x="4975579" y="5738356"/>
                  <a:pt x="4968506" y="5769225"/>
                </a:cubicBezTo>
                <a:cubicBezTo>
                  <a:pt x="4968926" y="5787258"/>
                  <a:pt x="4969344" y="5805291"/>
                  <a:pt x="4969765" y="5823324"/>
                </a:cubicBezTo>
                <a:cubicBezTo>
                  <a:pt x="4966122" y="5853058"/>
                  <a:pt x="4965608" y="5838948"/>
                  <a:pt x="4966129" y="5862699"/>
                </a:cubicBezTo>
                <a:lnTo>
                  <a:pt x="4970695" y="5906467"/>
                </a:lnTo>
                <a:lnTo>
                  <a:pt x="4991568" y="5939847"/>
                </a:lnTo>
                <a:cubicBezTo>
                  <a:pt x="4998848" y="5955713"/>
                  <a:pt x="4974731" y="5940131"/>
                  <a:pt x="4986815" y="5973994"/>
                </a:cubicBezTo>
                <a:cubicBezTo>
                  <a:pt x="4961187" y="5997051"/>
                  <a:pt x="4983444" y="6032039"/>
                  <a:pt x="4987776" y="6089693"/>
                </a:cubicBezTo>
                <a:lnTo>
                  <a:pt x="4991621" y="6224938"/>
                </a:lnTo>
                <a:cubicBezTo>
                  <a:pt x="4988442" y="6270972"/>
                  <a:pt x="5008962" y="6317522"/>
                  <a:pt x="5017157" y="6370251"/>
                </a:cubicBezTo>
                <a:cubicBezTo>
                  <a:pt x="5025353" y="6422980"/>
                  <a:pt x="5039938" y="6490855"/>
                  <a:pt x="5040797" y="6541313"/>
                </a:cubicBezTo>
                <a:cubicBezTo>
                  <a:pt x="5039898" y="6576319"/>
                  <a:pt x="5031912" y="6591883"/>
                  <a:pt x="5045375" y="6640957"/>
                </a:cubicBezTo>
                <a:cubicBezTo>
                  <a:pt x="5057505" y="6669536"/>
                  <a:pt x="5052276" y="6675394"/>
                  <a:pt x="5058442" y="6705297"/>
                </a:cubicBezTo>
                <a:cubicBezTo>
                  <a:pt x="5057367" y="6727133"/>
                  <a:pt x="5067901" y="6732087"/>
                  <a:pt x="5071125" y="6759582"/>
                </a:cubicBezTo>
                <a:cubicBezTo>
                  <a:pt x="5055614" y="6796071"/>
                  <a:pt x="5051656" y="6769544"/>
                  <a:pt x="5069172" y="6817746"/>
                </a:cubicBezTo>
                <a:cubicBezTo>
                  <a:pt x="5060956" y="6828354"/>
                  <a:pt x="5064525" y="6836369"/>
                  <a:pt x="5072322" y="6843646"/>
                </a:cubicBezTo>
                <a:lnTo>
                  <a:pt x="5091388" y="6857998"/>
                </a:lnTo>
                <a:lnTo>
                  <a:pt x="6096000" y="6857998"/>
                </a:lnTo>
                <a:lnTo>
                  <a:pt x="6096000" y="6858000"/>
                </a:lnTo>
                <a:lnTo>
                  <a:pt x="0" y="6858000"/>
                </a:lnTo>
                <a:close/>
              </a:path>
            </a:pathLst>
          </a:custGeom>
          <a:solidFill>
            <a:srgbClr val="82766A">
              <a:alpha val="15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0FD4311C-8B28-FD6A-33F0-037DEEB875F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6800" y="339365"/>
            <a:ext cx="4330741" cy="1649691"/>
          </a:xfrm>
        </p:spPr>
        <p:txBody>
          <a:bodyPr>
            <a:normAutofit/>
          </a:bodyPr>
          <a:lstStyle/>
          <a:p>
            <a:r>
              <a:rPr lang="es-ES" dirty="0"/>
              <a:t>Ha pasado algún tiempo ya…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361B56D7-DA6D-395F-C765-346D15D0936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46800" y="2241754"/>
            <a:ext cx="4042568" cy="3860933"/>
          </a:xfrm>
        </p:spPr>
        <p:txBody>
          <a:bodyPr>
            <a:normAutofit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es-ES" sz="2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… y algo sabemos sobre nuestros dos hoteles:</a:t>
            </a:r>
          </a:p>
          <a:p>
            <a:pPr lvl="1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s-ES" sz="2000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Resort en la costa del Algarve</a:t>
            </a:r>
          </a:p>
          <a:p>
            <a:pPr lvl="1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s-ES" sz="2000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Hotel Urbano de Lisboa</a:t>
            </a:r>
          </a:p>
        </p:txBody>
      </p:sp>
      <p:pic>
        <p:nvPicPr>
          <p:cNvPr id="5" name="Imagen 4" descr="Gráfico, Gráfico de líneas">
            <a:extLst>
              <a:ext uri="{FF2B5EF4-FFF2-40B4-BE49-F238E27FC236}">
                <a16:creationId xmlns:a16="http://schemas.microsoft.com/office/drawing/2014/main" id="{8C470267-75A4-4E72-0249-2B80BEE5324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48001" y="609600"/>
            <a:ext cx="6852598" cy="57125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5736180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9" name="Rectangle 28">
            <a:extLst>
              <a:ext uri="{FF2B5EF4-FFF2-40B4-BE49-F238E27FC236}">
                <a16:creationId xmlns:a16="http://schemas.microsoft.com/office/drawing/2014/main" id="{0E91F5CA-B392-444C-88E3-BF5BAAEBDEB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3" name="Freeform: Shape 30">
            <a:extLst>
              <a:ext uri="{FF2B5EF4-FFF2-40B4-BE49-F238E27FC236}">
                <a16:creationId xmlns:a16="http://schemas.microsoft.com/office/drawing/2014/main" id="{DFCA2118-59A2-4310-A4B2-F2CBA821E84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4940492"/>
            <a:ext cx="12192000" cy="1924333"/>
          </a:xfrm>
          <a:custGeom>
            <a:avLst/>
            <a:gdLst>
              <a:gd name="connsiteX0" fmla="*/ 6189199 w 12192000"/>
              <a:gd name="connsiteY0" fmla="*/ 588 h 1924333"/>
              <a:gd name="connsiteX1" fmla="*/ 6207079 w 12192000"/>
              <a:gd name="connsiteY1" fmla="*/ 2850 h 1924333"/>
              <a:gd name="connsiteX2" fmla="*/ 6285610 w 12192000"/>
              <a:gd name="connsiteY2" fmla="*/ 18131 h 1924333"/>
              <a:gd name="connsiteX3" fmla="*/ 6378008 w 12192000"/>
              <a:gd name="connsiteY3" fmla="*/ 24625 h 1924333"/>
              <a:gd name="connsiteX4" fmla="*/ 6466340 w 12192000"/>
              <a:gd name="connsiteY4" fmla="*/ 21366 h 1924333"/>
              <a:gd name="connsiteX5" fmla="*/ 6553334 w 12192000"/>
              <a:gd name="connsiteY5" fmla="*/ 35307 h 1924333"/>
              <a:gd name="connsiteX6" fmla="*/ 6626068 w 12192000"/>
              <a:gd name="connsiteY6" fmla="*/ 58045 h 1924333"/>
              <a:gd name="connsiteX7" fmla="*/ 6692303 w 12192000"/>
              <a:gd name="connsiteY7" fmla="*/ 91487 h 1924333"/>
              <a:gd name="connsiteX8" fmla="*/ 6733670 w 12192000"/>
              <a:gd name="connsiteY8" fmla="*/ 118130 h 1924333"/>
              <a:gd name="connsiteX9" fmla="*/ 6798016 w 12192000"/>
              <a:gd name="connsiteY9" fmla="*/ 112271 h 1924333"/>
              <a:gd name="connsiteX10" fmla="*/ 6801081 w 12192000"/>
              <a:gd name="connsiteY10" fmla="*/ 114963 h 1924333"/>
              <a:gd name="connsiteX11" fmla="*/ 6819351 w 12192000"/>
              <a:gd name="connsiteY11" fmla="*/ 128825 h 1924333"/>
              <a:gd name="connsiteX12" fmla="*/ 6852732 w 12192000"/>
              <a:gd name="connsiteY12" fmla="*/ 123321 h 1924333"/>
              <a:gd name="connsiteX13" fmla="*/ 6865247 w 12192000"/>
              <a:gd name="connsiteY13" fmla="*/ 128836 h 1924333"/>
              <a:gd name="connsiteX14" fmla="*/ 6905517 w 12192000"/>
              <a:gd name="connsiteY14" fmla="*/ 129265 h 1924333"/>
              <a:gd name="connsiteX15" fmla="*/ 6950286 w 12192000"/>
              <a:gd name="connsiteY15" fmla="*/ 150104 h 1924333"/>
              <a:gd name="connsiteX16" fmla="*/ 7003442 w 12192000"/>
              <a:gd name="connsiteY16" fmla="*/ 136136 h 1924333"/>
              <a:gd name="connsiteX17" fmla="*/ 7160047 w 12192000"/>
              <a:gd name="connsiteY17" fmla="*/ 166721 h 1924333"/>
              <a:gd name="connsiteX18" fmla="*/ 7325604 w 12192000"/>
              <a:gd name="connsiteY18" fmla="*/ 215867 h 1924333"/>
              <a:gd name="connsiteX19" fmla="*/ 7540522 w 12192000"/>
              <a:gd name="connsiteY19" fmla="*/ 239374 h 1924333"/>
              <a:gd name="connsiteX20" fmla="*/ 7612071 w 12192000"/>
              <a:gd name="connsiteY20" fmla="*/ 229553 h 1924333"/>
              <a:gd name="connsiteX21" fmla="*/ 7651995 w 12192000"/>
              <a:gd name="connsiteY21" fmla="*/ 244567 h 1924333"/>
              <a:gd name="connsiteX22" fmla="*/ 7725761 w 12192000"/>
              <a:gd name="connsiteY22" fmla="*/ 258638 h 1924333"/>
              <a:gd name="connsiteX23" fmla="*/ 7823038 w 12192000"/>
              <a:gd name="connsiteY23" fmla="*/ 287078 h 1924333"/>
              <a:gd name="connsiteX24" fmla="*/ 7866405 w 12192000"/>
              <a:gd name="connsiteY24" fmla="*/ 287288 h 1924333"/>
              <a:gd name="connsiteX25" fmla="*/ 7875021 w 12192000"/>
              <a:gd name="connsiteY25" fmla="*/ 288224 h 1924333"/>
              <a:gd name="connsiteX26" fmla="*/ 7875146 w 12192000"/>
              <a:gd name="connsiteY26" fmla="*/ 288614 h 1924333"/>
              <a:gd name="connsiteX27" fmla="*/ 7907443 w 12192000"/>
              <a:gd name="connsiteY27" fmla="*/ 291752 h 1924333"/>
              <a:gd name="connsiteX28" fmla="*/ 7912892 w 12192000"/>
              <a:gd name="connsiteY28" fmla="*/ 294833 h 1924333"/>
              <a:gd name="connsiteX29" fmla="*/ 7946345 w 12192000"/>
              <a:gd name="connsiteY29" fmla="*/ 319359 h 1924333"/>
              <a:gd name="connsiteX30" fmla="*/ 8021238 w 12192000"/>
              <a:gd name="connsiteY30" fmla="*/ 315159 h 1924333"/>
              <a:gd name="connsiteX31" fmla="*/ 8094697 w 12192000"/>
              <a:gd name="connsiteY31" fmla="*/ 351819 h 1924333"/>
              <a:gd name="connsiteX32" fmla="*/ 8155208 w 12192000"/>
              <a:gd name="connsiteY32" fmla="*/ 371168 h 1924333"/>
              <a:gd name="connsiteX33" fmla="*/ 8248472 w 12192000"/>
              <a:gd name="connsiteY33" fmla="*/ 400489 h 1924333"/>
              <a:gd name="connsiteX34" fmla="*/ 8300068 w 12192000"/>
              <a:gd name="connsiteY34" fmla="*/ 405531 h 1924333"/>
              <a:gd name="connsiteX35" fmla="*/ 8356293 w 12192000"/>
              <a:gd name="connsiteY35" fmla="*/ 403328 h 1924333"/>
              <a:gd name="connsiteX36" fmla="*/ 8475838 w 12192000"/>
              <a:gd name="connsiteY36" fmla="*/ 435524 h 1924333"/>
              <a:gd name="connsiteX37" fmla="*/ 8575216 w 12192000"/>
              <a:gd name="connsiteY37" fmla="*/ 450198 h 1924333"/>
              <a:gd name="connsiteX38" fmla="*/ 8588650 w 12192000"/>
              <a:gd name="connsiteY38" fmla="*/ 447070 h 1924333"/>
              <a:gd name="connsiteX39" fmla="*/ 8612184 w 12192000"/>
              <a:gd name="connsiteY39" fmla="*/ 439577 h 1924333"/>
              <a:gd name="connsiteX40" fmla="*/ 8630713 w 12192000"/>
              <a:gd name="connsiteY40" fmla="*/ 433015 h 1924333"/>
              <a:gd name="connsiteX41" fmla="*/ 8704240 w 12192000"/>
              <a:gd name="connsiteY41" fmla="*/ 422865 h 1924333"/>
              <a:gd name="connsiteX42" fmla="*/ 8829513 w 12192000"/>
              <a:gd name="connsiteY42" fmla="*/ 429389 h 1924333"/>
              <a:gd name="connsiteX43" fmla="*/ 9083651 w 12192000"/>
              <a:gd name="connsiteY43" fmla="*/ 390744 h 1924333"/>
              <a:gd name="connsiteX44" fmla="*/ 9371402 w 12192000"/>
              <a:gd name="connsiteY44" fmla="*/ 371809 h 1924333"/>
              <a:gd name="connsiteX45" fmla="*/ 9429586 w 12192000"/>
              <a:gd name="connsiteY45" fmla="*/ 369213 h 1924333"/>
              <a:gd name="connsiteX46" fmla="*/ 9489757 w 12192000"/>
              <a:gd name="connsiteY46" fmla="*/ 377814 h 1924333"/>
              <a:gd name="connsiteX47" fmla="*/ 9516954 w 12192000"/>
              <a:gd name="connsiteY47" fmla="*/ 376991 h 1924333"/>
              <a:gd name="connsiteX48" fmla="*/ 9645588 w 12192000"/>
              <a:gd name="connsiteY48" fmla="*/ 363590 h 1924333"/>
              <a:gd name="connsiteX49" fmla="*/ 9722896 w 12192000"/>
              <a:gd name="connsiteY49" fmla="*/ 360983 h 1924333"/>
              <a:gd name="connsiteX50" fmla="*/ 9752803 w 12192000"/>
              <a:gd name="connsiteY50" fmla="*/ 368492 h 1924333"/>
              <a:gd name="connsiteX51" fmla="*/ 9890305 w 12192000"/>
              <a:gd name="connsiteY51" fmla="*/ 380736 h 1924333"/>
              <a:gd name="connsiteX52" fmla="*/ 9939767 w 12192000"/>
              <a:gd name="connsiteY52" fmla="*/ 377776 h 1924333"/>
              <a:gd name="connsiteX53" fmla="*/ 9944355 w 12192000"/>
              <a:gd name="connsiteY53" fmla="*/ 377352 h 1924333"/>
              <a:gd name="connsiteX54" fmla="*/ 9953719 w 12192000"/>
              <a:gd name="connsiteY54" fmla="*/ 375642 h 1924333"/>
              <a:gd name="connsiteX55" fmla="*/ 9955809 w 12192000"/>
              <a:gd name="connsiteY55" fmla="*/ 376294 h 1924333"/>
              <a:gd name="connsiteX56" fmla="*/ 10032710 w 12192000"/>
              <a:gd name="connsiteY56" fmla="*/ 394940 h 1924333"/>
              <a:gd name="connsiteX57" fmla="*/ 10049925 w 12192000"/>
              <a:gd name="connsiteY57" fmla="*/ 404971 h 1924333"/>
              <a:gd name="connsiteX58" fmla="*/ 10112671 w 12192000"/>
              <a:gd name="connsiteY58" fmla="*/ 414549 h 1924333"/>
              <a:gd name="connsiteX59" fmla="*/ 10170853 w 12192000"/>
              <a:gd name="connsiteY59" fmla="*/ 435168 h 1924333"/>
              <a:gd name="connsiteX60" fmla="*/ 10290184 w 12192000"/>
              <a:gd name="connsiteY60" fmla="*/ 448123 h 1924333"/>
              <a:gd name="connsiteX61" fmla="*/ 10320158 w 12192000"/>
              <a:gd name="connsiteY61" fmla="*/ 458352 h 1924333"/>
              <a:gd name="connsiteX62" fmla="*/ 10321815 w 12192000"/>
              <a:gd name="connsiteY62" fmla="*/ 463087 h 1924333"/>
              <a:gd name="connsiteX63" fmla="*/ 10373742 w 12192000"/>
              <a:gd name="connsiteY63" fmla="*/ 464538 h 1924333"/>
              <a:gd name="connsiteX64" fmla="*/ 10428532 w 12192000"/>
              <a:gd name="connsiteY64" fmla="*/ 492504 h 1924333"/>
              <a:gd name="connsiteX65" fmla="*/ 10466490 w 12192000"/>
              <a:gd name="connsiteY65" fmla="*/ 517759 h 1924333"/>
              <a:gd name="connsiteX66" fmla="*/ 10466675 w 12192000"/>
              <a:gd name="connsiteY66" fmla="*/ 522076 h 1924333"/>
              <a:gd name="connsiteX67" fmla="*/ 10470309 w 12192000"/>
              <a:gd name="connsiteY67" fmla="*/ 522792 h 1924333"/>
              <a:gd name="connsiteX68" fmla="*/ 10474138 w 12192000"/>
              <a:gd name="connsiteY68" fmla="*/ 519761 h 1924333"/>
              <a:gd name="connsiteX69" fmla="*/ 10501100 w 12192000"/>
              <a:gd name="connsiteY69" fmla="*/ 528263 h 1924333"/>
              <a:gd name="connsiteX70" fmla="*/ 10502395 w 12192000"/>
              <a:gd name="connsiteY70" fmla="*/ 536393 h 1924333"/>
              <a:gd name="connsiteX71" fmla="*/ 10689496 w 12192000"/>
              <a:gd name="connsiteY71" fmla="*/ 560233 h 1924333"/>
              <a:gd name="connsiteX72" fmla="*/ 10788736 w 12192000"/>
              <a:gd name="connsiteY72" fmla="*/ 613188 h 1924333"/>
              <a:gd name="connsiteX73" fmla="*/ 10819747 w 12192000"/>
              <a:gd name="connsiteY73" fmla="*/ 621351 h 1924333"/>
              <a:gd name="connsiteX74" fmla="*/ 10864632 w 12192000"/>
              <a:gd name="connsiteY74" fmla="*/ 644858 h 1924333"/>
              <a:gd name="connsiteX75" fmla="*/ 10929407 w 12192000"/>
              <a:gd name="connsiteY75" fmla="*/ 652945 h 1924333"/>
              <a:gd name="connsiteX76" fmla="*/ 10979412 w 12192000"/>
              <a:gd name="connsiteY76" fmla="*/ 654217 h 1924333"/>
              <a:gd name="connsiteX77" fmla="*/ 11006959 w 12192000"/>
              <a:gd name="connsiteY77" fmla="*/ 657017 h 1924333"/>
              <a:gd name="connsiteX78" fmla="*/ 11077038 w 12192000"/>
              <a:gd name="connsiteY78" fmla="*/ 668487 h 1924333"/>
              <a:gd name="connsiteX79" fmla="*/ 11157850 w 12192000"/>
              <a:gd name="connsiteY79" fmla="*/ 693164 h 1924333"/>
              <a:gd name="connsiteX80" fmla="*/ 11175276 w 12192000"/>
              <a:gd name="connsiteY80" fmla="*/ 697243 h 1924333"/>
              <a:gd name="connsiteX81" fmla="*/ 11191131 w 12192000"/>
              <a:gd name="connsiteY81" fmla="*/ 696085 h 1924333"/>
              <a:gd name="connsiteX82" fmla="*/ 11195573 w 12192000"/>
              <a:gd name="connsiteY82" fmla="*/ 691751 h 1924333"/>
              <a:gd name="connsiteX83" fmla="*/ 11205299 w 12192000"/>
              <a:gd name="connsiteY83" fmla="*/ 693247 h 1924333"/>
              <a:gd name="connsiteX84" fmla="*/ 11223770 w 12192000"/>
              <a:gd name="connsiteY84" fmla="*/ 690335 h 1924333"/>
              <a:gd name="connsiteX85" fmla="*/ 11292119 w 12192000"/>
              <a:gd name="connsiteY85" fmla="*/ 713311 h 1924333"/>
              <a:gd name="connsiteX86" fmla="*/ 11435379 w 12192000"/>
              <a:gd name="connsiteY86" fmla="*/ 758519 h 1924333"/>
              <a:gd name="connsiteX87" fmla="*/ 11604406 w 12192000"/>
              <a:gd name="connsiteY87" fmla="*/ 810476 h 1924333"/>
              <a:gd name="connsiteX88" fmla="*/ 11652155 w 12192000"/>
              <a:gd name="connsiteY88" fmla="*/ 825109 h 1924333"/>
              <a:gd name="connsiteX89" fmla="*/ 11654192 w 12192000"/>
              <a:gd name="connsiteY89" fmla="*/ 827301 h 1924333"/>
              <a:gd name="connsiteX90" fmla="*/ 11676599 w 12192000"/>
              <a:gd name="connsiteY90" fmla="*/ 846628 h 1924333"/>
              <a:gd name="connsiteX91" fmla="*/ 11775168 w 12192000"/>
              <a:gd name="connsiteY91" fmla="*/ 890664 h 1924333"/>
              <a:gd name="connsiteX92" fmla="*/ 11826341 w 12192000"/>
              <a:gd name="connsiteY92" fmla="*/ 877558 h 1924333"/>
              <a:gd name="connsiteX93" fmla="*/ 11879068 w 12192000"/>
              <a:gd name="connsiteY93" fmla="*/ 874038 h 1924333"/>
              <a:gd name="connsiteX94" fmla="*/ 11889563 w 12192000"/>
              <a:gd name="connsiteY94" fmla="*/ 878619 h 1924333"/>
              <a:gd name="connsiteX95" fmla="*/ 12016613 w 12192000"/>
              <a:gd name="connsiteY95" fmla="*/ 886111 h 1924333"/>
              <a:gd name="connsiteX96" fmla="*/ 12108292 w 12192000"/>
              <a:gd name="connsiteY96" fmla="*/ 868500 h 1924333"/>
              <a:gd name="connsiteX97" fmla="*/ 12182910 w 12192000"/>
              <a:gd name="connsiteY97" fmla="*/ 882003 h 1924333"/>
              <a:gd name="connsiteX98" fmla="*/ 12192000 w 12192000"/>
              <a:gd name="connsiteY98" fmla="*/ 884778 h 1924333"/>
              <a:gd name="connsiteX99" fmla="*/ 12192000 w 12192000"/>
              <a:gd name="connsiteY99" fmla="*/ 1610315 h 1924333"/>
              <a:gd name="connsiteX100" fmla="*/ 12191998 w 12192000"/>
              <a:gd name="connsiteY100" fmla="*/ 1610315 h 1924333"/>
              <a:gd name="connsiteX101" fmla="*/ 12191998 w 12192000"/>
              <a:gd name="connsiteY101" fmla="*/ 1924333 h 1924333"/>
              <a:gd name="connsiteX102" fmla="*/ 0 w 12192000"/>
              <a:gd name="connsiteY102" fmla="*/ 1924333 h 1924333"/>
              <a:gd name="connsiteX103" fmla="*/ 0 w 12192000"/>
              <a:gd name="connsiteY103" fmla="*/ 505159 h 1924333"/>
              <a:gd name="connsiteX104" fmla="*/ 5722 w 12192000"/>
              <a:gd name="connsiteY104" fmla="*/ 508889 h 1924333"/>
              <a:gd name="connsiteX105" fmla="*/ 38476 w 12192000"/>
              <a:gd name="connsiteY105" fmla="*/ 524137 h 1924333"/>
              <a:gd name="connsiteX106" fmla="*/ 192883 w 12192000"/>
              <a:gd name="connsiteY106" fmla="*/ 545272 h 1924333"/>
              <a:gd name="connsiteX107" fmla="*/ 343710 w 12192000"/>
              <a:gd name="connsiteY107" fmla="*/ 565029 h 1924333"/>
              <a:gd name="connsiteX108" fmla="*/ 471066 w 12192000"/>
              <a:gd name="connsiteY108" fmla="*/ 549837 h 1924333"/>
              <a:gd name="connsiteX109" fmla="*/ 617333 w 12192000"/>
              <a:gd name="connsiteY109" fmla="*/ 526428 h 1924333"/>
              <a:gd name="connsiteX110" fmla="*/ 725203 w 12192000"/>
              <a:gd name="connsiteY110" fmla="*/ 523793 h 1924333"/>
              <a:gd name="connsiteX111" fmla="*/ 788494 w 12192000"/>
              <a:gd name="connsiteY111" fmla="*/ 505799 h 1924333"/>
              <a:gd name="connsiteX112" fmla="*/ 885977 w 12192000"/>
              <a:gd name="connsiteY112" fmla="*/ 526585 h 1924333"/>
              <a:gd name="connsiteX113" fmla="*/ 932142 w 12192000"/>
              <a:gd name="connsiteY113" fmla="*/ 528005 h 1924333"/>
              <a:gd name="connsiteX114" fmla="*/ 1090404 w 12192000"/>
              <a:gd name="connsiteY114" fmla="*/ 498299 h 1924333"/>
              <a:gd name="connsiteX115" fmla="*/ 1188628 w 12192000"/>
              <a:gd name="connsiteY115" fmla="*/ 483151 h 1924333"/>
              <a:gd name="connsiteX116" fmla="*/ 1316247 w 12192000"/>
              <a:gd name="connsiteY116" fmla="*/ 425979 h 1924333"/>
              <a:gd name="connsiteX117" fmla="*/ 1357712 w 12192000"/>
              <a:gd name="connsiteY117" fmla="*/ 416549 h 1924333"/>
              <a:gd name="connsiteX118" fmla="*/ 1425921 w 12192000"/>
              <a:gd name="connsiteY118" fmla="*/ 413953 h 1924333"/>
              <a:gd name="connsiteX119" fmla="*/ 1503817 w 12192000"/>
              <a:gd name="connsiteY119" fmla="*/ 380457 h 1924333"/>
              <a:gd name="connsiteX120" fmla="*/ 1639196 w 12192000"/>
              <a:gd name="connsiteY120" fmla="*/ 372785 h 1924333"/>
              <a:gd name="connsiteX121" fmla="*/ 1705606 w 12192000"/>
              <a:gd name="connsiteY121" fmla="*/ 359023 h 1924333"/>
              <a:gd name="connsiteX122" fmla="*/ 1813011 w 12192000"/>
              <a:gd name="connsiteY122" fmla="*/ 331023 h 1924333"/>
              <a:gd name="connsiteX123" fmla="*/ 1831380 w 12192000"/>
              <a:gd name="connsiteY123" fmla="*/ 341307 h 1924333"/>
              <a:gd name="connsiteX124" fmla="*/ 1858612 w 12192000"/>
              <a:gd name="connsiteY124" fmla="*/ 326777 h 1924333"/>
              <a:gd name="connsiteX125" fmla="*/ 1880661 w 12192000"/>
              <a:gd name="connsiteY125" fmla="*/ 335987 h 1924333"/>
              <a:gd name="connsiteX126" fmla="*/ 1941495 w 12192000"/>
              <a:gd name="connsiteY126" fmla="*/ 310792 h 1924333"/>
              <a:gd name="connsiteX127" fmla="*/ 1995402 w 12192000"/>
              <a:gd name="connsiteY127" fmla="*/ 305480 h 1924333"/>
              <a:gd name="connsiteX128" fmla="*/ 2223864 w 12192000"/>
              <a:gd name="connsiteY128" fmla="*/ 266118 h 1924333"/>
              <a:gd name="connsiteX129" fmla="*/ 2418043 w 12192000"/>
              <a:gd name="connsiteY129" fmla="*/ 215314 h 1924333"/>
              <a:gd name="connsiteX130" fmla="*/ 2558461 w 12192000"/>
              <a:gd name="connsiteY130" fmla="*/ 168193 h 1924333"/>
              <a:gd name="connsiteX131" fmla="*/ 2595535 w 12192000"/>
              <a:gd name="connsiteY131" fmla="*/ 158548 h 1924333"/>
              <a:gd name="connsiteX132" fmla="*/ 2626942 w 12192000"/>
              <a:gd name="connsiteY132" fmla="*/ 130400 h 1924333"/>
              <a:gd name="connsiteX133" fmla="*/ 2632225 w 12192000"/>
              <a:gd name="connsiteY133" fmla="*/ 130446 h 1924333"/>
              <a:gd name="connsiteX134" fmla="*/ 2696856 w 12192000"/>
              <a:gd name="connsiteY134" fmla="*/ 128498 h 1924333"/>
              <a:gd name="connsiteX135" fmla="*/ 2759767 w 12192000"/>
              <a:gd name="connsiteY135" fmla="*/ 127784 h 1924333"/>
              <a:gd name="connsiteX136" fmla="*/ 2792685 w 12192000"/>
              <a:gd name="connsiteY136" fmla="*/ 115710 h 1924333"/>
              <a:gd name="connsiteX137" fmla="*/ 2799767 w 12192000"/>
              <a:gd name="connsiteY137" fmla="*/ 113754 h 1924333"/>
              <a:gd name="connsiteX138" fmla="*/ 2829799 w 12192000"/>
              <a:gd name="connsiteY138" fmla="*/ 120042 h 1924333"/>
              <a:gd name="connsiteX139" fmla="*/ 2890704 w 12192000"/>
              <a:gd name="connsiteY139" fmla="*/ 121493 h 1924333"/>
              <a:gd name="connsiteX140" fmla="*/ 3042646 w 12192000"/>
              <a:gd name="connsiteY140" fmla="*/ 112273 h 1924333"/>
              <a:gd name="connsiteX141" fmla="*/ 3146630 w 12192000"/>
              <a:gd name="connsiteY141" fmla="*/ 100898 h 1924333"/>
              <a:gd name="connsiteX142" fmla="*/ 3233163 w 12192000"/>
              <a:gd name="connsiteY142" fmla="*/ 120200 h 1924333"/>
              <a:gd name="connsiteX143" fmla="*/ 3372699 w 12192000"/>
              <a:gd name="connsiteY143" fmla="*/ 129394 h 1924333"/>
              <a:gd name="connsiteX144" fmla="*/ 3394352 w 12192000"/>
              <a:gd name="connsiteY144" fmla="*/ 131671 h 1924333"/>
              <a:gd name="connsiteX145" fmla="*/ 3448218 w 12192000"/>
              <a:gd name="connsiteY145" fmla="*/ 118229 h 1924333"/>
              <a:gd name="connsiteX146" fmla="*/ 3505047 w 12192000"/>
              <a:gd name="connsiteY146" fmla="*/ 115412 h 1924333"/>
              <a:gd name="connsiteX147" fmla="*/ 3521767 w 12192000"/>
              <a:gd name="connsiteY147" fmla="*/ 111071 h 1924333"/>
              <a:gd name="connsiteX148" fmla="*/ 3585137 w 12192000"/>
              <a:gd name="connsiteY148" fmla="*/ 114371 h 1924333"/>
              <a:gd name="connsiteX149" fmla="*/ 3690293 w 12192000"/>
              <a:gd name="connsiteY149" fmla="*/ 98301 h 1924333"/>
              <a:gd name="connsiteX150" fmla="*/ 3867818 w 12192000"/>
              <a:gd name="connsiteY150" fmla="*/ 88985 h 1924333"/>
              <a:gd name="connsiteX151" fmla="*/ 4091337 w 12192000"/>
              <a:gd name="connsiteY151" fmla="*/ 70813 h 1924333"/>
              <a:gd name="connsiteX152" fmla="*/ 4246332 w 12192000"/>
              <a:gd name="connsiteY152" fmla="*/ 41697 h 1924333"/>
              <a:gd name="connsiteX153" fmla="*/ 4266975 w 12192000"/>
              <a:gd name="connsiteY153" fmla="*/ 46592 h 1924333"/>
              <a:gd name="connsiteX154" fmla="*/ 4270566 w 12192000"/>
              <a:gd name="connsiteY154" fmla="*/ 47620 h 1924333"/>
              <a:gd name="connsiteX155" fmla="*/ 4288964 w 12192000"/>
              <a:gd name="connsiteY155" fmla="*/ 52766 h 1924333"/>
              <a:gd name="connsiteX156" fmla="*/ 4365137 w 12192000"/>
              <a:gd name="connsiteY156" fmla="*/ 51783 h 1924333"/>
              <a:gd name="connsiteX157" fmla="*/ 4430546 w 12192000"/>
              <a:gd name="connsiteY157" fmla="*/ 44555 h 1924333"/>
              <a:gd name="connsiteX158" fmla="*/ 4444136 w 12192000"/>
              <a:gd name="connsiteY158" fmla="*/ 39567 h 1924333"/>
              <a:gd name="connsiteX159" fmla="*/ 4534039 w 12192000"/>
              <a:gd name="connsiteY159" fmla="*/ 31604 h 1924333"/>
              <a:gd name="connsiteX160" fmla="*/ 4560448 w 12192000"/>
              <a:gd name="connsiteY160" fmla="*/ 25231 h 1924333"/>
              <a:gd name="connsiteX161" fmla="*/ 4568006 w 12192000"/>
              <a:gd name="connsiteY161" fmla="*/ 25970 h 1924333"/>
              <a:gd name="connsiteX162" fmla="*/ 4595497 w 12192000"/>
              <a:gd name="connsiteY162" fmla="*/ 22958 h 1924333"/>
              <a:gd name="connsiteX163" fmla="*/ 4608623 w 12192000"/>
              <a:gd name="connsiteY163" fmla="*/ 18108 h 1924333"/>
              <a:gd name="connsiteX164" fmla="*/ 4623942 w 12192000"/>
              <a:gd name="connsiteY164" fmla="*/ 22251 h 1924333"/>
              <a:gd name="connsiteX165" fmla="*/ 4664336 w 12192000"/>
              <a:gd name="connsiteY165" fmla="*/ 23306 h 1924333"/>
              <a:gd name="connsiteX166" fmla="*/ 4677385 w 12192000"/>
              <a:gd name="connsiteY166" fmla="*/ 18246 h 1924333"/>
              <a:gd name="connsiteX167" fmla="*/ 4698143 w 12192000"/>
              <a:gd name="connsiteY167" fmla="*/ 18036 h 1924333"/>
              <a:gd name="connsiteX168" fmla="*/ 4750609 w 12192000"/>
              <a:gd name="connsiteY168" fmla="*/ 23611 h 1924333"/>
              <a:gd name="connsiteX169" fmla="*/ 4784658 w 12192000"/>
              <a:gd name="connsiteY169" fmla="*/ 25057 h 1924333"/>
              <a:gd name="connsiteX170" fmla="*/ 4847558 w 12192000"/>
              <a:gd name="connsiteY170" fmla="*/ 38726 h 1924333"/>
              <a:gd name="connsiteX171" fmla="*/ 4909134 w 12192000"/>
              <a:gd name="connsiteY171" fmla="*/ 50659 h 1924333"/>
              <a:gd name="connsiteX172" fmla="*/ 5099219 w 12192000"/>
              <a:gd name="connsiteY172" fmla="*/ 55050 h 1924333"/>
              <a:gd name="connsiteX173" fmla="*/ 5184992 w 12192000"/>
              <a:gd name="connsiteY173" fmla="*/ 67596 h 1924333"/>
              <a:gd name="connsiteX174" fmla="*/ 5229637 w 12192000"/>
              <a:gd name="connsiteY174" fmla="*/ 67789 h 1924333"/>
              <a:gd name="connsiteX175" fmla="*/ 5389346 w 12192000"/>
              <a:gd name="connsiteY175" fmla="*/ 80211 h 1924333"/>
              <a:gd name="connsiteX176" fmla="*/ 5494414 w 12192000"/>
              <a:gd name="connsiteY176" fmla="*/ 75926 h 1924333"/>
              <a:gd name="connsiteX177" fmla="*/ 5528443 w 12192000"/>
              <a:gd name="connsiteY177" fmla="*/ 77206 h 1924333"/>
              <a:gd name="connsiteX178" fmla="*/ 5684939 w 12192000"/>
              <a:gd name="connsiteY178" fmla="*/ 50269 h 1924333"/>
              <a:gd name="connsiteX179" fmla="*/ 5765146 w 12192000"/>
              <a:gd name="connsiteY179" fmla="*/ 50414 h 1924333"/>
              <a:gd name="connsiteX180" fmla="*/ 5848655 w 12192000"/>
              <a:gd name="connsiteY180" fmla="*/ 35257 h 1924333"/>
              <a:gd name="connsiteX181" fmla="*/ 5930656 w 12192000"/>
              <a:gd name="connsiteY181" fmla="*/ 30131 h 1924333"/>
              <a:gd name="connsiteX182" fmla="*/ 6124150 w 12192000"/>
              <a:gd name="connsiteY182" fmla="*/ 31679 h 1924333"/>
              <a:gd name="connsiteX183" fmla="*/ 6189199 w 12192000"/>
              <a:gd name="connsiteY183" fmla="*/ 588 h 192433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</a:cxnLst>
            <a:rect l="l" t="t" r="r" b="b"/>
            <a:pathLst>
              <a:path w="12192000" h="1924333">
                <a:moveTo>
                  <a:pt x="6189199" y="588"/>
                </a:moveTo>
                <a:cubicBezTo>
                  <a:pt x="6196356" y="-574"/>
                  <a:pt x="6202609" y="-108"/>
                  <a:pt x="6207079" y="2850"/>
                </a:cubicBezTo>
                <a:cubicBezTo>
                  <a:pt x="6222026" y="2749"/>
                  <a:pt x="6273489" y="3767"/>
                  <a:pt x="6285610" y="18131"/>
                </a:cubicBezTo>
                <a:cubicBezTo>
                  <a:pt x="6307255" y="18685"/>
                  <a:pt x="6357141" y="23793"/>
                  <a:pt x="6378008" y="24625"/>
                </a:cubicBezTo>
                <a:cubicBezTo>
                  <a:pt x="6409946" y="30645"/>
                  <a:pt x="6438307" y="10375"/>
                  <a:pt x="6466340" y="21366"/>
                </a:cubicBezTo>
                <a:cubicBezTo>
                  <a:pt x="6488276" y="31229"/>
                  <a:pt x="6529854" y="28110"/>
                  <a:pt x="6553334" y="35307"/>
                </a:cubicBezTo>
                <a:cubicBezTo>
                  <a:pt x="6561737" y="48059"/>
                  <a:pt x="6609188" y="62087"/>
                  <a:pt x="6626068" y="58045"/>
                </a:cubicBezTo>
                <a:cubicBezTo>
                  <a:pt x="6660952" y="66570"/>
                  <a:pt x="6666277" y="84716"/>
                  <a:pt x="6692303" y="91487"/>
                </a:cubicBezTo>
                <a:lnTo>
                  <a:pt x="6733670" y="118130"/>
                </a:lnTo>
                <a:lnTo>
                  <a:pt x="6798016" y="112271"/>
                </a:lnTo>
                <a:lnTo>
                  <a:pt x="6801081" y="114963"/>
                </a:lnTo>
                <a:cubicBezTo>
                  <a:pt x="6806919" y="120140"/>
                  <a:pt x="6812832" y="125016"/>
                  <a:pt x="6819351" y="128825"/>
                </a:cubicBezTo>
                <a:cubicBezTo>
                  <a:pt x="6825742" y="109997"/>
                  <a:pt x="6840132" y="116541"/>
                  <a:pt x="6852732" y="123321"/>
                </a:cubicBezTo>
                <a:lnTo>
                  <a:pt x="6865247" y="128836"/>
                </a:lnTo>
                <a:lnTo>
                  <a:pt x="6905517" y="129265"/>
                </a:lnTo>
                <a:cubicBezTo>
                  <a:pt x="6934052" y="140042"/>
                  <a:pt x="6939773" y="141556"/>
                  <a:pt x="6950286" y="150104"/>
                </a:cubicBezTo>
                <a:lnTo>
                  <a:pt x="7003442" y="136136"/>
                </a:lnTo>
                <a:lnTo>
                  <a:pt x="7160047" y="166721"/>
                </a:lnTo>
                <a:cubicBezTo>
                  <a:pt x="7207281" y="179911"/>
                  <a:pt x="7280644" y="210197"/>
                  <a:pt x="7325604" y="215867"/>
                </a:cubicBezTo>
                <a:cubicBezTo>
                  <a:pt x="7460113" y="233904"/>
                  <a:pt x="7393081" y="242880"/>
                  <a:pt x="7540522" y="239374"/>
                </a:cubicBezTo>
                <a:cubicBezTo>
                  <a:pt x="7545714" y="234872"/>
                  <a:pt x="7605972" y="231727"/>
                  <a:pt x="7612071" y="229553"/>
                </a:cubicBezTo>
                <a:lnTo>
                  <a:pt x="7651995" y="244567"/>
                </a:lnTo>
                <a:lnTo>
                  <a:pt x="7725761" y="258638"/>
                </a:lnTo>
                <a:lnTo>
                  <a:pt x="7823038" y="287078"/>
                </a:lnTo>
                <a:cubicBezTo>
                  <a:pt x="7837080" y="286482"/>
                  <a:pt x="7851647" y="286498"/>
                  <a:pt x="7866405" y="287288"/>
                </a:cubicBezTo>
                <a:lnTo>
                  <a:pt x="7875021" y="288224"/>
                </a:lnTo>
                <a:cubicBezTo>
                  <a:pt x="7875062" y="288354"/>
                  <a:pt x="7875105" y="288483"/>
                  <a:pt x="7875146" y="288614"/>
                </a:cubicBezTo>
                <a:cubicBezTo>
                  <a:pt x="7880550" y="289202"/>
                  <a:pt x="7901153" y="290716"/>
                  <a:pt x="7907443" y="291752"/>
                </a:cubicBezTo>
                <a:lnTo>
                  <a:pt x="7912892" y="294833"/>
                </a:lnTo>
                <a:lnTo>
                  <a:pt x="7946345" y="319359"/>
                </a:lnTo>
                <a:cubicBezTo>
                  <a:pt x="7958657" y="312776"/>
                  <a:pt x="7996513" y="309749"/>
                  <a:pt x="8021238" y="315159"/>
                </a:cubicBezTo>
                <a:cubicBezTo>
                  <a:pt x="8045964" y="320570"/>
                  <a:pt x="8058169" y="340462"/>
                  <a:pt x="8094697" y="351819"/>
                </a:cubicBezTo>
                <a:cubicBezTo>
                  <a:pt x="8129587" y="361154"/>
                  <a:pt x="8116181" y="360544"/>
                  <a:pt x="8155208" y="371168"/>
                </a:cubicBezTo>
                <a:cubicBezTo>
                  <a:pt x="8196217" y="383300"/>
                  <a:pt x="8205468" y="391801"/>
                  <a:pt x="8248472" y="400489"/>
                </a:cubicBezTo>
                <a:cubicBezTo>
                  <a:pt x="8283932" y="419791"/>
                  <a:pt x="8278617" y="392031"/>
                  <a:pt x="8300068" y="405531"/>
                </a:cubicBezTo>
                <a:lnTo>
                  <a:pt x="8356293" y="403328"/>
                </a:lnTo>
                <a:cubicBezTo>
                  <a:pt x="8377247" y="404463"/>
                  <a:pt x="8438442" y="433194"/>
                  <a:pt x="8475838" y="435524"/>
                </a:cubicBezTo>
                <a:cubicBezTo>
                  <a:pt x="8510241" y="438037"/>
                  <a:pt x="8545511" y="449840"/>
                  <a:pt x="8575216" y="450198"/>
                </a:cubicBezTo>
                <a:lnTo>
                  <a:pt x="8588650" y="447070"/>
                </a:lnTo>
                <a:lnTo>
                  <a:pt x="8612184" y="439577"/>
                </a:lnTo>
                <a:lnTo>
                  <a:pt x="8630713" y="433015"/>
                </a:lnTo>
                <a:cubicBezTo>
                  <a:pt x="8635870" y="429519"/>
                  <a:pt x="8700685" y="428411"/>
                  <a:pt x="8704240" y="422865"/>
                </a:cubicBezTo>
                <a:cubicBezTo>
                  <a:pt x="8761777" y="429549"/>
                  <a:pt x="8768302" y="427178"/>
                  <a:pt x="8829513" y="429389"/>
                </a:cubicBezTo>
                <a:cubicBezTo>
                  <a:pt x="8922895" y="444672"/>
                  <a:pt x="8924579" y="401507"/>
                  <a:pt x="9083651" y="390744"/>
                </a:cubicBezTo>
                <a:cubicBezTo>
                  <a:pt x="9138403" y="388032"/>
                  <a:pt x="9315003" y="378647"/>
                  <a:pt x="9371402" y="371809"/>
                </a:cubicBezTo>
                <a:cubicBezTo>
                  <a:pt x="9358632" y="337502"/>
                  <a:pt x="9402842" y="379364"/>
                  <a:pt x="9429586" y="369213"/>
                </a:cubicBezTo>
                <a:cubicBezTo>
                  <a:pt x="9449312" y="370213"/>
                  <a:pt x="9473938" y="373270"/>
                  <a:pt x="9489757" y="377814"/>
                </a:cubicBezTo>
                <a:cubicBezTo>
                  <a:pt x="9498164" y="379256"/>
                  <a:pt x="9507139" y="379272"/>
                  <a:pt x="9516954" y="376991"/>
                </a:cubicBezTo>
                <a:cubicBezTo>
                  <a:pt x="9548430" y="354766"/>
                  <a:pt x="9591874" y="370315"/>
                  <a:pt x="9645588" y="363590"/>
                </a:cubicBezTo>
                <a:cubicBezTo>
                  <a:pt x="9660487" y="368814"/>
                  <a:pt x="9710817" y="350550"/>
                  <a:pt x="9722896" y="360983"/>
                </a:cubicBezTo>
                <a:cubicBezTo>
                  <a:pt x="9733918" y="362239"/>
                  <a:pt x="9745201" y="356679"/>
                  <a:pt x="9752803" y="368492"/>
                </a:cubicBezTo>
                <a:cubicBezTo>
                  <a:pt x="9793268" y="374490"/>
                  <a:pt x="9843313" y="380978"/>
                  <a:pt x="9890305" y="380736"/>
                </a:cubicBezTo>
                <a:cubicBezTo>
                  <a:pt x="9912701" y="380083"/>
                  <a:pt x="9926523" y="379037"/>
                  <a:pt x="9939767" y="377776"/>
                </a:cubicBezTo>
                <a:lnTo>
                  <a:pt x="9944355" y="377352"/>
                </a:lnTo>
                <a:lnTo>
                  <a:pt x="9953719" y="375642"/>
                </a:lnTo>
                <a:lnTo>
                  <a:pt x="9955809" y="376294"/>
                </a:lnTo>
                <a:lnTo>
                  <a:pt x="10032710" y="394940"/>
                </a:lnTo>
                <a:lnTo>
                  <a:pt x="10049925" y="404971"/>
                </a:lnTo>
                <a:lnTo>
                  <a:pt x="10112671" y="414549"/>
                </a:lnTo>
                <a:cubicBezTo>
                  <a:pt x="10169643" y="412125"/>
                  <a:pt x="10132220" y="425358"/>
                  <a:pt x="10170853" y="435168"/>
                </a:cubicBezTo>
                <a:cubicBezTo>
                  <a:pt x="10206088" y="442020"/>
                  <a:pt x="10240809" y="454081"/>
                  <a:pt x="10290184" y="448123"/>
                </a:cubicBezTo>
                <a:cubicBezTo>
                  <a:pt x="10301813" y="444919"/>
                  <a:pt x="10315233" y="449499"/>
                  <a:pt x="10320158" y="458352"/>
                </a:cubicBezTo>
                <a:cubicBezTo>
                  <a:pt x="10321006" y="459876"/>
                  <a:pt x="10321565" y="461470"/>
                  <a:pt x="10321815" y="463087"/>
                </a:cubicBezTo>
                <a:cubicBezTo>
                  <a:pt x="10354058" y="457158"/>
                  <a:pt x="10355176" y="470634"/>
                  <a:pt x="10373742" y="464538"/>
                </a:cubicBezTo>
                <a:cubicBezTo>
                  <a:pt x="10403060" y="475292"/>
                  <a:pt x="10411841" y="497597"/>
                  <a:pt x="10428532" y="492504"/>
                </a:cubicBezTo>
                <a:cubicBezTo>
                  <a:pt x="10440561" y="500742"/>
                  <a:pt x="10446267" y="521930"/>
                  <a:pt x="10466490" y="517759"/>
                </a:cubicBezTo>
                <a:cubicBezTo>
                  <a:pt x="10464622" y="519986"/>
                  <a:pt x="10465013" y="521261"/>
                  <a:pt x="10466675" y="522076"/>
                </a:cubicBezTo>
                <a:lnTo>
                  <a:pt x="10470309" y="522792"/>
                </a:lnTo>
                <a:lnTo>
                  <a:pt x="10474138" y="519761"/>
                </a:lnTo>
                <a:cubicBezTo>
                  <a:pt x="10488888" y="509612"/>
                  <a:pt x="10484914" y="524734"/>
                  <a:pt x="10501100" y="528263"/>
                </a:cubicBezTo>
                <a:cubicBezTo>
                  <a:pt x="10508412" y="530705"/>
                  <a:pt x="10505426" y="533743"/>
                  <a:pt x="10502395" y="536393"/>
                </a:cubicBezTo>
                <a:lnTo>
                  <a:pt x="10689496" y="560233"/>
                </a:lnTo>
                <a:cubicBezTo>
                  <a:pt x="10721441" y="573640"/>
                  <a:pt x="10757547" y="582937"/>
                  <a:pt x="10788736" y="613188"/>
                </a:cubicBezTo>
                <a:cubicBezTo>
                  <a:pt x="10794510" y="621641"/>
                  <a:pt x="10807098" y="616073"/>
                  <a:pt x="10819747" y="621351"/>
                </a:cubicBezTo>
                <a:cubicBezTo>
                  <a:pt x="10832398" y="626630"/>
                  <a:pt x="10846356" y="639592"/>
                  <a:pt x="10864632" y="644858"/>
                </a:cubicBezTo>
                <a:cubicBezTo>
                  <a:pt x="10895617" y="652290"/>
                  <a:pt x="10921550" y="640451"/>
                  <a:pt x="10929407" y="652945"/>
                </a:cubicBezTo>
                <a:cubicBezTo>
                  <a:pt x="10945460" y="653176"/>
                  <a:pt x="10968148" y="640553"/>
                  <a:pt x="10979412" y="654217"/>
                </a:cubicBezTo>
                <a:cubicBezTo>
                  <a:pt x="10981679" y="643737"/>
                  <a:pt x="10997287" y="663414"/>
                  <a:pt x="11006959" y="657017"/>
                </a:cubicBezTo>
                <a:cubicBezTo>
                  <a:pt x="11023230" y="659396"/>
                  <a:pt x="11051890" y="662462"/>
                  <a:pt x="11077038" y="668487"/>
                </a:cubicBezTo>
                <a:cubicBezTo>
                  <a:pt x="11097000" y="690299"/>
                  <a:pt x="11141286" y="676399"/>
                  <a:pt x="11157850" y="693164"/>
                </a:cubicBezTo>
                <a:cubicBezTo>
                  <a:pt x="11163800" y="695757"/>
                  <a:pt x="11169599" y="696942"/>
                  <a:pt x="11175276" y="697243"/>
                </a:cubicBezTo>
                <a:lnTo>
                  <a:pt x="11191131" y="696085"/>
                </a:lnTo>
                <a:lnTo>
                  <a:pt x="11195573" y="691751"/>
                </a:lnTo>
                <a:lnTo>
                  <a:pt x="11205299" y="693247"/>
                </a:lnTo>
                <a:lnTo>
                  <a:pt x="11223770" y="690335"/>
                </a:lnTo>
                <a:cubicBezTo>
                  <a:pt x="11237778" y="693777"/>
                  <a:pt x="11256852" y="701947"/>
                  <a:pt x="11292119" y="713311"/>
                </a:cubicBezTo>
                <a:cubicBezTo>
                  <a:pt x="11334878" y="733451"/>
                  <a:pt x="11401662" y="729175"/>
                  <a:pt x="11435379" y="758519"/>
                </a:cubicBezTo>
                <a:lnTo>
                  <a:pt x="11604406" y="810476"/>
                </a:lnTo>
                <a:lnTo>
                  <a:pt x="11652155" y="825109"/>
                </a:lnTo>
                <a:lnTo>
                  <a:pt x="11654192" y="827301"/>
                </a:lnTo>
                <a:cubicBezTo>
                  <a:pt x="11661650" y="834729"/>
                  <a:pt x="11669215" y="841480"/>
                  <a:pt x="11676599" y="846628"/>
                </a:cubicBezTo>
                <a:cubicBezTo>
                  <a:pt x="11688258" y="861760"/>
                  <a:pt x="11752266" y="896888"/>
                  <a:pt x="11775168" y="890664"/>
                </a:cubicBezTo>
                <a:cubicBezTo>
                  <a:pt x="11790977" y="883819"/>
                  <a:pt x="11808364" y="879901"/>
                  <a:pt x="11826341" y="877558"/>
                </a:cubicBezTo>
                <a:lnTo>
                  <a:pt x="11879068" y="874038"/>
                </a:lnTo>
                <a:lnTo>
                  <a:pt x="11889563" y="878619"/>
                </a:lnTo>
                <a:lnTo>
                  <a:pt x="12016613" y="886111"/>
                </a:lnTo>
                <a:lnTo>
                  <a:pt x="12108292" y="868500"/>
                </a:lnTo>
                <a:cubicBezTo>
                  <a:pt x="12129725" y="867311"/>
                  <a:pt x="12157891" y="874537"/>
                  <a:pt x="12182910" y="882003"/>
                </a:cubicBezTo>
                <a:lnTo>
                  <a:pt x="12192000" y="884778"/>
                </a:lnTo>
                <a:lnTo>
                  <a:pt x="12192000" y="1610315"/>
                </a:lnTo>
                <a:lnTo>
                  <a:pt x="12191998" y="1610315"/>
                </a:lnTo>
                <a:lnTo>
                  <a:pt x="12191998" y="1924333"/>
                </a:lnTo>
                <a:lnTo>
                  <a:pt x="0" y="1924333"/>
                </a:lnTo>
                <a:lnTo>
                  <a:pt x="0" y="505159"/>
                </a:lnTo>
                <a:lnTo>
                  <a:pt x="5722" y="508889"/>
                </a:lnTo>
                <a:cubicBezTo>
                  <a:pt x="21614" y="518548"/>
                  <a:pt x="33814" y="524781"/>
                  <a:pt x="38476" y="524137"/>
                </a:cubicBezTo>
                <a:cubicBezTo>
                  <a:pt x="99229" y="544180"/>
                  <a:pt x="142010" y="538457"/>
                  <a:pt x="192883" y="545272"/>
                </a:cubicBezTo>
                <a:cubicBezTo>
                  <a:pt x="277629" y="525210"/>
                  <a:pt x="293434" y="558443"/>
                  <a:pt x="343710" y="565029"/>
                </a:cubicBezTo>
                <a:cubicBezTo>
                  <a:pt x="383094" y="555729"/>
                  <a:pt x="425462" y="556271"/>
                  <a:pt x="471066" y="549837"/>
                </a:cubicBezTo>
                <a:cubicBezTo>
                  <a:pt x="513583" y="544428"/>
                  <a:pt x="569194" y="531004"/>
                  <a:pt x="617333" y="526428"/>
                </a:cubicBezTo>
                <a:cubicBezTo>
                  <a:pt x="660031" y="520760"/>
                  <a:pt x="696675" y="523882"/>
                  <a:pt x="725203" y="523793"/>
                </a:cubicBezTo>
                <a:cubicBezTo>
                  <a:pt x="736650" y="521695"/>
                  <a:pt x="780513" y="502146"/>
                  <a:pt x="788494" y="505799"/>
                </a:cubicBezTo>
                <a:lnTo>
                  <a:pt x="885977" y="526585"/>
                </a:lnTo>
                <a:cubicBezTo>
                  <a:pt x="906140" y="522837"/>
                  <a:pt x="917203" y="532232"/>
                  <a:pt x="932142" y="528005"/>
                </a:cubicBezTo>
                <a:cubicBezTo>
                  <a:pt x="963701" y="524128"/>
                  <a:pt x="1061555" y="499582"/>
                  <a:pt x="1090404" y="498299"/>
                </a:cubicBezTo>
                <a:cubicBezTo>
                  <a:pt x="1132840" y="494057"/>
                  <a:pt x="1148476" y="496041"/>
                  <a:pt x="1188628" y="483151"/>
                </a:cubicBezTo>
                <a:cubicBezTo>
                  <a:pt x="1230397" y="468408"/>
                  <a:pt x="1278711" y="457638"/>
                  <a:pt x="1316247" y="425979"/>
                </a:cubicBezTo>
                <a:cubicBezTo>
                  <a:pt x="1322662" y="417251"/>
                  <a:pt x="1339433" y="418553"/>
                  <a:pt x="1357712" y="416549"/>
                </a:cubicBezTo>
                <a:cubicBezTo>
                  <a:pt x="1375991" y="414544"/>
                  <a:pt x="1423507" y="412949"/>
                  <a:pt x="1425921" y="413953"/>
                </a:cubicBezTo>
                <a:cubicBezTo>
                  <a:pt x="1450272" y="407937"/>
                  <a:pt x="1458223" y="388156"/>
                  <a:pt x="1503817" y="380457"/>
                </a:cubicBezTo>
                <a:cubicBezTo>
                  <a:pt x="1541095" y="377398"/>
                  <a:pt x="1605565" y="376357"/>
                  <a:pt x="1639196" y="372785"/>
                </a:cubicBezTo>
                <a:cubicBezTo>
                  <a:pt x="1653280" y="376736"/>
                  <a:pt x="1695289" y="365766"/>
                  <a:pt x="1705606" y="359023"/>
                </a:cubicBezTo>
                <a:cubicBezTo>
                  <a:pt x="1729169" y="336295"/>
                  <a:pt x="1793207" y="348537"/>
                  <a:pt x="1813011" y="331023"/>
                </a:cubicBezTo>
                <a:cubicBezTo>
                  <a:pt x="1820772" y="328179"/>
                  <a:pt x="1823566" y="341833"/>
                  <a:pt x="1831380" y="341307"/>
                </a:cubicBezTo>
                <a:lnTo>
                  <a:pt x="1858612" y="326777"/>
                </a:lnTo>
                <a:lnTo>
                  <a:pt x="1880661" y="335987"/>
                </a:lnTo>
                <a:lnTo>
                  <a:pt x="1941495" y="310792"/>
                </a:lnTo>
                <a:cubicBezTo>
                  <a:pt x="1978970" y="307223"/>
                  <a:pt x="1947391" y="291714"/>
                  <a:pt x="1995402" y="305480"/>
                </a:cubicBezTo>
                <a:cubicBezTo>
                  <a:pt x="2042464" y="298034"/>
                  <a:pt x="2153424" y="281146"/>
                  <a:pt x="2223864" y="266118"/>
                </a:cubicBezTo>
                <a:cubicBezTo>
                  <a:pt x="2261296" y="256300"/>
                  <a:pt x="2360518" y="238323"/>
                  <a:pt x="2418043" y="215314"/>
                </a:cubicBezTo>
                <a:cubicBezTo>
                  <a:pt x="2472088" y="206823"/>
                  <a:pt x="2499422" y="162612"/>
                  <a:pt x="2558461" y="168193"/>
                </a:cubicBezTo>
                <a:cubicBezTo>
                  <a:pt x="2559660" y="164506"/>
                  <a:pt x="2592244" y="161337"/>
                  <a:pt x="2595535" y="158548"/>
                </a:cubicBezTo>
                <a:lnTo>
                  <a:pt x="2626942" y="130400"/>
                </a:lnTo>
                <a:lnTo>
                  <a:pt x="2632225" y="130446"/>
                </a:lnTo>
                <a:lnTo>
                  <a:pt x="2696856" y="128498"/>
                </a:lnTo>
                <a:lnTo>
                  <a:pt x="2759767" y="127784"/>
                </a:lnTo>
                <a:cubicBezTo>
                  <a:pt x="2770024" y="123546"/>
                  <a:pt x="2781047" y="119463"/>
                  <a:pt x="2792685" y="115710"/>
                </a:cubicBezTo>
                <a:lnTo>
                  <a:pt x="2799767" y="113754"/>
                </a:lnTo>
                <a:lnTo>
                  <a:pt x="2829799" y="120042"/>
                </a:lnTo>
                <a:lnTo>
                  <a:pt x="2890704" y="121493"/>
                </a:lnTo>
                <a:cubicBezTo>
                  <a:pt x="2935390" y="121035"/>
                  <a:pt x="2990780" y="113193"/>
                  <a:pt x="3042646" y="112273"/>
                </a:cubicBezTo>
                <a:cubicBezTo>
                  <a:pt x="3077119" y="111474"/>
                  <a:pt x="3124089" y="100414"/>
                  <a:pt x="3146630" y="100898"/>
                </a:cubicBezTo>
                <a:cubicBezTo>
                  <a:pt x="3169381" y="117699"/>
                  <a:pt x="3224695" y="125864"/>
                  <a:pt x="3233163" y="120200"/>
                </a:cubicBezTo>
                <a:lnTo>
                  <a:pt x="3372699" y="129394"/>
                </a:lnTo>
                <a:cubicBezTo>
                  <a:pt x="3389020" y="126586"/>
                  <a:pt x="3397563" y="116804"/>
                  <a:pt x="3394352" y="131671"/>
                </a:cubicBezTo>
                <a:cubicBezTo>
                  <a:pt x="3406102" y="131485"/>
                  <a:pt x="3429770" y="120938"/>
                  <a:pt x="3448218" y="118229"/>
                </a:cubicBezTo>
                <a:lnTo>
                  <a:pt x="3505047" y="115412"/>
                </a:lnTo>
                <a:lnTo>
                  <a:pt x="3521767" y="111071"/>
                </a:lnTo>
                <a:cubicBezTo>
                  <a:pt x="3526335" y="108877"/>
                  <a:pt x="3582156" y="117732"/>
                  <a:pt x="3585137" y="114371"/>
                </a:cubicBezTo>
                <a:cubicBezTo>
                  <a:pt x="3638265" y="102098"/>
                  <a:pt x="3633789" y="98565"/>
                  <a:pt x="3690293" y="98301"/>
                </a:cubicBezTo>
                <a:cubicBezTo>
                  <a:pt x="3782197" y="112746"/>
                  <a:pt x="3826738" y="92943"/>
                  <a:pt x="3867818" y="88985"/>
                </a:cubicBezTo>
                <a:cubicBezTo>
                  <a:pt x="3943777" y="81477"/>
                  <a:pt x="3990501" y="75194"/>
                  <a:pt x="4091337" y="70813"/>
                </a:cubicBezTo>
                <a:cubicBezTo>
                  <a:pt x="4154422" y="62932"/>
                  <a:pt x="4217060" y="45734"/>
                  <a:pt x="4246332" y="41697"/>
                </a:cubicBezTo>
                <a:cubicBezTo>
                  <a:pt x="4253308" y="42804"/>
                  <a:pt x="4260125" y="44606"/>
                  <a:pt x="4266975" y="46592"/>
                </a:cubicBezTo>
                <a:lnTo>
                  <a:pt x="4270566" y="47620"/>
                </a:lnTo>
                <a:lnTo>
                  <a:pt x="4288964" y="52766"/>
                </a:lnTo>
                <a:lnTo>
                  <a:pt x="4365137" y="51783"/>
                </a:lnTo>
                <a:lnTo>
                  <a:pt x="4430546" y="44555"/>
                </a:lnTo>
                <a:lnTo>
                  <a:pt x="4444136" y="39567"/>
                </a:lnTo>
                <a:lnTo>
                  <a:pt x="4534039" y="31604"/>
                </a:lnTo>
                <a:lnTo>
                  <a:pt x="4560448" y="25231"/>
                </a:lnTo>
                <a:lnTo>
                  <a:pt x="4568006" y="25970"/>
                </a:lnTo>
                <a:cubicBezTo>
                  <a:pt x="4580278" y="23866"/>
                  <a:pt x="4594878" y="14904"/>
                  <a:pt x="4595497" y="22958"/>
                </a:cubicBezTo>
                <a:lnTo>
                  <a:pt x="4608623" y="18108"/>
                </a:lnTo>
                <a:lnTo>
                  <a:pt x="4623942" y="22251"/>
                </a:lnTo>
                <a:cubicBezTo>
                  <a:pt x="4633227" y="23117"/>
                  <a:pt x="4655429" y="23973"/>
                  <a:pt x="4664336" y="23306"/>
                </a:cubicBezTo>
                <a:lnTo>
                  <a:pt x="4677385" y="18246"/>
                </a:lnTo>
                <a:lnTo>
                  <a:pt x="4698143" y="18036"/>
                </a:lnTo>
                <a:cubicBezTo>
                  <a:pt x="4710347" y="18931"/>
                  <a:pt x="4736189" y="22441"/>
                  <a:pt x="4750609" y="23611"/>
                </a:cubicBezTo>
                <a:cubicBezTo>
                  <a:pt x="4764270" y="27424"/>
                  <a:pt x="4774858" y="29782"/>
                  <a:pt x="4784658" y="25057"/>
                </a:cubicBezTo>
                <a:cubicBezTo>
                  <a:pt x="4804708" y="29613"/>
                  <a:pt x="4822811" y="48263"/>
                  <a:pt x="4847558" y="38726"/>
                </a:cubicBezTo>
                <a:cubicBezTo>
                  <a:pt x="4868304" y="42993"/>
                  <a:pt x="4867190" y="47939"/>
                  <a:pt x="4909134" y="50659"/>
                </a:cubicBezTo>
                <a:cubicBezTo>
                  <a:pt x="4945026" y="52455"/>
                  <a:pt x="5063406" y="54096"/>
                  <a:pt x="5099219" y="55050"/>
                </a:cubicBezTo>
                <a:cubicBezTo>
                  <a:pt x="5145195" y="57873"/>
                  <a:pt x="5163254" y="65473"/>
                  <a:pt x="5184992" y="67596"/>
                </a:cubicBezTo>
                <a:cubicBezTo>
                  <a:pt x="5206728" y="69720"/>
                  <a:pt x="5195578" y="65687"/>
                  <a:pt x="5229637" y="67789"/>
                </a:cubicBezTo>
                <a:cubicBezTo>
                  <a:pt x="5263695" y="69892"/>
                  <a:pt x="5345217" y="78854"/>
                  <a:pt x="5389346" y="80211"/>
                </a:cubicBezTo>
                <a:cubicBezTo>
                  <a:pt x="5425889" y="83191"/>
                  <a:pt x="5461943" y="84751"/>
                  <a:pt x="5494414" y="75926"/>
                </a:cubicBezTo>
                <a:lnTo>
                  <a:pt x="5528443" y="77206"/>
                </a:lnTo>
                <a:cubicBezTo>
                  <a:pt x="5582723" y="71370"/>
                  <a:pt x="5638917" y="68385"/>
                  <a:pt x="5684939" y="50269"/>
                </a:cubicBezTo>
                <a:cubicBezTo>
                  <a:pt x="5724389" y="45804"/>
                  <a:pt x="5737860" y="52916"/>
                  <a:pt x="5765146" y="50414"/>
                </a:cubicBezTo>
                <a:cubicBezTo>
                  <a:pt x="5792695" y="43060"/>
                  <a:pt x="5827352" y="38097"/>
                  <a:pt x="5848655" y="35257"/>
                </a:cubicBezTo>
                <a:lnTo>
                  <a:pt x="5930656" y="30131"/>
                </a:lnTo>
                <a:lnTo>
                  <a:pt x="6124150" y="31679"/>
                </a:lnTo>
                <a:cubicBezTo>
                  <a:pt x="6138131" y="22216"/>
                  <a:pt x="6167730" y="4075"/>
                  <a:pt x="6189199" y="588"/>
                </a:cubicBezTo>
                <a:close/>
              </a:path>
            </a:pathLst>
          </a:custGeom>
          <a:solidFill>
            <a:srgbClr val="82766A">
              <a:alpha val="15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90235344-E0C6-7E6C-81C0-2279B1F529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55060" y="5279511"/>
            <a:ext cx="9681882" cy="739880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ctr"/>
            <a:r>
              <a:rPr lang="es-ES" sz="3600" kern="1200" noProof="0" dirty="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  <a:ea typeface="+mj-ea"/>
                <a:cs typeface="+mj-cs"/>
              </a:rPr>
              <a:t>Cuando vienen nuestros clientes</a:t>
            </a:r>
          </a:p>
        </p:txBody>
      </p:sp>
      <p:pic>
        <p:nvPicPr>
          <p:cNvPr id="5" name="Imagen 4" descr="Gráfico, Gráfico de líneas&#10;&#10;El contenido generado por IA puede ser incorrecto.">
            <a:extLst>
              <a:ext uri="{FF2B5EF4-FFF2-40B4-BE49-F238E27FC236}">
                <a16:creationId xmlns:a16="http://schemas.microsoft.com/office/drawing/2014/main" id="{0DD07B8B-3792-A26B-CC44-9F2C2DA58CF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3087" y="412955"/>
            <a:ext cx="10945825" cy="40711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513720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3" name="Rectangle 12">
            <a:extLst>
              <a:ext uri="{FF2B5EF4-FFF2-40B4-BE49-F238E27FC236}">
                <a16:creationId xmlns:a16="http://schemas.microsoft.com/office/drawing/2014/main" id="{0E91F5CA-B392-444C-88E3-BF5BAAEBDEB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Freeform: Shape 14">
            <a:extLst>
              <a:ext uri="{FF2B5EF4-FFF2-40B4-BE49-F238E27FC236}">
                <a16:creationId xmlns:a16="http://schemas.microsoft.com/office/drawing/2014/main" id="{DFCA2118-59A2-4310-A4B2-F2CBA821E84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4940492"/>
            <a:ext cx="12192000" cy="1924333"/>
          </a:xfrm>
          <a:custGeom>
            <a:avLst/>
            <a:gdLst>
              <a:gd name="connsiteX0" fmla="*/ 6189199 w 12192000"/>
              <a:gd name="connsiteY0" fmla="*/ 588 h 1924333"/>
              <a:gd name="connsiteX1" fmla="*/ 6207079 w 12192000"/>
              <a:gd name="connsiteY1" fmla="*/ 2850 h 1924333"/>
              <a:gd name="connsiteX2" fmla="*/ 6285610 w 12192000"/>
              <a:gd name="connsiteY2" fmla="*/ 18131 h 1924333"/>
              <a:gd name="connsiteX3" fmla="*/ 6378008 w 12192000"/>
              <a:gd name="connsiteY3" fmla="*/ 24625 h 1924333"/>
              <a:gd name="connsiteX4" fmla="*/ 6466340 w 12192000"/>
              <a:gd name="connsiteY4" fmla="*/ 21366 h 1924333"/>
              <a:gd name="connsiteX5" fmla="*/ 6553334 w 12192000"/>
              <a:gd name="connsiteY5" fmla="*/ 35307 h 1924333"/>
              <a:gd name="connsiteX6" fmla="*/ 6626068 w 12192000"/>
              <a:gd name="connsiteY6" fmla="*/ 58045 h 1924333"/>
              <a:gd name="connsiteX7" fmla="*/ 6692303 w 12192000"/>
              <a:gd name="connsiteY7" fmla="*/ 91487 h 1924333"/>
              <a:gd name="connsiteX8" fmla="*/ 6733670 w 12192000"/>
              <a:gd name="connsiteY8" fmla="*/ 118130 h 1924333"/>
              <a:gd name="connsiteX9" fmla="*/ 6798016 w 12192000"/>
              <a:gd name="connsiteY9" fmla="*/ 112271 h 1924333"/>
              <a:gd name="connsiteX10" fmla="*/ 6801081 w 12192000"/>
              <a:gd name="connsiteY10" fmla="*/ 114963 h 1924333"/>
              <a:gd name="connsiteX11" fmla="*/ 6819351 w 12192000"/>
              <a:gd name="connsiteY11" fmla="*/ 128825 h 1924333"/>
              <a:gd name="connsiteX12" fmla="*/ 6852732 w 12192000"/>
              <a:gd name="connsiteY12" fmla="*/ 123321 h 1924333"/>
              <a:gd name="connsiteX13" fmla="*/ 6865247 w 12192000"/>
              <a:gd name="connsiteY13" fmla="*/ 128836 h 1924333"/>
              <a:gd name="connsiteX14" fmla="*/ 6905517 w 12192000"/>
              <a:gd name="connsiteY14" fmla="*/ 129265 h 1924333"/>
              <a:gd name="connsiteX15" fmla="*/ 6950286 w 12192000"/>
              <a:gd name="connsiteY15" fmla="*/ 150104 h 1924333"/>
              <a:gd name="connsiteX16" fmla="*/ 7003442 w 12192000"/>
              <a:gd name="connsiteY16" fmla="*/ 136136 h 1924333"/>
              <a:gd name="connsiteX17" fmla="*/ 7160047 w 12192000"/>
              <a:gd name="connsiteY17" fmla="*/ 166721 h 1924333"/>
              <a:gd name="connsiteX18" fmla="*/ 7325604 w 12192000"/>
              <a:gd name="connsiteY18" fmla="*/ 215867 h 1924333"/>
              <a:gd name="connsiteX19" fmla="*/ 7540522 w 12192000"/>
              <a:gd name="connsiteY19" fmla="*/ 239374 h 1924333"/>
              <a:gd name="connsiteX20" fmla="*/ 7612071 w 12192000"/>
              <a:gd name="connsiteY20" fmla="*/ 229553 h 1924333"/>
              <a:gd name="connsiteX21" fmla="*/ 7651995 w 12192000"/>
              <a:gd name="connsiteY21" fmla="*/ 244567 h 1924333"/>
              <a:gd name="connsiteX22" fmla="*/ 7725761 w 12192000"/>
              <a:gd name="connsiteY22" fmla="*/ 258638 h 1924333"/>
              <a:gd name="connsiteX23" fmla="*/ 7823038 w 12192000"/>
              <a:gd name="connsiteY23" fmla="*/ 287078 h 1924333"/>
              <a:gd name="connsiteX24" fmla="*/ 7866405 w 12192000"/>
              <a:gd name="connsiteY24" fmla="*/ 287288 h 1924333"/>
              <a:gd name="connsiteX25" fmla="*/ 7875021 w 12192000"/>
              <a:gd name="connsiteY25" fmla="*/ 288224 h 1924333"/>
              <a:gd name="connsiteX26" fmla="*/ 7875146 w 12192000"/>
              <a:gd name="connsiteY26" fmla="*/ 288614 h 1924333"/>
              <a:gd name="connsiteX27" fmla="*/ 7907443 w 12192000"/>
              <a:gd name="connsiteY27" fmla="*/ 291752 h 1924333"/>
              <a:gd name="connsiteX28" fmla="*/ 7912892 w 12192000"/>
              <a:gd name="connsiteY28" fmla="*/ 294833 h 1924333"/>
              <a:gd name="connsiteX29" fmla="*/ 7946345 w 12192000"/>
              <a:gd name="connsiteY29" fmla="*/ 319359 h 1924333"/>
              <a:gd name="connsiteX30" fmla="*/ 8021238 w 12192000"/>
              <a:gd name="connsiteY30" fmla="*/ 315159 h 1924333"/>
              <a:gd name="connsiteX31" fmla="*/ 8094697 w 12192000"/>
              <a:gd name="connsiteY31" fmla="*/ 351819 h 1924333"/>
              <a:gd name="connsiteX32" fmla="*/ 8155208 w 12192000"/>
              <a:gd name="connsiteY32" fmla="*/ 371168 h 1924333"/>
              <a:gd name="connsiteX33" fmla="*/ 8248472 w 12192000"/>
              <a:gd name="connsiteY33" fmla="*/ 400489 h 1924333"/>
              <a:gd name="connsiteX34" fmla="*/ 8300068 w 12192000"/>
              <a:gd name="connsiteY34" fmla="*/ 405531 h 1924333"/>
              <a:gd name="connsiteX35" fmla="*/ 8356293 w 12192000"/>
              <a:gd name="connsiteY35" fmla="*/ 403328 h 1924333"/>
              <a:gd name="connsiteX36" fmla="*/ 8475838 w 12192000"/>
              <a:gd name="connsiteY36" fmla="*/ 435524 h 1924333"/>
              <a:gd name="connsiteX37" fmla="*/ 8575216 w 12192000"/>
              <a:gd name="connsiteY37" fmla="*/ 450198 h 1924333"/>
              <a:gd name="connsiteX38" fmla="*/ 8588650 w 12192000"/>
              <a:gd name="connsiteY38" fmla="*/ 447070 h 1924333"/>
              <a:gd name="connsiteX39" fmla="*/ 8612184 w 12192000"/>
              <a:gd name="connsiteY39" fmla="*/ 439577 h 1924333"/>
              <a:gd name="connsiteX40" fmla="*/ 8630713 w 12192000"/>
              <a:gd name="connsiteY40" fmla="*/ 433015 h 1924333"/>
              <a:gd name="connsiteX41" fmla="*/ 8704240 w 12192000"/>
              <a:gd name="connsiteY41" fmla="*/ 422865 h 1924333"/>
              <a:gd name="connsiteX42" fmla="*/ 8829513 w 12192000"/>
              <a:gd name="connsiteY42" fmla="*/ 429389 h 1924333"/>
              <a:gd name="connsiteX43" fmla="*/ 9083651 w 12192000"/>
              <a:gd name="connsiteY43" fmla="*/ 390744 h 1924333"/>
              <a:gd name="connsiteX44" fmla="*/ 9371402 w 12192000"/>
              <a:gd name="connsiteY44" fmla="*/ 371809 h 1924333"/>
              <a:gd name="connsiteX45" fmla="*/ 9429586 w 12192000"/>
              <a:gd name="connsiteY45" fmla="*/ 369213 h 1924333"/>
              <a:gd name="connsiteX46" fmla="*/ 9489757 w 12192000"/>
              <a:gd name="connsiteY46" fmla="*/ 377814 h 1924333"/>
              <a:gd name="connsiteX47" fmla="*/ 9516954 w 12192000"/>
              <a:gd name="connsiteY47" fmla="*/ 376991 h 1924333"/>
              <a:gd name="connsiteX48" fmla="*/ 9645588 w 12192000"/>
              <a:gd name="connsiteY48" fmla="*/ 363590 h 1924333"/>
              <a:gd name="connsiteX49" fmla="*/ 9722896 w 12192000"/>
              <a:gd name="connsiteY49" fmla="*/ 360983 h 1924333"/>
              <a:gd name="connsiteX50" fmla="*/ 9752803 w 12192000"/>
              <a:gd name="connsiteY50" fmla="*/ 368492 h 1924333"/>
              <a:gd name="connsiteX51" fmla="*/ 9890305 w 12192000"/>
              <a:gd name="connsiteY51" fmla="*/ 380736 h 1924333"/>
              <a:gd name="connsiteX52" fmla="*/ 9939767 w 12192000"/>
              <a:gd name="connsiteY52" fmla="*/ 377776 h 1924333"/>
              <a:gd name="connsiteX53" fmla="*/ 9944355 w 12192000"/>
              <a:gd name="connsiteY53" fmla="*/ 377352 h 1924333"/>
              <a:gd name="connsiteX54" fmla="*/ 9953719 w 12192000"/>
              <a:gd name="connsiteY54" fmla="*/ 375642 h 1924333"/>
              <a:gd name="connsiteX55" fmla="*/ 9955809 w 12192000"/>
              <a:gd name="connsiteY55" fmla="*/ 376294 h 1924333"/>
              <a:gd name="connsiteX56" fmla="*/ 10032710 w 12192000"/>
              <a:gd name="connsiteY56" fmla="*/ 394940 h 1924333"/>
              <a:gd name="connsiteX57" fmla="*/ 10049925 w 12192000"/>
              <a:gd name="connsiteY57" fmla="*/ 404971 h 1924333"/>
              <a:gd name="connsiteX58" fmla="*/ 10112671 w 12192000"/>
              <a:gd name="connsiteY58" fmla="*/ 414549 h 1924333"/>
              <a:gd name="connsiteX59" fmla="*/ 10170853 w 12192000"/>
              <a:gd name="connsiteY59" fmla="*/ 435168 h 1924333"/>
              <a:gd name="connsiteX60" fmla="*/ 10290184 w 12192000"/>
              <a:gd name="connsiteY60" fmla="*/ 448123 h 1924333"/>
              <a:gd name="connsiteX61" fmla="*/ 10320158 w 12192000"/>
              <a:gd name="connsiteY61" fmla="*/ 458352 h 1924333"/>
              <a:gd name="connsiteX62" fmla="*/ 10321815 w 12192000"/>
              <a:gd name="connsiteY62" fmla="*/ 463087 h 1924333"/>
              <a:gd name="connsiteX63" fmla="*/ 10373742 w 12192000"/>
              <a:gd name="connsiteY63" fmla="*/ 464538 h 1924333"/>
              <a:gd name="connsiteX64" fmla="*/ 10428532 w 12192000"/>
              <a:gd name="connsiteY64" fmla="*/ 492504 h 1924333"/>
              <a:gd name="connsiteX65" fmla="*/ 10466490 w 12192000"/>
              <a:gd name="connsiteY65" fmla="*/ 517759 h 1924333"/>
              <a:gd name="connsiteX66" fmla="*/ 10466675 w 12192000"/>
              <a:gd name="connsiteY66" fmla="*/ 522076 h 1924333"/>
              <a:gd name="connsiteX67" fmla="*/ 10470309 w 12192000"/>
              <a:gd name="connsiteY67" fmla="*/ 522792 h 1924333"/>
              <a:gd name="connsiteX68" fmla="*/ 10474138 w 12192000"/>
              <a:gd name="connsiteY68" fmla="*/ 519761 h 1924333"/>
              <a:gd name="connsiteX69" fmla="*/ 10501100 w 12192000"/>
              <a:gd name="connsiteY69" fmla="*/ 528263 h 1924333"/>
              <a:gd name="connsiteX70" fmla="*/ 10502395 w 12192000"/>
              <a:gd name="connsiteY70" fmla="*/ 536393 h 1924333"/>
              <a:gd name="connsiteX71" fmla="*/ 10689496 w 12192000"/>
              <a:gd name="connsiteY71" fmla="*/ 560233 h 1924333"/>
              <a:gd name="connsiteX72" fmla="*/ 10788736 w 12192000"/>
              <a:gd name="connsiteY72" fmla="*/ 613188 h 1924333"/>
              <a:gd name="connsiteX73" fmla="*/ 10819747 w 12192000"/>
              <a:gd name="connsiteY73" fmla="*/ 621351 h 1924333"/>
              <a:gd name="connsiteX74" fmla="*/ 10864632 w 12192000"/>
              <a:gd name="connsiteY74" fmla="*/ 644858 h 1924333"/>
              <a:gd name="connsiteX75" fmla="*/ 10929407 w 12192000"/>
              <a:gd name="connsiteY75" fmla="*/ 652945 h 1924333"/>
              <a:gd name="connsiteX76" fmla="*/ 10979412 w 12192000"/>
              <a:gd name="connsiteY76" fmla="*/ 654217 h 1924333"/>
              <a:gd name="connsiteX77" fmla="*/ 11006959 w 12192000"/>
              <a:gd name="connsiteY77" fmla="*/ 657017 h 1924333"/>
              <a:gd name="connsiteX78" fmla="*/ 11077038 w 12192000"/>
              <a:gd name="connsiteY78" fmla="*/ 668487 h 1924333"/>
              <a:gd name="connsiteX79" fmla="*/ 11157850 w 12192000"/>
              <a:gd name="connsiteY79" fmla="*/ 693164 h 1924333"/>
              <a:gd name="connsiteX80" fmla="*/ 11175276 w 12192000"/>
              <a:gd name="connsiteY80" fmla="*/ 697243 h 1924333"/>
              <a:gd name="connsiteX81" fmla="*/ 11191131 w 12192000"/>
              <a:gd name="connsiteY81" fmla="*/ 696085 h 1924333"/>
              <a:gd name="connsiteX82" fmla="*/ 11195573 w 12192000"/>
              <a:gd name="connsiteY82" fmla="*/ 691751 h 1924333"/>
              <a:gd name="connsiteX83" fmla="*/ 11205299 w 12192000"/>
              <a:gd name="connsiteY83" fmla="*/ 693247 h 1924333"/>
              <a:gd name="connsiteX84" fmla="*/ 11223770 w 12192000"/>
              <a:gd name="connsiteY84" fmla="*/ 690335 h 1924333"/>
              <a:gd name="connsiteX85" fmla="*/ 11292119 w 12192000"/>
              <a:gd name="connsiteY85" fmla="*/ 713311 h 1924333"/>
              <a:gd name="connsiteX86" fmla="*/ 11435379 w 12192000"/>
              <a:gd name="connsiteY86" fmla="*/ 758519 h 1924333"/>
              <a:gd name="connsiteX87" fmla="*/ 11604406 w 12192000"/>
              <a:gd name="connsiteY87" fmla="*/ 810476 h 1924333"/>
              <a:gd name="connsiteX88" fmla="*/ 11652155 w 12192000"/>
              <a:gd name="connsiteY88" fmla="*/ 825109 h 1924333"/>
              <a:gd name="connsiteX89" fmla="*/ 11654192 w 12192000"/>
              <a:gd name="connsiteY89" fmla="*/ 827301 h 1924333"/>
              <a:gd name="connsiteX90" fmla="*/ 11676599 w 12192000"/>
              <a:gd name="connsiteY90" fmla="*/ 846628 h 1924333"/>
              <a:gd name="connsiteX91" fmla="*/ 11775168 w 12192000"/>
              <a:gd name="connsiteY91" fmla="*/ 890664 h 1924333"/>
              <a:gd name="connsiteX92" fmla="*/ 11826341 w 12192000"/>
              <a:gd name="connsiteY92" fmla="*/ 877558 h 1924333"/>
              <a:gd name="connsiteX93" fmla="*/ 11879068 w 12192000"/>
              <a:gd name="connsiteY93" fmla="*/ 874038 h 1924333"/>
              <a:gd name="connsiteX94" fmla="*/ 11889563 w 12192000"/>
              <a:gd name="connsiteY94" fmla="*/ 878619 h 1924333"/>
              <a:gd name="connsiteX95" fmla="*/ 12016613 w 12192000"/>
              <a:gd name="connsiteY95" fmla="*/ 886111 h 1924333"/>
              <a:gd name="connsiteX96" fmla="*/ 12108292 w 12192000"/>
              <a:gd name="connsiteY96" fmla="*/ 868500 h 1924333"/>
              <a:gd name="connsiteX97" fmla="*/ 12182910 w 12192000"/>
              <a:gd name="connsiteY97" fmla="*/ 882003 h 1924333"/>
              <a:gd name="connsiteX98" fmla="*/ 12192000 w 12192000"/>
              <a:gd name="connsiteY98" fmla="*/ 884778 h 1924333"/>
              <a:gd name="connsiteX99" fmla="*/ 12192000 w 12192000"/>
              <a:gd name="connsiteY99" fmla="*/ 1610315 h 1924333"/>
              <a:gd name="connsiteX100" fmla="*/ 12191998 w 12192000"/>
              <a:gd name="connsiteY100" fmla="*/ 1610315 h 1924333"/>
              <a:gd name="connsiteX101" fmla="*/ 12191998 w 12192000"/>
              <a:gd name="connsiteY101" fmla="*/ 1924333 h 1924333"/>
              <a:gd name="connsiteX102" fmla="*/ 0 w 12192000"/>
              <a:gd name="connsiteY102" fmla="*/ 1924333 h 1924333"/>
              <a:gd name="connsiteX103" fmla="*/ 0 w 12192000"/>
              <a:gd name="connsiteY103" fmla="*/ 505159 h 1924333"/>
              <a:gd name="connsiteX104" fmla="*/ 5722 w 12192000"/>
              <a:gd name="connsiteY104" fmla="*/ 508889 h 1924333"/>
              <a:gd name="connsiteX105" fmla="*/ 38476 w 12192000"/>
              <a:gd name="connsiteY105" fmla="*/ 524137 h 1924333"/>
              <a:gd name="connsiteX106" fmla="*/ 192883 w 12192000"/>
              <a:gd name="connsiteY106" fmla="*/ 545272 h 1924333"/>
              <a:gd name="connsiteX107" fmla="*/ 343710 w 12192000"/>
              <a:gd name="connsiteY107" fmla="*/ 565029 h 1924333"/>
              <a:gd name="connsiteX108" fmla="*/ 471066 w 12192000"/>
              <a:gd name="connsiteY108" fmla="*/ 549837 h 1924333"/>
              <a:gd name="connsiteX109" fmla="*/ 617333 w 12192000"/>
              <a:gd name="connsiteY109" fmla="*/ 526428 h 1924333"/>
              <a:gd name="connsiteX110" fmla="*/ 725203 w 12192000"/>
              <a:gd name="connsiteY110" fmla="*/ 523793 h 1924333"/>
              <a:gd name="connsiteX111" fmla="*/ 788494 w 12192000"/>
              <a:gd name="connsiteY111" fmla="*/ 505799 h 1924333"/>
              <a:gd name="connsiteX112" fmla="*/ 885977 w 12192000"/>
              <a:gd name="connsiteY112" fmla="*/ 526585 h 1924333"/>
              <a:gd name="connsiteX113" fmla="*/ 932142 w 12192000"/>
              <a:gd name="connsiteY113" fmla="*/ 528005 h 1924333"/>
              <a:gd name="connsiteX114" fmla="*/ 1090404 w 12192000"/>
              <a:gd name="connsiteY114" fmla="*/ 498299 h 1924333"/>
              <a:gd name="connsiteX115" fmla="*/ 1188628 w 12192000"/>
              <a:gd name="connsiteY115" fmla="*/ 483151 h 1924333"/>
              <a:gd name="connsiteX116" fmla="*/ 1316247 w 12192000"/>
              <a:gd name="connsiteY116" fmla="*/ 425979 h 1924333"/>
              <a:gd name="connsiteX117" fmla="*/ 1357712 w 12192000"/>
              <a:gd name="connsiteY117" fmla="*/ 416549 h 1924333"/>
              <a:gd name="connsiteX118" fmla="*/ 1425921 w 12192000"/>
              <a:gd name="connsiteY118" fmla="*/ 413953 h 1924333"/>
              <a:gd name="connsiteX119" fmla="*/ 1503817 w 12192000"/>
              <a:gd name="connsiteY119" fmla="*/ 380457 h 1924333"/>
              <a:gd name="connsiteX120" fmla="*/ 1639196 w 12192000"/>
              <a:gd name="connsiteY120" fmla="*/ 372785 h 1924333"/>
              <a:gd name="connsiteX121" fmla="*/ 1705606 w 12192000"/>
              <a:gd name="connsiteY121" fmla="*/ 359023 h 1924333"/>
              <a:gd name="connsiteX122" fmla="*/ 1813011 w 12192000"/>
              <a:gd name="connsiteY122" fmla="*/ 331023 h 1924333"/>
              <a:gd name="connsiteX123" fmla="*/ 1831380 w 12192000"/>
              <a:gd name="connsiteY123" fmla="*/ 341307 h 1924333"/>
              <a:gd name="connsiteX124" fmla="*/ 1858612 w 12192000"/>
              <a:gd name="connsiteY124" fmla="*/ 326777 h 1924333"/>
              <a:gd name="connsiteX125" fmla="*/ 1880661 w 12192000"/>
              <a:gd name="connsiteY125" fmla="*/ 335987 h 1924333"/>
              <a:gd name="connsiteX126" fmla="*/ 1941495 w 12192000"/>
              <a:gd name="connsiteY126" fmla="*/ 310792 h 1924333"/>
              <a:gd name="connsiteX127" fmla="*/ 1995402 w 12192000"/>
              <a:gd name="connsiteY127" fmla="*/ 305480 h 1924333"/>
              <a:gd name="connsiteX128" fmla="*/ 2223864 w 12192000"/>
              <a:gd name="connsiteY128" fmla="*/ 266118 h 1924333"/>
              <a:gd name="connsiteX129" fmla="*/ 2418043 w 12192000"/>
              <a:gd name="connsiteY129" fmla="*/ 215314 h 1924333"/>
              <a:gd name="connsiteX130" fmla="*/ 2558461 w 12192000"/>
              <a:gd name="connsiteY130" fmla="*/ 168193 h 1924333"/>
              <a:gd name="connsiteX131" fmla="*/ 2595535 w 12192000"/>
              <a:gd name="connsiteY131" fmla="*/ 158548 h 1924333"/>
              <a:gd name="connsiteX132" fmla="*/ 2626942 w 12192000"/>
              <a:gd name="connsiteY132" fmla="*/ 130400 h 1924333"/>
              <a:gd name="connsiteX133" fmla="*/ 2632225 w 12192000"/>
              <a:gd name="connsiteY133" fmla="*/ 130446 h 1924333"/>
              <a:gd name="connsiteX134" fmla="*/ 2696856 w 12192000"/>
              <a:gd name="connsiteY134" fmla="*/ 128498 h 1924333"/>
              <a:gd name="connsiteX135" fmla="*/ 2759767 w 12192000"/>
              <a:gd name="connsiteY135" fmla="*/ 127784 h 1924333"/>
              <a:gd name="connsiteX136" fmla="*/ 2792685 w 12192000"/>
              <a:gd name="connsiteY136" fmla="*/ 115710 h 1924333"/>
              <a:gd name="connsiteX137" fmla="*/ 2799767 w 12192000"/>
              <a:gd name="connsiteY137" fmla="*/ 113754 h 1924333"/>
              <a:gd name="connsiteX138" fmla="*/ 2829799 w 12192000"/>
              <a:gd name="connsiteY138" fmla="*/ 120042 h 1924333"/>
              <a:gd name="connsiteX139" fmla="*/ 2890704 w 12192000"/>
              <a:gd name="connsiteY139" fmla="*/ 121493 h 1924333"/>
              <a:gd name="connsiteX140" fmla="*/ 3042646 w 12192000"/>
              <a:gd name="connsiteY140" fmla="*/ 112273 h 1924333"/>
              <a:gd name="connsiteX141" fmla="*/ 3146630 w 12192000"/>
              <a:gd name="connsiteY141" fmla="*/ 100898 h 1924333"/>
              <a:gd name="connsiteX142" fmla="*/ 3233163 w 12192000"/>
              <a:gd name="connsiteY142" fmla="*/ 120200 h 1924333"/>
              <a:gd name="connsiteX143" fmla="*/ 3372699 w 12192000"/>
              <a:gd name="connsiteY143" fmla="*/ 129394 h 1924333"/>
              <a:gd name="connsiteX144" fmla="*/ 3394352 w 12192000"/>
              <a:gd name="connsiteY144" fmla="*/ 131671 h 1924333"/>
              <a:gd name="connsiteX145" fmla="*/ 3448218 w 12192000"/>
              <a:gd name="connsiteY145" fmla="*/ 118229 h 1924333"/>
              <a:gd name="connsiteX146" fmla="*/ 3505047 w 12192000"/>
              <a:gd name="connsiteY146" fmla="*/ 115412 h 1924333"/>
              <a:gd name="connsiteX147" fmla="*/ 3521767 w 12192000"/>
              <a:gd name="connsiteY147" fmla="*/ 111071 h 1924333"/>
              <a:gd name="connsiteX148" fmla="*/ 3585137 w 12192000"/>
              <a:gd name="connsiteY148" fmla="*/ 114371 h 1924333"/>
              <a:gd name="connsiteX149" fmla="*/ 3690293 w 12192000"/>
              <a:gd name="connsiteY149" fmla="*/ 98301 h 1924333"/>
              <a:gd name="connsiteX150" fmla="*/ 3867818 w 12192000"/>
              <a:gd name="connsiteY150" fmla="*/ 88985 h 1924333"/>
              <a:gd name="connsiteX151" fmla="*/ 4091337 w 12192000"/>
              <a:gd name="connsiteY151" fmla="*/ 70813 h 1924333"/>
              <a:gd name="connsiteX152" fmla="*/ 4246332 w 12192000"/>
              <a:gd name="connsiteY152" fmla="*/ 41697 h 1924333"/>
              <a:gd name="connsiteX153" fmla="*/ 4266975 w 12192000"/>
              <a:gd name="connsiteY153" fmla="*/ 46592 h 1924333"/>
              <a:gd name="connsiteX154" fmla="*/ 4270566 w 12192000"/>
              <a:gd name="connsiteY154" fmla="*/ 47620 h 1924333"/>
              <a:gd name="connsiteX155" fmla="*/ 4288964 w 12192000"/>
              <a:gd name="connsiteY155" fmla="*/ 52766 h 1924333"/>
              <a:gd name="connsiteX156" fmla="*/ 4365137 w 12192000"/>
              <a:gd name="connsiteY156" fmla="*/ 51783 h 1924333"/>
              <a:gd name="connsiteX157" fmla="*/ 4430546 w 12192000"/>
              <a:gd name="connsiteY157" fmla="*/ 44555 h 1924333"/>
              <a:gd name="connsiteX158" fmla="*/ 4444136 w 12192000"/>
              <a:gd name="connsiteY158" fmla="*/ 39567 h 1924333"/>
              <a:gd name="connsiteX159" fmla="*/ 4534039 w 12192000"/>
              <a:gd name="connsiteY159" fmla="*/ 31604 h 1924333"/>
              <a:gd name="connsiteX160" fmla="*/ 4560448 w 12192000"/>
              <a:gd name="connsiteY160" fmla="*/ 25231 h 1924333"/>
              <a:gd name="connsiteX161" fmla="*/ 4568006 w 12192000"/>
              <a:gd name="connsiteY161" fmla="*/ 25970 h 1924333"/>
              <a:gd name="connsiteX162" fmla="*/ 4595497 w 12192000"/>
              <a:gd name="connsiteY162" fmla="*/ 22958 h 1924333"/>
              <a:gd name="connsiteX163" fmla="*/ 4608623 w 12192000"/>
              <a:gd name="connsiteY163" fmla="*/ 18108 h 1924333"/>
              <a:gd name="connsiteX164" fmla="*/ 4623942 w 12192000"/>
              <a:gd name="connsiteY164" fmla="*/ 22251 h 1924333"/>
              <a:gd name="connsiteX165" fmla="*/ 4664336 w 12192000"/>
              <a:gd name="connsiteY165" fmla="*/ 23306 h 1924333"/>
              <a:gd name="connsiteX166" fmla="*/ 4677385 w 12192000"/>
              <a:gd name="connsiteY166" fmla="*/ 18246 h 1924333"/>
              <a:gd name="connsiteX167" fmla="*/ 4698143 w 12192000"/>
              <a:gd name="connsiteY167" fmla="*/ 18036 h 1924333"/>
              <a:gd name="connsiteX168" fmla="*/ 4750609 w 12192000"/>
              <a:gd name="connsiteY168" fmla="*/ 23611 h 1924333"/>
              <a:gd name="connsiteX169" fmla="*/ 4784658 w 12192000"/>
              <a:gd name="connsiteY169" fmla="*/ 25057 h 1924333"/>
              <a:gd name="connsiteX170" fmla="*/ 4847558 w 12192000"/>
              <a:gd name="connsiteY170" fmla="*/ 38726 h 1924333"/>
              <a:gd name="connsiteX171" fmla="*/ 4909134 w 12192000"/>
              <a:gd name="connsiteY171" fmla="*/ 50659 h 1924333"/>
              <a:gd name="connsiteX172" fmla="*/ 5099219 w 12192000"/>
              <a:gd name="connsiteY172" fmla="*/ 55050 h 1924333"/>
              <a:gd name="connsiteX173" fmla="*/ 5184992 w 12192000"/>
              <a:gd name="connsiteY173" fmla="*/ 67596 h 1924333"/>
              <a:gd name="connsiteX174" fmla="*/ 5229637 w 12192000"/>
              <a:gd name="connsiteY174" fmla="*/ 67789 h 1924333"/>
              <a:gd name="connsiteX175" fmla="*/ 5389346 w 12192000"/>
              <a:gd name="connsiteY175" fmla="*/ 80211 h 1924333"/>
              <a:gd name="connsiteX176" fmla="*/ 5494414 w 12192000"/>
              <a:gd name="connsiteY176" fmla="*/ 75926 h 1924333"/>
              <a:gd name="connsiteX177" fmla="*/ 5528443 w 12192000"/>
              <a:gd name="connsiteY177" fmla="*/ 77206 h 1924333"/>
              <a:gd name="connsiteX178" fmla="*/ 5684939 w 12192000"/>
              <a:gd name="connsiteY178" fmla="*/ 50269 h 1924333"/>
              <a:gd name="connsiteX179" fmla="*/ 5765146 w 12192000"/>
              <a:gd name="connsiteY179" fmla="*/ 50414 h 1924333"/>
              <a:gd name="connsiteX180" fmla="*/ 5848655 w 12192000"/>
              <a:gd name="connsiteY180" fmla="*/ 35257 h 1924333"/>
              <a:gd name="connsiteX181" fmla="*/ 5930656 w 12192000"/>
              <a:gd name="connsiteY181" fmla="*/ 30131 h 1924333"/>
              <a:gd name="connsiteX182" fmla="*/ 6124150 w 12192000"/>
              <a:gd name="connsiteY182" fmla="*/ 31679 h 1924333"/>
              <a:gd name="connsiteX183" fmla="*/ 6189199 w 12192000"/>
              <a:gd name="connsiteY183" fmla="*/ 588 h 192433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</a:cxnLst>
            <a:rect l="l" t="t" r="r" b="b"/>
            <a:pathLst>
              <a:path w="12192000" h="1924333">
                <a:moveTo>
                  <a:pt x="6189199" y="588"/>
                </a:moveTo>
                <a:cubicBezTo>
                  <a:pt x="6196356" y="-574"/>
                  <a:pt x="6202609" y="-108"/>
                  <a:pt x="6207079" y="2850"/>
                </a:cubicBezTo>
                <a:cubicBezTo>
                  <a:pt x="6222026" y="2749"/>
                  <a:pt x="6273489" y="3767"/>
                  <a:pt x="6285610" y="18131"/>
                </a:cubicBezTo>
                <a:cubicBezTo>
                  <a:pt x="6307255" y="18685"/>
                  <a:pt x="6357141" y="23793"/>
                  <a:pt x="6378008" y="24625"/>
                </a:cubicBezTo>
                <a:cubicBezTo>
                  <a:pt x="6409946" y="30645"/>
                  <a:pt x="6438307" y="10375"/>
                  <a:pt x="6466340" y="21366"/>
                </a:cubicBezTo>
                <a:cubicBezTo>
                  <a:pt x="6488276" y="31229"/>
                  <a:pt x="6529854" y="28110"/>
                  <a:pt x="6553334" y="35307"/>
                </a:cubicBezTo>
                <a:cubicBezTo>
                  <a:pt x="6561737" y="48059"/>
                  <a:pt x="6609188" y="62087"/>
                  <a:pt x="6626068" y="58045"/>
                </a:cubicBezTo>
                <a:cubicBezTo>
                  <a:pt x="6660952" y="66570"/>
                  <a:pt x="6666277" y="84716"/>
                  <a:pt x="6692303" y="91487"/>
                </a:cubicBezTo>
                <a:lnTo>
                  <a:pt x="6733670" y="118130"/>
                </a:lnTo>
                <a:lnTo>
                  <a:pt x="6798016" y="112271"/>
                </a:lnTo>
                <a:lnTo>
                  <a:pt x="6801081" y="114963"/>
                </a:lnTo>
                <a:cubicBezTo>
                  <a:pt x="6806919" y="120140"/>
                  <a:pt x="6812832" y="125016"/>
                  <a:pt x="6819351" y="128825"/>
                </a:cubicBezTo>
                <a:cubicBezTo>
                  <a:pt x="6825742" y="109997"/>
                  <a:pt x="6840132" y="116541"/>
                  <a:pt x="6852732" y="123321"/>
                </a:cubicBezTo>
                <a:lnTo>
                  <a:pt x="6865247" y="128836"/>
                </a:lnTo>
                <a:lnTo>
                  <a:pt x="6905517" y="129265"/>
                </a:lnTo>
                <a:cubicBezTo>
                  <a:pt x="6934052" y="140042"/>
                  <a:pt x="6939773" y="141556"/>
                  <a:pt x="6950286" y="150104"/>
                </a:cubicBezTo>
                <a:lnTo>
                  <a:pt x="7003442" y="136136"/>
                </a:lnTo>
                <a:lnTo>
                  <a:pt x="7160047" y="166721"/>
                </a:lnTo>
                <a:cubicBezTo>
                  <a:pt x="7207281" y="179911"/>
                  <a:pt x="7280644" y="210197"/>
                  <a:pt x="7325604" y="215867"/>
                </a:cubicBezTo>
                <a:cubicBezTo>
                  <a:pt x="7460113" y="233904"/>
                  <a:pt x="7393081" y="242880"/>
                  <a:pt x="7540522" y="239374"/>
                </a:cubicBezTo>
                <a:cubicBezTo>
                  <a:pt x="7545714" y="234872"/>
                  <a:pt x="7605972" y="231727"/>
                  <a:pt x="7612071" y="229553"/>
                </a:cubicBezTo>
                <a:lnTo>
                  <a:pt x="7651995" y="244567"/>
                </a:lnTo>
                <a:lnTo>
                  <a:pt x="7725761" y="258638"/>
                </a:lnTo>
                <a:lnTo>
                  <a:pt x="7823038" y="287078"/>
                </a:lnTo>
                <a:cubicBezTo>
                  <a:pt x="7837080" y="286482"/>
                  <a:pt x="7851647" y="286498"/>
                  <a:pt x="7866405" y="287288"/>
                </a:cubicBezTo>
                <a:lnTo>
                  <a:pt x="7875021" y="288224"/>
                </a:lnTo>
                <a:cubicBezTo>
                  <a:pt x="7875062" y="288354"/>
                  <a:pt x="7875105" y="288483"/>
                  <a:pt x="7875146" y="288614"/>
                </a:cubicBezTo>
                <a:cubicBezTo>
                  <a:pt x="7880550" y="289202"/>
                  <a:pt x="7901153" y="290716"/>
                  <a:pt x="7907443" y="291752"/>
                </a:cubicBezTo>
                <a:lnTo>
                  <a:pt x="7912892" y="294833"/>
                </a:lnTo>
                <a:lnTo>
                  <a:pt x="7946345" y="319359"/>
                </a:lnTo>
                <a:cubicBezTo>
                  <a:pt x="7958657" y="312776"/>
                  <a:pt x="7996513" y="309749"/>
                  <a:pt x="8021238" y="315159"/>
                </a:cubicBezTo>
                <a:cubicBezTo>
                  <a:pt x="8045964" y="320570"/>
                  <a:pt x="8058169" y="340462"/>
                  <a:pt x="8094697" y="351819"/>
                </a:cubicBezTo>
                <a:cubicBezTo>
                  <a:pt x="8129587" y="361154"/>
                  <a:pt x="8116181" y="360544"/>
                  <a:pt x="8155208" y="371168"/>
                </a:cubicBezTo>
                <a:cubicBezTo>
                  <a:pt x="8196217" y="383300"/>
                  <a:pt x="8205468" y="391801"/>
                  <a:pt x="8248472" y="400489"/>
                </a:cubicBezTo>
                <a:cubicBezTo>
                  <a:pt x="8283932" y="419791"/>
                  <a:pt x="8278617" y="392031"/>
                  <a:pt x="8300068" y="405531"/>
                </a:cubicBezTo>
                <a:lnTo>
                  <a:pt x="8356293" y="403328"/>
                </a:lnTo>
                <a:cubicBezTo>
                  <a:pt x="8377247" y="404463"/>
                  <a:pt x="8438442" y="433194"/>
                  <a:pt x="8475838" y="435524"/>
                </a:cubicBezTo>
                <a:cubicBezTo>
                  <a:pt x="8510241" y="438037"/>
                  <a:pt x="8545511" y="449840"/>
                  <a:pt x="8575216" y="450198"/>
                </a:cubicBezTo>
                <a:lnTo>
                  <a:pt x="8588650" y="447070"/>
                </a:lnTo>
                <a:lnTo>
                  <a:pt x="8612184" y="439577"/>
                </a:lnTo>
                <a:lnTo>
                  <a:pt x="8630713" y="433015"/>
                </a:lnTo>
                <a:cubicBezTo>
                  <a:pt x="8635870" y="429519"/>
                  <a:pt x="8700685" y="428411"/>
                  <a:pt x="8704240" y="422865"/>
                </a:cubicBezTo>
                <a:cubicBezTo>
                  <a:pt x="8761777" y="429549"/>
                  <a:pt x="8768302" y="427178"/>
                  <a:pt x="8829513" y="429389"/>
                </a:cubicBezTo>
                <a:cubicBezTo>
                  <a:pt x="8922895" y="444672"/>
                  <a:pt x="8924579" y="401507"/>
                  <a:pt x="9083651" y="390744"/>
                </a:cubicBezTo>
                <a:cubicBezTo>
                  <a:pt x="9138403" y="388032"/>
                  <a:pt x="9315003" y="378647"/>
                  <a:pt x="9371402" y="371809"/>
                </a:cubicBezTo>
                <a:cubicBezTo>
                  <a:pt x="9358632" y="337502"/>
                  <a:pt x="9402842" y="379364"/>
                  <a:pt x="9429586" y="369213"/>
                </a:cubicBezTo>
                <a:cubicBezTo>
                  <a:pt x="9449312" y="370213"/>
                  <a:pt x="9473938" y="373270"/>
                  <a:pt x="9489757" y="377814"/>
                </a:cubicBezTo>
                <a:cubicBezTo>
                  <a:pt x="9498164" y="379256"/>
                  <a:pt x="9507139" y="379272"/>
                  <a:pt x="9516954" y="376991"/>
                </a:cubicBezTo>
                <a:cubicBezTo>
                  <a:pt x="9548430" y="354766"/>
                  <a:pt x="9591874" y="370315"/>
                  <a:pt x="9645588" y="363590"/>
                </a:cubicBezTo>
                <a:cubicBezTo>
                  <a:pt x="9660487" y="368814"/>
                  <a:pt x="9710817" y="350550"/>
                  <a:pt x="9722896" y="360983"/>
                </a:cubicBezTo>
                <a:cubicBezTo>
                  <a:pt x="9733918" y="362239"/>
                  <a:pt x="9745201" y="356679"/>
                  <a:pt x="9752803" y="368492"/>
                </a:cubicBezTo>
                <a:cubicBezTo>
                  <a:pt x="9793268" y="374490"/>
                  <a:pt x="9843313" y="380978"/>
                  <a:pt x="9890305" y="380736"/>
                </a:cubicBezTo>
                <a:cubicBezTo>
                  <a:pt x="9912701" y="380083"/>
                  <a:pt x="9926523" y="379037"/>
                  <a:pt x="9939767" y="377776"/>
                </a:cubicBezTo>
                <a:lnTo>
                  <a:pt x="9944355" y="377352"/>
                </a:lnTo>
                <a:lnTo>
                  <a:pt x="9953719" y="375642"/>
                </a:lnTo>
                <a:lnTo>
                  <a:pt x="9955809" y="376294"/>
                </a:lnTo>
                <a:lnTo>
                  <a:pt x="10032710" y="394940"/>
                </a:lnTo>
                <a:lnTo>
                  <a:pt x="10049925" y="404971"/>
                </a:lnTo>
                <a:lnTo>
                  <a:pt x="10112671" y="414549"/>
                </a:lnTo>
                <a:cubicBezTo>
                  <a:pt x="10169643" y="412125"/>
                  <a:pt x="10132220" y="425358"/>
                  <a:pt x="10170853" y="435168"/>
                </a:cubicBezTo>
                <a:cubicBezTo>
                  <a:pt x="10206088" y="442020"/>
                  <a:pt x="10240809" y="454081"/>
                  <a:pt x="10290184" y="448123"/>
                </a:cubicBezTo>
                <a:cubicBezTo>
                  <a:pt x="10301813" y="444919"/>
                  <a:pt x="10315233" y="449499"/>
                  <a:pt x="10320158" y="458352"/>
                </a:cubicBezTo>
                <a:cubicBezTo>
                  <a:pt x="10321006" y="459876"/>
                  <a:pt x="10321565" y="461470"/>
                  <a:pt x="10321815" y="463087"/>
                </a:cubicBezTo>
                <a:cubicBezTo>
                  <a:pt x="10354058" y="457158"/>
                  <a:pt x="10355176" y="470634"/>
                  <a:pt x="10373742" y="464538"/>
                </a:cubicBezTo>
                <a:cubicBezTo>
                  <a:pt x="10403060" y="475292"/>
                  <a:pt x="10411841" y="497597"/>
                  <a:pt x="10428532" y="492504"/>
                </a:cubicBezTo>
                <a:cubicBezTo>
                  <a:pt x="10440561" y="500742"/>
                  <a:pt x="10446267" y="521930"/>
                  <a:pt x="10466490" y="517759"/>
                </a:cubicBezTo>
                <a:cubicBezTo>
                  <a:pt x="10464622" y="519986"/>
                  <a:pt x="10465013" y="521261"/>
                  <a:pt x="10466675" y="522076"/>
                </a:cubicBezTo>
                <a:lnTo>
                  <a:pt x="10470309" y="522792"/>
                </a:lnTo>
                <a:lnTo>
                  <a:pt x="10474138" y="519761"/>
                </a:lnTo>
                <a:cubicBezTo>
                  <a:pt x="10488888" y="509612"/>
                  <a:pt x="10484914" y="524734"/>
                  <a:pt x="10501100" y="528263"/>
                </a:cubicBezTo>
                <a:cubicBezTo>
                  <a:pt x="10508412" y="530705"/>
                  <a:pt x="10505426" y="533743"/>
                  <a:pt x="10502395" y="536393"/>
                </a:cubicBezTo>
                <a:lnTo>
                  <a:pt x="10689496" y="560233"/>
                </a:lnTo>
                <a:cubicBezTo>
                  <a:pt x="10721441" y="573640"/>
                  <a:pt x="10757547" y="582937"/>
                  <a:pt x="10788736" y="613188"/>
                </a:cubicBezTo>
                <a:cubicBezTo>
                  <a:pt x="10794510" y="621641"/>
                  <a:pt x="10807098" y="616073"/>
                  <a:pt x="10819747" y="621351"/>
                </a:cubicBezTo>
                <a:cubicBezTo>
                  <a:pt x="10832398" y="626630"/>
                  <a:pt x="10846356" y="639592"/>
                  <a:pt x="10864632" y="644858"/>
                </a:cubicBezTo>
                <a:cubicBezTo>
                  <a:pt x="10895617" y="652290"/>
                  <a:pt x="10921550" y="640451"/>
                  <a:pt x="10929407" y="652945"/>
                </a:cubicBezTo>
                <a:cubicBezTo>
                  <a:pt x="10945460" y="653176"/>
                  <a:pt x="10968148" y="640553"/>
                  <a:pt x="10979412" y="654217"/>
                </a:cubicBezTo>
                <a:cubicBezTo>
                  <a:pt x="10981679" y="643737"/>
                  <a:pt x="10997287" y="663414"/>
                  <a:pt x="11006959" y="657017"/>
                </a:cubicBezTo>
                <a:cubicBezTo>
                  <a:pt x="11023230" y="659396"/>
                  <a:pt x="11051890" y="662462"/>
                  <a:pt x="11077038" y="668487"/>
                </a:cubicBezTo>
                <a:cubicBezTo>
                  <a:pt x="11097000" y="690299"/>
                  <a:pt x="11141286" y="676399"/>
                  <a:pt x="11157850" y="693164"/>
                </a:cubicBezTo>
                <a:cubicBezTo>
                  <a:pt x="11163800" y="695757"/>
                  <a:pt x="11169599" y="696942"/>
                  <a:pt x="11175276" y="697243"/>
                </a:cubicBezTo>
                <a:lnTo>
                  <a:pt x="11191131" y="696085"/>
                </a:lnTo>
                <a:lnTo>
                  <a:pt x="11195573" y="691751"/>
                </a:lnTo>
                <a:lnTo>
                  <a:pt x="11205299" y="693247"/>
                </a:lnTo>
                <a:lnTo>
                  <a:pt x="11223770" y="690335"/>
                </a:lnTo>
                <a:cubicBezTo>
                  <a:pt x="11237778" y="693777"/>
                  <a:pt x="11256852" y="701947"/>
                  <a:pt x="11292119" y="713311"/>
                </a:cubicBezTo>
                <a:cubicBezTo>
                  <a:pt x="11334878" y="733451"/>
                  <a:pt x="11401662" y="729175"/>
                  <a:pt x="11435379" y="758519"/>
                </a:cubicBezTo>
                <a:lnTo>
                  <a:pt x="11604406" y="810476"/>
                </a:lnTo>
                <a:lnTo>
                  <a:pt x="11652155" y="825109"/>
                </a:lnTo>
                <a:lnTo>
                  <a:pt x="11654192" y="827301"/>
                </a:lnTo>
                <a:cubicBezTo>
                  <a:pt x="11661650" y="834729"/>
                  <a:pt x="11669215" y="841480"/>
                  <a:pt x="11676599" y="846628"/>
                </a:cubicBezTo>
                <a:cubicBezTo>
                  <a:pt x="11688258" y="861760"/>
                  <a:pt x="11752266" y="896888"/>
                  <a:pt x="11775168" y="890664"/>
                </a:cubicBezTo>
                <a:cubicBezTo>
                  <a:pt x="11790977" y="883819"/>
                  <a:pt x="11808364" y="879901"/>
                  <a:pt x="11826341" y="877558"/>
                </a:cubicBezTo>
                <a:lnTo>
                  <a:pt x="11879068" y="874038"/>
                </a:lnTo>
                <a:lnTo>
                  <a:pt x="11889563" y="878619"/>
                </a:lnTo>
                <a:lnTo>
                  <a:pt x="12016613" y="886111"/>
                </a:lnTo>
                <a:lnTo>
                  <a:pt x="12108292" y="868500"/>
                </a:lnTo>
                <a:cubicBezTo>
                  <a:pt x="12129725" y="867311"/>
                  <a:pt x="12157891" y="874537"/>
                  <a:pt x="12182910" y="882003"/>
                </a:cubicBezTo>
                <a:lnTo>
                  <a:pt x="12192000" y="884778"/>
                </a:lnTo>
                <a:lnTo>
                  <a:pt x="12192000" y="1610315"/>
                </a:lnTo>
                <a:lnTo>
                  <a:pt x="12191998" y="1610315"/>
                </a:lnTo>
                <a:lnTo>
                  <a:pt x="12191998" y="1924333"/>
                </a:lnTo>
                <a:lnTo>
                  <a:pt x="0" y="1924333"/>
                </a:lnTo>
                <a:lnTo>
                  <a:pt x="0" y="505159"/>
                </a:lnTo>
                <a:lnTo>
                  <a:pt x="5722" y="508889"/>
                </a:lnTo>
                <a:cubicBezTo>
                  <a:pt x="21614" y="518548"/>
                  <a:pt x="33814" y="524781"/>
                  <a:pt x="38476" y="524137"/>
                </a:cubicBezTo>
                <a:cubicBezTo>
                  <a:pt x="99229" y="544180"/>
                  <a:pt x="142010" y="538457"/>
                  <a:pt x="192883" y="545272"/>
                </a:cubicBezTo>
                <a:cubicBezTo>
                  <a:pt x="277629" y="525210"/>
                  <a:pt x="293434" y="558443"/>
                  <a:pt x="343710" y="565029"/>
                </a:cubicBezTo>
                <a:cubicBezTo>
                  <a:pt x="383094" y="555729"/>
                  <a:pt x="425462" y="556271"/>
                  <a:pt x="471066" y="549837"/>
                </a:cubicBezTo>
                <a:cubicBezTo>
                  <a:pt x="513583" y="544428"/>
                  <a:pt x="569194" y="531004"/>
                  <a:pt x="617333" y="526428"/>
                </a:cubicBezTo>
                <a:cubicBezTo>
                  <a:pt x="660031" y="520760"/>
                  <a:pt x="696675" y="523882"/>
                  <a:pt x="725203" y="523793"/>
                </a:cubicBezTo>
                <a:cubicBezTo>
                  <a:pt x="736650" y="521695"/>
                  <a:pt x="780513" y="502146"/>
                  <a:pt x="788494" y="505799"/>
                </a:cubicBezTo>
                <a:lnTo>
                  <a:pt x="885977" y="526585"/>
                </a:lnTo>
                <a:cubicBezTo>
                  <a:pt x="906140" y="522837"/>
                  <a:pt x="917203" y="532232"/>
                  <a:pt x="932142" y="528005"/>
                </a:cubicBezTo>
                <a:cubicBezTo>
                  <a:pt x="963701" y="524128"/>
                  <a:pt x="1061555" y="499582"/>
                  <a:pt x="1090404" y="498299"/>
                </a:cubicBezTo>
                <a:cubicBezTo>
                  <a:pt x="1132840" y="494057"/>
                  <a:pt x="1148476" y="496041"/>
                  <a:pt x="1188628" y="483151"/>
                </a:cubicBezTo>
                <a:cubicBezTo>
                  <a:pt x="1230397" y="468408"/>
                  <a:pt x="1278711" y="457638"/>
                  <a:pt x="1316247" y="425979"/>
                </a:cubicBezTo>
                <a:cubicBezTo>
                  <a:pt x="1322662" y="417251"/>
                  <a:pt x="1339433" y="418553"/>
                  <a:pt x="1357712" y="416549"/>
                </a:cubicBezTo>
                <a:cubicBezTo>
                  <a:pt x="1375991" y="414544"/>
                  <a:pt x="1423507" y="412949"/>
                  <a:pt x="1425921" y="413953"/>
                </a:cubicBezTo>
                <a:cubicBezTo>
                  <a:pt x="1450272" y="407937"/>
                  <a:pt x="1458223" y="388156"/>
                  <a:pt x="1503817" y="380457"/>
                </a:cubicBezTo>
                <a:cubicBezTo>
                  <a:pt x="1541095" y="377398"/>
                  <a:pt x="1605565" y="376357"/>
                  <a:pt x="1639196" y="372785"/>
                </a:cubicBezTo>
                <a:cubicBezTo>
                  <a:pt x="1653280" y="376736"/>
                  <a:pt x="1695289" y="365766"/>
                  <a:pt x="1705606" y="359023"/>
                </a:cubicBezTo>
                <a:cubicBezTo>
                  <a:pt x="1729169" y="336295"/>
                  <a:pt x="1793207" y="348537"/>
                  <a:pt x="1813011" y="331023"/>
                </a:cubicBezTo>
                <a:cubicBezTo>
                  <a:pt x="1820772" y="328179"/>
                  <a:pt x="1823566" y="341833"/>
                  <a:pt x="1831380" y="341307"/>
                </a:cubicBezTo>
                <a:lnTo>
                  <a:pt x="1858612" y="326777"/>
                </a:lnTo>
                <a:lnTo>
                  <a:pt x="1880661" y="335987"/>
                </a:lnTo>
                <a:lnTo>
                  <a:pt x="1941495" y="310792"/>
                </a:lnTo>
                <a:cubicBezTo>
                  <a:pt x="1978970" y="307223"/>
                  <a:pt x="1947391" y="291714"/>
                  <a:pt x="1995402" y="305480"/>
                </a:cubicBezTo>
                <a:cubicBezTo>
                  <a:pt x="2042464" y="298034"/>
                  <a:pt x="2153424" y="281146"/>
                  <a:pt x="2223864" y="266118"/>
                </a:cubicBezTo>
                <a:cubicBezTo>
                  <a:pt x="2261296" y="256300"/>
                  <a:pt x="2360518" y="238323"/>
                  <a:pt x="2418043" y="215314"/>
                </a:cubicBezTo>
                <a:cubicBezTo>
                  <a:pt x="2472088" y="206823"/>
                  <a:pt x="2499422" y="162612"/>
                  <a:pt x="2558461" y="168193"/>
                </a:cubicBezTo>
                <a:cubicBezTo>
                  <a:pt x="2559660" y="164506"/>
                  <a:pt x="2592244" y="161337"/>
                  <a:pt x="2595535" y="158548"/>
                </a:cubicBezTo>
                <a:lnTo>
                  <a:pt x="2626942" y="130400"/>
                </a:lnTo>
                <a:lnTo>
                  <a:pt x="2632225" y="130446"/>
                </a:lnTo>
                <a:lnTo>
                  <a:pt x="2696856" y="128498"/>
                </a:lnTo>
                <a:lnTo>
                  <a:pt x="2759767" y="127784"/>
                </a:lnTo>
                <a:cubicBezTo>
                  <a:pt x="2770024" y="123546"/>
                  <a:pt x="2781047" y="119463"/>
                  <a:pt x="2792685" y="115710"/>
                </a:cubicBezTo>
                <a:lnTo>
                  <a:pt x="2799767" y="113754"/>
                </a:lnTo>
                <a:lnTo>
                  <a:pt x="2829799" y="120042"/>
                </a:lnTo>
                <a:lnTo>
                  <a:pt x="2890704" y="121493"/>
                </a:lnTo>
                <a:cubicBezTo>
                  <a:pt x="2935390" y="121035"/>
                  <a:pt x="2990780" y="113193"/>
                  <a:pt x="3042646" y="112273"/>
                </a:cubicBezTo>
                <a:cubicBezTo>
                  <a:pt x="3077119" y="111474"/>
                  <a:pt x="3124089" y="100414"/>
                  <a:pt x="3146630" y="100898"/>
                </a:cubicBezTo>
                <a:cubicBezTo>
                  <a:pt x="3169381" y="117699"/>
                  <a:pt x="3224695" y="125864"/>
                  <a:pt x="3233163" y="120200"/>
                </a:cubicBezTo>
                <a:lnTo>
                  <a:pt x="3372699" y="129394"/>
                </a:lnTo>
                <a:cubicBezTo>
                  <a:pt x="3389020" y="126586"/>
                  <a:pt x="3397563" y="116804"/>
                  <a:pt x="3394352" y="131671"/>
                </a:cubicBezTo>
                <a:cubicBezTo>
                  <a:pt x="3406102" y="131485"/>
                  <a:pt x="3429770" y="120938"/>
                  <a:pt x="3448218" y="118229"/>
                </a:cubicBezTo>
                <a:lnTo>
                  <a:pt x="3505047" y="115412"/>
                </a:lnTo>
                <a:lnTo>
                  <a:pt x="3521767" y="111071"/>
                </a:lnTo>
                <a:cubicBezTo>
                  <a:pt x="3526335" y="108877"/>
                  <a:pt x="3582156" y="117732"/>
                  <a:pt x="3585137" y="114371"/>
                </a:cubicBezTo>
                <a:cubicBezTo>
                  <a:pt x="3638265" y="102098"/>
                  <a:pt x="3633789" y="98565"/>
                  <a:pt x="3690293" y="98301"/>
                </a:cubicBezTo>
                <a:cubicBezTo>
                  <a:pt x="3782197" y="112746"/>
                  <a:pt x="3826738" y="92943"/>
                  <a:pt x="3867818" y="88985"/>
                </a:cubicBezTo>
                <a:cubicBezTo>
                  <a:pt x="3943777" y="81477"/>
                  <a:pt x="3990501" y="75194"/>
                  <a:pt x="4091337" y="70813"/>
                </a:cubicBezTo>
                <a:cubicBezTo>
                  <a:pt x="4154422" y="62932"/>
                  <a:pt x="4217060" y="45734"/>
                  <a:pt x="4246332" y="41697"/>
                </a:cubicBezTo>
                <a:cubicBezTo>
                  <a:pt x="4253308" y="42804"/>
                  <a:pt x="4260125" y="44606"/>
                  <a:pt x="4266975" y="46592"/>
                </a:cubicBezTo>
                <a:lnTo>
                  <a:pt x="4270566" y="47620"/>
                </a:lnTo>
                <a:lnTo>
                  <a:pt x="4288964" y="52766"/>
                </a:lnTo>
                <a:lnTo>
                  <a:pt x="4365137" y="51783"/>
                </a:lnTo>
                <a:lnTo>
                  <a:pt x="4430546" y="44555"/>
                </a:lnTo>
                <a:lnTo>
                  <a:pt x="4444136" y="39567"/>
                </a:lnTo>
                <a:lnTo>
                  <a:pt x="4534039" y="31604"/>
                </a:lnTo>
                <a:lnTo>
                  <a:pt x="4560448" y="25231"/>
                </a:lnTo>
                <a:lnTo>
                  <a:pt x="4568006" y="25970"/>
                </a:lnTo>
                <a:cubicBezTo>
                  <a:pt x="4580278" y="23866"/>
                  <a:pt x="4594878" y="14904"/>
                  <a:pt x="4595497" y="22958"/>
                </a:cubicBezTo>
                <a:lnTo>
                  <a:pt x="4608623" y="18108"/>
                </a:lnTo>
                <a:lnTo>
                  <a:pt x="4623942" y="22251"/>
                </a:lnTo>
                <a:cubicBezTo>
                  <a:pt x="4633227" y="23117"/>
                  <a:pt x="4655429" y="23973"/>
                  <a:pt x="4664336" y="23306"/>
                </a:cubicBezTo>
                <a:lnTo>
                  <a:pt x="4677385" y="18246"/>
                </a:lnTo>
                <a:lnTo>
                  <a:pt x="4698143" y="18036"/>
                </a:lnTo>
                <a:cubicBezTo>
                  <a:pt x="4710347" y="18931"/>
                  <a:pt x="4736189" y="22441"/>
                  <a:pt x="4750609" y="23611"/>
                </a:cubicBezTo>
                <a:cubicBezTo>
                  <a:pt x="4764270" y="27424"/>
                  <a:pt x="4774858" y="29782"/>
                  <a:pt x="4784658" y="25057"/>
                </a:cubicBezTo>
                <a:cubicBezTo>
                  <a:pt x="4804708" y="29613"/>
                  <a:pt x="4822811" y="48263"/>
                  <a:pt x="4847558" y="38726"/>
                </a:cubicBezTo>
                <a:cubicBezTo>
                  <a:pt x="4868304" y="42993"/>
                  <a:pt x="4867190" y="47939"/>
                  <a:pt x="4909134" y="50659"/>
                </a:cubicBezTo>
                <a:cubicBezTo>
                  <a:pt x="4945026" y="52455"/>
                  <a:pt x="5063406" y="54096"/>
                  <a:pt x="5099219" y="55050"/>
                </a:cubicBezTo>
                <a:cubicBezTo>
                  <a:pt x="5145195" y="57873"/>
                  <a:pt x="5163254" y="65473"/>
                  <a:pt x="5184992" y="67596"/>
                </a:cubicBezTo>
                <a:cubicBezTo>
                  <a:pt x="5206728" y="69720"/>
                  <a:pt x="5195578" y="65687"/>
                  <a:pt x="5229637" y="67789"/>
                </a:cubicBezTo>
                <a:cubicBezTo>
                  <a:pt x="5263695" y="69892"/>
                  <a:pt x="5345217" y="78854"/>
                  <a:pt x="5389346" y="80211"/>
                </a:cubicBezTo>
                <a:cubicBezTo>
                  <a:pt x="5425889" y="83191"/>
                  <a:pt x="5461943" y="84751"/>
                  <a:pt x="5494414" y="75926"/>
                </a:cubicBezTo>
                <a:lnTo>
                  <a:pt x="5528443" y="77206"/>
                </a:lnTo>
                <a:cubicBezTo>
                  <a:pt x="5582723" y="71370"/>
                  <a:pt x="5638917" y="68385"/>
                  <a:pt x="5684939" y="50269"/>
                </a:cubicBezTo>
                <a:cubicBezTo>
                  <a:pt x="5724389" y="45804"/>
                  <a:pt x="5737860" y="52916"/>
                  <a:pt x="5765146" y="50414"/>
                </a:cubicBezTo>
                <a:cubicBezTo>
                  <a:pt x="5792695" y="43060"/>
                  <a:pt x="5827352" y="38097"/>
                  <a:pt x="5848655" y="35257"/>
                </a:cubicBezTo>
                <a:lnTo>
                  <a:pt x="5930656" y="30131"/>
                </a:lnTo>
                <a:lnTo>
                  <a:pt x="6124150" y="31679"/>
                </a:lnTo>
                <a:cubicBezTo>
                  <a:pt x="6138131" y="22216"/>
                  <a:pt x="6167730" y="4075"/>
                  <a:pt x="6189199" y="588"/>
                </a:cubicBezTo>
                <a:close/>
              </a:path>
            </a:pathLst>
          </a:custGeom>
          <a:solidFill>
            <a:srgbClr val="82766A">
              <a:alpha val="15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7D53199D-D83D-A8C1-3F5C-E5B3AD18314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55060" y="5279511"/>
            <a:ext cx="9681882" cy="739880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ctr"/>
            <a:r>
              <a:rPr lang="es-ES" sz="3600" kern="1200" noProof="0" dirty="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  <a:ea typeface="+mj-ea"/>
                <a:cs typeface="+mj-cs"/>
              </a:rPr>
              <a:t>De dónde vienen y lo que más les gusta</a:t>
            </a:r>
          </a:p>
        </p:txBody>
      </p:sp>
      <p:pic>
        <p:nvPicPr>
          <p:cNvPr id="8" name="Imagen 7" descr="Gráfico, Gráfico de barras&#10;&#10;El contenido generado por IA puede ser incorrecto.">
            <a:extLst>
              <a:ext uri="{FF2B5EF4-FFF2-40B4-BE49-F238E27FC236}">
                <a16:creationId xmlns:a16="http://schemas.microsoft.com/office/drawing/2014/main" id="{2B0D5D7F-7EC5-FE94-5B54-8182DEE5768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34" y="579473"/>
            <a:ext cx="8534330" cy="42244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2875239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7" name="Rectangle 16">
            <a:extLst>
              <a:ext uri="{FF2B5EF4-FFF2-40B4-BE49-F238E27FC236}">
                <a16:creationId xmlns:a16="http://schemas.microsoft.com/office/drawing/2014/main" id="{F0DCC097-1DB8-4B6D-85D0-6FBA0E1CA4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Freeform: Shape 18">
            <a:extLst>
              <a:ext uri="{FF2B5EF4-FFF2-40B4-BE49-F238E27FC236}">
                <a16:creationId xmlns:a16="http://schemas.microsoft.com/office/drawing/2014/main" id="{E0B58608-23C8-4441-994D-C6823EEE1DB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12191999" cy="2083506"/>
          </a:xfrm>
          <a:custGeom>
            <a:avLst/>
            <a:gdLst>
              <a:gd name="connsiteX0" fmla="*/ 0 w 12191999"/>
              <a:gd name="connsiteY0" fmla="*/ 0 h 2083506"/>
              <a:gd name="connsiteX1" fmla="*/ 9429748 w 12191999"/>
              <a:gd name="connsiteY1" fmla="*/ 0 h 2083506"/>
              <a:gd name="connsiteX2" fmla="*/ 9429748 w 12191999"/>
              <a:gd name="connsiteY2" fmla="*/ 1 h 2083506"/>
              <a:gd name="connsiteX3" fmla="*/ 12191999 w 12191999"/>
              <a:gd name="connsiteY3" fmla="*/ 1 h 2083506"/>
              <a:gd name="connsiteX4" fmla="*/ 12191999 w 12191999"/>
              <a:gd name="connsiteY4" fmla="*/ 1164372 h 2083506"/>
              <a:gd name="connsiteX5" fmla="*/ 12147852 w 12191999"/>
              <a:gd name="connsiteY5" fmla="*/ 1163783 h 2083506"/>
              <a:gd name="connsiteX6" fmla="*/ 11993604 w 12191999"/>
              <a:gd name="connsiteY6" fmla="*/ 1153496 h 2083506"/>
              <a:gd name="connsiteX7" fmla="*/ 11865319 w 12191999"/>
              <a:gd name="connsiteY7" fmla="*/ 1176624 h 2083506"/>
              <a:gd name="connsiteX8" fmla="*/ 11718353 w 12191999"/>
              <a:gd name="connsiteY8" fmla="*/ 1209136 h 2083506"/>
              <a:gd name="connsiteX9" fmla="*/ 11609067 w 12191999"/>
              <a:gd name="connsiteY9" fmla="*/ 1218512 h 2083506"/>
              <a:gd name="connsiteX10" fmla="*/ 11545958 w 12191999"/>
              <a:gd name="connsiteY10" fmla="*/ 1240430 h 2083506"/>
              <a:gd name="connsiteX11" fmla="*/ 11445770 w 12191999"/>
              <a:gd name="connsiteY11" fmla="*/ 1225780 h 2083506"/>
              <a:gd name="connsiteX12" fmla="*/ 11398842 w 12191999"/>
              <a:gd name="connsiteY12" fmla="*/ 1227250 h 2083506"/>
              <a:gd name="connsiteX13" fmla="*/ 11240093 w 12191999"/>
              <a:gd name="connsiteY13" fmla="*/ 1266797 h 2083506"/>
              <a:gd name="connsiteX14" fmla="*/ 11141364 w 12191999"/>
              <a:gd name="connsiteY14" fmla="*/ 1288059 h 2083506"/>
              <a:gd name="connsiteX15" fmla="*/ 11015396 w 12191999"/>
              <a:gd name="connsiteY15" fmla="*/ 1353104 h 2083506"/>
              <a:gd name="connsiteX16" fmla="*/ 10973905 w 12191999"/>
              <a:gd name="connsiteY16" fmla="*/ 1365109 h 2083506"/>
              <a:gd name="connsiteX17" fmla="*/ 10904858 w 12191999"/>
              <a:gd name="connsiteY17" fmla="*/ 1371966 h 2083506"/>
              <a:gd name="connsiteX18" fmla="*/ 10827883 w 12191999"/>
              <a:gd name="connsiteY18" fmla="*/ 1410270 h 2083506"/>
              <a:gd name="connsiteX19" fmla="*/ 10690996 w 12191999"/>
              <a:gd name="connsiteY19" fmla="*/ 1426394 h 2083506"/>
              <a:gd name="connsiteX20" fmla="*/ 10624461 w 12191999"/>
              <a:gd name="connsiteY20" fmla="*/ 1444283 h 2083506"/>
              <a:gd name="connsiteX21" fmla="*/ 10517208 w 12191999"/>
              <a:gd name="connsiteY21" fmla="*/ 1478947 h 2083506"/>
              <a:gd name="connsiteX22" fmla="*/ 10497937 w 12191999"/>
              <a:gd name="connsiteY22" fmla="*/ 1469831 h 2083506"/>
              <a:gd name="connsiteX23" fmla="*/ 10471201 w 12191999"/>
              <a:gd name="connsiteY23" fmla="*/ 1486037 h 2083506"/>
              <a:gd name="connsiteX24" fmla="*/ 10448263 w 12191999"/>
              <a:gd name="connsiteY24" fmla="*/ 1478223 h 2083506"/>
              <a:gd name="connsiteX25" fmla="*/ 10388089 w 12191999"/>
              <a:gd name="connsiteY25" fmla="*/ 1507175 h 2083506"/>
              <a:gd name="connsiteX26" fmla="*/ 10333720 w 12191999"/>
              <a:gd name="connsiteY26" fmla="*/ 1515848 h 2083506"/>
              <a:gd name="connsiteX27" fmla="*/ 10104338 w 12191999"/>
              <a:gd name="connsiteY27" fmla="*/ 1569424 h 2083506"/>
              <a:gd name="connsiteX28" fmla="*/ 9910445 w 12191999"/>
              <a:gd name="connsiteY28" fmla="*/ 1632275 h 2083506"/>
              <a:gd name="connsiteX29" fmla="*/ 9770872 w 12191999"/>
              <a:gd name="connsiteY29" fmla="*/ 1688088 h 2083506"/>
              <a:gd name="connsiteX30" fmla="*/ 9733849 w 12191999"/>
              <a:gd name="connsiteY30" fmla="*/ 1700034 h 2083506"/>
              <a:gd name="connsiteX31" fmla="*/ 9703714 w 12191999"/>
              <a:gd name="connsiteY31" fmla="*/ 1730093 h 2083506"/>
              <a:gd name="connsiteX32" fmla="*/ 9698351 w 12191999"/>
              <a:gd name="connsiteY32" fmla="*/ 1730377 h 2083506"/>
              <a:gd name="connsiteX33" fmla="*/ 9632895 w 12191999"/>
              <a:gd name="connsiteY33" fmla="*/ 1736363 h 2083506"/>
              <a:gd name="connsiteX34" fmla="*/ 9569107 w 12191999"/>
              <a:gd name="connsiteY34" fmla="*/ 1741010 h 2083506"/>
              <a:gd name="connsiteX35" fmla="*/ 9536451 w 12191999"/>
              <a:gd name="connsiteY35" fmla="*/ 1755120 h 2083506"/>
              <a:gd name="connsiteX36" fmla="*/ 9529385 w 12191999"/>
              <a:gd name="connsiteY36" fmla="*/ 1757515 h 2083506"/>
              <a:gd name="connsiteX37" fmla="*/ 9498527 w 12191999"/>
              <a:gd name="connsiteY37" fmla="*/ 1753117 h 2083506"/>
              <a:gd name="connsiteX38" fmla="*/ 9436642 w 12191999"/>
              <a:gd name="connsiteY38" fmla="*/ 1755478 h 2083506"/>
              <a:gd name="connsiteX39" fmla="*/ 9429748 w 12191999"/>
              <a:gd name="connsiteY39" fmla="*/ 1756317 h 2083506"/>
              <a:gd name="connsiteX40" fmla="*/ 9429748 w 12191999"/>
              <a:gd name="connsiteY40" fmla="*/ 1768745 h 2083506"/>
              <a:gd name="connsiteX41" fmla="*/ 9425802 w 12191999"/>
              <a:gd name="connsiteY41" fmla="*/ 1769273 h 2083506"/>
              <a:gd name="connsiteX42" fmla="*/ 9349763 w 12191999"/>
              <a:gd name="connsiteY42" fmla="*/ 1776107 h 2083506"/>
              <a:gd name="connsiteX43" fmla="*/ 9256503 w 12191999"/>
              <a:gd name="connsiteY43" fmla="*/ 1800699 h 2083506"/>
              <a:gd name="connsiteX44" fmla="*/ 9222873 w 12191999"/>
              <a:gd name="connsiteY44" fmla="*/ 1803003 h 2083506"/>
              <a:gd name="connsiteX45" fmla="*/ 9224095 w 12191999"/>
              <a:gd name="connsiteY45" fmla="*/ 1807355 h 2083506"/>
              <a:gd name="connsiteX46" fmla="*/ 9211603 w 12191999"/>
              <a:gd name="connsiteY46" fmla="*/ 1807675 h 2083506"/>
              <a:gd name="connsiteX47" fmla="*/ 9183719 w 12191999"/>
              <a:gd name="connsiteY47" fmla="*/ 1807781 h 2083506"/>
              <a:gd name="connsiteX48" fmla="*/ 9100221 w 12191999"/>
              <a:gd name="connsiteY48" fmla="*/ 1808989 h 2083506"/>
              <a:gd name="connsiteX49" fmla="*/ 9077439 w 12191999"/>
              <a:gd name="connsiteY49" fmla="*/ 1817333 h 2083506"/>
              <a:gd name="connsiteX50" fmla="*/ 9055889 w 12191999"/>
              <a:gd name="connsiteY50" fmla="*/ 1817464 h 2083506"/>
              <a:gd name="connsiteX51" fmla="*/ 8930912 w 12191999"/>
              <a:gd name="connsiteY51" fmla="*/ 1828648 h 2083506"/>
              <a:gd name="connsiteX52" fmla="*/ 8913729 w 12191999"/>
              <a:gd name="connsiteY52" fmla="*/ 1829483 h 2083506"/>
              <a:gd name="connsiteX53" fmla="*/ 8904423 w 12191999"/>
              <a:gd name="connsiteY53" fmla="*/ 1833234 h 2083506"/>
              <a:gd name="connsiteX54" fmla="*/ 8871099 w 12191999"/>
              <a:gd name="connsiteY54" fmla="*/ 1833979 h 2083506"/>
              <a:gd name="connsiteX55" fmla="*/ 8869557 w 12191999"/>
              <a:gd name="connsiteY55" fmla="*/ 1836113 h 2083506"/>
              <a:gd name="connsiteX56" fmla="*/ 8760021 w 12191999"/>
              <a:gd name="connsiteY56" fmla="*/ 1854442 h 2083506"/>
              <a:gd name="connsiteX57" fmla="*/ 8741254 w 12191999"/>
              <a:gd name="connsiteY57" fmla="*/ 1857469 h 2083506"/>
              <a:gd name="connsiteX58" fmla="*/ 8725039 w 12191999"/>
              <a:gd name="connsiteY58" fmla="*/ 1856552 h 2083506"/>
              <a:gd name="connsiteX59" fmla="*/ 8635265 w 12191999"/>
              <a:gd name="connsiteY59" fmla="*/ 1859168 h 2083506"/>
              <a:gd name="connsiteX60" fmla="*/ 8613911 w 12191999"/>
              <a:gd name="connsiteY60" fmla="*/ 1857561 h 2083506"/>
              <a:gd name="connsiteX61" fmla="*/ 8604931 w 12191999"/>
              <a:gd name="connsiteY61" fmla="*/ 1854170 h 2083506"/>
              <a:gd name="connsiteX62" fmla="*/ 8570171 w 12191999"/>
              <a:gd name="connsiteY62" fmla="*/ 1860579 h 2083506"/>
              <a:gd name="connsiteX63" fmla="*/ 8516537 w 12191999"/>
              <a:gd name="connsiteY63" fmla="*/ 1864971 h 2083506"/>
              <a:gd name="connsiteX64" fmla="*/ 8491046 w 12191999"/>
              <a:gd name="connsiteY64" fmla="*/ 1868141 h 2083506"/>
              <a:gd name="connsiteX65" fmla="*/ 8470478 w 12191999"/>
              <a:gd name="connsiteY65" fmla="*/ 1866216 h 2083506"/>
              <a:gd name="connsiteX66" fmla="*/ 8353433 w 12191999"/>
              <a:gd name="connsiteY66" fmla="*/ 1865729 h 2083506"/>
              <a:gd name="connsiteX67" fmla="*/ 8347675 w 12191999"/>
              <a:gd name="connsiteY67" fmla="*/ 1865075 h 2083506"/>
              <a:gd name="connsiteX68" fmla="*/ 8343939 w 12191999"/>
              <a:gd name="connsiteY68" fmla="*/ 1865677 h 2083506"/>
              <a:gd name="connsiteX69" fmla="*/ 8221566 w 12191999"/>
              <a:gd name="connsiteY69" fmla="*/ 1881148 h 2083506"/>
              <a:gd name="connsiteX70" fmla="*/ 8066095 w 12191999"/>
              <a:gd name="connsiteY70" fmla="*/ 1919902 h 2083506"/>
              <a:gd name="connsiteX71" fmla="*/ 8044849 w 12191999"/>
              <a:gd name="connsiteY71" fmla="*/ 1916308 h 2083506"/>
              <a:gd name="connsiteX72" fmla="*/ 8041142 w 12191999"/>
              <a:gd name="connsiteY72" fmla="*/ 1915506 h 2083506"/>
              <a:gd name="connsiteX73" fmla="*/ 8022159 w 12191999"/>
              <a:gd name="connsiteY73" fmla="*/ 1911521 h 2083506"/>
              <a:gd name="connsiteX74" fmla="*/ 7944932 w 12191999"/>
              <a:gd name="connsiteY74" fmla="*/ 1917265 h 2083506"/>
              <a:gd name="connsiteX75" fmla="*/ 7879011 w 12191999"/>
              <a:gd name="connsiteY75" fmla="*/ 1928570 h 2083506"/>
              <a:gd name="connsiteX76" fmla="*/ 7865529 w 12191999"/>
              <a:gd name="connsiteY76" fmla="*/ 1934399 h 2083506"/>
              <a:gd name="connsiteX77" fmla="*/ 7774801 w 12191999"/>
              <a:gd name="connsiteY77" fmla="*/ 1947969 h 2083506"/>
              <a:gd name="connsiteX78" fmla="*/ 7748398 w 12191999"/>
              <a:gd name="connsiteY78" fmla="*/ 1955982 h 2083506"/>
              <a:gd name="connsiteX79" fmla="*/ 7740684 w 12191999"/>
              <a:gd name="connsiteY79" fmla="*/ 1955717 h 2083506"/>
              <a:gd name="connsiteX80" fmla="*/ 7712976 w 12191999"/>
              <a:gd name="connsiteY80" fmla="*/ 1960442 h 2083506"/>
              <a:gd name="connsiteX81" fmla="*/ 7699956 w 12191999"/>
              <a:gd name="connsiteY81" fmla="*/ 1966104 h 2083506"/>
              <a:gd name="connsiteX82" fmla="*/ 7684158 w 12191999"/>
              <a:gd name="connsiteY82" fmla="*/ 1962927 h 2083506"/>
              <a:gd name="connsiteX83" fmla="*/ 7643109 w 12191999"/>
              <a:gd name="connsiteY83" fmla="*/ 1964400 h 2083506"/>
              <a:gd name="connsiteX84" fmla="*/ 7630180 w 12191999"/>
              <a:gd name="connsiteY84" fmla="*/ 1970266 h 2083506"/>
              <a:gd name="connsiteX85" fmla="*/ 7609131 w 12191999"/>
              <a:gd name="connsiteY85" fmla="*/ 1971774 h 2083506"/>
              <a:gd name="connsiteX86" fmla="*/ 7555555 w 12191999"/>
              <a:gd name="connsiteY86" fmla="*/ 1969491 h 2083506"/>
              <a:gd name="connsiteX87" fmla="*/ 7520919 w 12191999"/>
              <a:gd name="connsiteY87" fmla="*/ 1970177 h 2083506"/>
              <a:gd name="connsiteX88" fmla="*/ 7456258 w 12191999"/>
              <a:gd name="connsiteY88" fmla="*/ 1960468 h 2083506"/>
              <a:gd name="connsiteX89" fmla="*/ 7393047 w 12191999"/>
              <a:gd name="connsiteY89" fmla="*/ 1952408 h 2083506"/>
              <a:gd name="connsiteX90" fmla="*/ 7199912 w 12191999"/>
              <a:gd name="connsiteY90" fmla="*/ 1959913 h 2083506"/>
              <a:gd name="connsiteX91" fmla="*/ 7146774 w 12191999"/>
              <a:gd name="connsiteY91" fmla="*/ 1956641 h 2083506"/>
              <a:gd name="connsiteX92" fmla="*/ 7122244 w 12191999"/>
              <a:gd name="connsiteY92" fmla="*/ 1953891 h 2083506"/>
              <a:gd name="connsiteX93" fmla="*/ 7032241 w 12191999"/>
              <a:gd name="connsiteY93" fmla="*/ 1962723 h 2083506"/>
              <a:gd name="connsiteX94" fmla="*/ 6941492 w 12191999"/>
              <a:gd name="connsiteY94" fmla="*/ 1976868 h 2083506"/>
              <a:gd name="connsiteX95" fmla="*/ 6906514 w 12191999"/>
              <a:gd name="connsiteY95" fmla="*/ 1968589 h 2083506"/>
              <a:gd name="connsiteX96" fmla="*/ 6826395 w 12191999"/>
              <a:gd name="connsiteY96" fmla="*/ 1974141 h 2083506"/>
              <a:gd name="connsiteX97" fmla="*/ 6716431 w 12191999"/>
              <a:gd name="connsiteY97" fmla="*/ 2004297 h 2083506"/>
              <a:gd name="connsiteX98" fmla="*/ 6569607 w 12191999"/>
              <a:gd name="connsiteY98" fmla="*/ 2015496 h 2083506"/>
              <a:gd name="connsiteX99" fmla="*/ 6561430 w 12191999"/>
              <a:gd name="connsiteY99" fmla="*/ 2020996 h 2083506"/>
              <a:gd name="connsiteX100" fmla="*/ 6549371 w 12191999"/>
              <a:gd name="connsiteY100" fmla="*/ 2024747 h 2083506"/>
              <a:gd name="connsiteX101" fmla="*/ 6547040 w 12191999"/>
              <a:gd name="connsiteY101" fmla="*/ 2024474 h 2083506"/>
              <a:gd name="connsiteX102" fmla="*/ 6530482 w 12191999"/>
              <a:gd name="connsiteY102" fmla="*/ 2026659 h 2083506"/>
              <a:gd name="connsiteX103" fmla="*/ 6528565 w 12191999"/>
              <a:gd name="connsiteY103" fmla="*/ 2028600 h 2083506"/>
              <a:gd name="connsiteX104" fmla="*/ 6517741 w 12191999"/>
              <a:gd name="connsiteY104" fmla="*/ 2030558 h 2083506"/>
              <a:gd name="connsiteX105" fmla="*/ 6497855 w 12191999"/>
              <a:gd name="connsiteY105" fmla="*/ 2035650 h 2083506"/>
              <a:gd name="connsiteX106" fmla="*/ 6492785 w 12191999"/>
              <a:gd name="connsiteY106" fmla="*/ 2035444 h 2083506"/>
              <a:gd name="connsiteX107" fmla="*/ 6460692 w 12191999"/>
              <a:gd name="connsiteY107" fmla="*/ 2041321 h 2083506"/>
              <a:gd name="connsiteX108" fmla="*/ 6459609 w 12191999"/>
              <a:gd name="connsiteY108" fmla="*/ 2040851 h 2083506"/>
              <a:gd name="connsiteX109" fmla="*/ 6447765 w 12191999"/>
              <a:gd name="connsiteY109" fmla="*/ 2040102 h 2083506"/>
              <a:gd name="connsiteX110" fmla="*/ 6426590 w 12191999"/>
              <a:gd name="connsiteY110" fmla="*/ 2039928 h 2083506"/>
              <a:gd name="connsiteX111" fmla="*/ 6401693 w 12191999"/>
              <a:gd name="connsiteY111" fmla="*/ 2033537 h 2083506"/>
              <a:gd name="connsiteX112" fmla="*/ 6387141 w 12191999"/>
              <a:gd name="connsiteY112" fmla="*/ 2033161 h 2083506"/>
              <a:gd name="connsiteX113" fmla="*/ 6357846 w 12191999"/>
              <a:gd name="connsiteY113" fmla="*/ 2036782 h 2083506"/>
              <a:gd name="connsiteX114" fmla="*/ 6342914 w 12191999"/>
              <a:gd name="connsiteY114" fmla="*/ 2037585 h 2083506"/>
              <a:gd name="connsiteX115" fmla="*/ 6336300 w 12191999"/>
              <a:gd name="connsiteY115" fmla="*/ 2038781 h 2083506"/>
              <a:gd name="connsiteX116" fmla="*/ 6317178 w 12191999"/>
              <a:gd name="connsiteY116" fmla="*/ 2038968 h 2083506"/>
              <a:gd name="connsiteX117" fmla="*/ 6161427 w 12191999"/>
              <a:gd name="connsiteY117" fmla="*/ 2047338 h 2083506"/>
              <a:gd name="connsiteX118" fmla="*/ 6097339 w 12191999"/>
              <a:gd name="connsiteY118" fmla="*/ 2082438 h 2083506"/>
              <a:gd name="connsiteX119" fmla="*/ 6079059 w 12191999"/>
              <a:gd name="connsiteY119" fmla="*/ 2081299 h 2083506"/>
              <a:gd name="connsiteX120" fmla="*/ 5998439 w 12191999"/>
              <a:gd name="connsiteY120" fmla="*/ 2070958 h 2083506"/>
              <a:gd name="connsiteX121" fmla="*/ 5904290 w 12191999"/>
              <a:gd name="connsiteY121" fmla="*/ 2070255 h 2083506"/>
              <a:gd name="connsiteX122" fmla="*/ 5814867 w 12191999"/>
              <a:gd name="connsiteY122" fmla="*/ 2079032 h 2083506"/>
              <a:gd name="connsiteX123" fmla="*/ 5725743 w 12191999"/>
              <a:gd name="connsiteY123" fmla="*/ 2070558 h 2083506"/>
              <a:gd name="connsiteX124" fmla="*/ 5650546 w 12191999"/>
              <a:gd name="connsiteY124" fmla="*/ 2052412 h 2083506"/>
              <a:gd name="connsiteX125" fmla="*/ 5581284 w 12191999"/>
              <a:gd name="connsiteY125" fmla="*/ 2023175 h 2083506"/>
              <a:gd name="connsiteX126" fmla="*/ 5572593 w 12191999"/>
              <a:gd name="connsiteY126" fmla="*/ 2018391 h 2083506"/>
              <a:gd name="connsiteX127" fmla="*/ 5548580 w 12191999"/>
              <a:gd name="connsiteY127" fmla="*/ 2016951 h 2083506"/>
              <a:gd name="connsiteX128" fmla="*/ 5471173 w 12191999"/>
              <a:gd name="connsiteY128" fmla="*/ 2018786 h 2083506"/>
              <a:gd name="connsiteX129" fmla="*/ 5340320 w 12191999"/>
              <a:gd name="connsiteY129" fmla="*/ 2037611 h 2083506"/>
              <a:gd name="connsiteX130" fmla="*/ 5254376 w 12191999"/>
              <a:gd name="connsiteY130" fmla="*/ 2042928 h 2083506"/>
              <a:gd name="connsiteX131" fmla="*/ 5258035 w 12191999"/>
              <a:gd name="connsiteY131" fmla="*/ 2035649 h 2083506"/>
              <a:gd name="connsiteX132" fmla="*/ 5230622 w 12191999"/>
              <a:gd name="connsiteY132" fmla="*/ 2024576 h 2083506"/>
              <a:gd name="connsiteX133" fmla="*/ 5026203 w 12191999"/>
              <a:gd name="connsiteY133" fmla="*/ 2030162 h 2083506"/>
              <a:gd name="connsiteX134" fmla="*/ 4973988 w 12191999"/>
              <a:gd name="connsiteY134" fmla="*/ 2026668 h 2083506"/>
              <a:gd name="connsiteX135" fmla="*/ 4928030 w 12191999"/>
              <a:gd name="connsiteY135" fmla="*/ 2033642 h 2083506"/>
              <a:gd name="connsiteX136" fmla="*/ 4908970 w 12191999"/>
              <a:gd name="connsiteY136" fmla="*/ 2030033 h 2083506"/>
              <a:gd name="connsiteX137" fmla="*/ 4905679 w 12191999"/>
              <a:gd name="connsiteY137" fmla="*/ 2029300 h 2083506"/>
              <a:gd name="connsiteX138" fmla="*/ 4892525 w 12191999"/>
              <a:gd name="connsiteY138" fmla="*/ 2028768 h 2083506"/>
              <a:gd name="connsiteX139" fmla="*/ 4888818 w 12191999"/>
              <a:gd name="connsiteY139" fmla="*/ 2025619 h 2083506"/>
              <a:gd name="connsiteX140" fmla="*/ 4869018 w 12191999"/>
              <a:gd name="connsiteY140" fmla="*/ 2022668 h 2083506"/>
              <a:gd name="connsiteX141" fmla="*/ 4844804 w 12191999"/>
              <a:gd name="connsiteY141" fmla="*/ 2022527 h 2083506"/>
              <a:gd name="connsiteX142" fmla="*/ 4758778 w 12191999"/>
              <a:gd name="connsiteY142" fmla="*/ 2021694 h 2083506"/>
              <a:gd name="connsiteX143" fmla="*/ 4744748 w 12191999"/>
              <a:gd name="connsiteY143" fmla="*/ 2023396 h 2083506"/>
              <a:gd name="connsiteX144" fmla="*/ 4698956 w 12191999"/>
              <a:gd name="connsiteY144" fmla="*/ 2020558 h 2083506"/>
              <a:gd name="connsiteX145" fmla="*/ 4658147 w 12191999"/>
              <a:gd name="connsiteY145" fmla="*/ 2019920 h 2083506"/>
              <a:gd name="connsiteX146" fmla="*/ 4631706 w 12191999"/>
              <a:gd name="connsiteY146" fmla="*/ 2021274 h 2083506"/>
              <a:gd name="connsiteX147" fmla="*/ 4624776 w 12191999"/>
              <a:gd name="connsiteY147" fmla="*/ 2020152 h 2083506"/>
              <a:gd name="connsiteX148" fmla="*/ 4598150 w 12191999"/>
              <a:gd name="connsiteY148" fmla="*/ 2019429 h 2083506"/>
              <a:gd name="connsiteX149" fmla="*/ 4584588 w 12191999"/>
              <a:gd name="connsiteY149" fmla="*/ 2021092 h 2083506"/>
              <a:gd name="connsiteX150" fmla="*/ 4571203 w 12191999"/>
              <a:gd name="connsiteY150" fmla="*/ 2017263 h 2083506"/>
              <a:gd name="connsiteX151" fmla="*/ 4567930 w 12191999"/>
              <a:gd name="connsiteY151" fmla="*/ 2014458 h 2083506"/>
              <a:gd name="connsiteX152" fmla="*/ 4548984 w 12191999"/>
              <a:gd name="connsiteY152" fmla="*/ 2015717 h 2083506"/>
              <a:gd name="connsiteX153" fmla="*/ 4533451 w 12191999"/>
              <a:gd name="connsiteY153" fmla="*/ 2012976 h 2083506"/>
              <a:gd name="connsiteX154" fmla="*/ 4519910 w 12191999"/>
              <a:gd name="connsiteY154" fmla="*/ 2014768 h 2083506"/>
              <a:gd name="connsiteX155" fmla="*/ 4514290 w 12191999"/>
              <a:gd name="connsiteY155" fmla="*/ 2014364 h 2083506"/>
              <a:gd name="connsiteX156" fmla="*/ 4500320 w 12191999"/>
              <a:gd name="connsiteY156" fmla="*/ 2013007 h 2083506"/>
              <a:gd name="connsiteX157" fmla="*/ 4476219 w 12191999"/>
              <a:gd name="connsiteY157" fmla="*/ 2009993 h 2083506"/>
              <a:gd name="connsiteX158" fmla="*/ 4468701 w 12191999"/>
              <a:gd name="connsiteY158" fmla="*/ 2009574 h 2083506"/>
              <a:gd name="connsiteX159" fmla="*/ 4452333 w 12191999"/>
              <a:gd name="connsiteY159" fmla="*/ 2004964 h 2083506"/>
              <a:gd name="connsiteX160" fmla="*/ 4420644 w 12191999"/>
              <a:gd name="connsiteY160" fmla="*/ 2001021 h 2083506"/>
              <a:gd name="connsiteX161" fmla="*/ 4364856 w 12191999"/>
              <a:gd name="connsiteY161" fmla="*/ 1987267 h 2083506"/>
              <a:gd name="connsiteX162" fmla="*/ 4332062 w 12191999"/>
              <a:gd name="connsiteY162" fmla="*/ 1980703 h 2083506"/>
              <a:gd name="connsiteX163" fmla="*/ 4309876 w 12191999"/>
              <a:gd name="connsiteY163" fmla="*/ 1974653 h 2083506"/>
              <a:gd name="connsiteX164" fmla="*/ 4244391 w 12191999"/>
              <a:gd name="connsiteY164" fmla="*/ 1966109 h 2083506"/>
              <a:gd name="connsiteX165" fmla="*/ 4132071 w 12191999"/>
              <a:gd name="connsiteY165" fmla="*/ 1954813 h 2083506"/>
              <a:gd name="connsiteX166" fmla="*/ 4109069 w 12191999"/>
              <a:gd name="connsiteY166" fmla="*/ 1951778 h 2083506"/>
              <a:gd name="connsiteX167" fmla="*/ 4092908 w 12191999"/>
              <a:gd name="connsiteY167" fmla="*/ 1946662 h 2083506"/>
              <a:gd name="connsiteX168" fmla="*/ 4092306 w 12191999"/>
              <a:gd name="connsiteY168" fmla="*/ 1943291 h 2083506"/>
              <a:gd name="connsiteX169" fmla="*/ 4080234 w 12191999"/>
              <a:gd name="connsiteY169" fmla="*/ 1941219 h 2083506"/>
              <a:gd name="connsiteX170" fmla="*/ 4077778 w 12191999"/>
              <a:gd name="connsiteY170" fmla="*/ 1940145 h 2083506"/>
              <a:gd name="connsiteX171" fmla="*/ 4062936 w 12191999"/>
              <a:gd name="connsiteY171" fmla="*/ 1934506 h 2083506"/>
              <a:gd name="connsiteX172" fmla="*/ 4012506 w 12191999"/>
              <a:gd name="connsiteY172" fmla="*/ 1935475 h 2083506"/>
              <a:gd name="connsiteX173" fmla="*/ 3965880 w 12191999"/>
              <a:gd name="connsiteY173" fmla="*/ 1925968 h 2083506"/>
              <a:gd name="connsiteX174" fmla="*/ 3765338 w 12191999"/>
              <a:gd name="connsiteY174" fmla="*/ 1906649 h 2083506"/>
              <a:gd name="connsiteX175" fmla="*/ 3749493 w 12191999"/>
              <a:gd name="connsiteY175" fmla="*/ 1893071 h 2083506"/>
              <a:gd name="connsiteX176" fmla="*/ 3672704 w 12191999"/>
              <a:gd name="connsiteY176" fmla="*/ 1881383 h 2083506"/>
              <a:gd name="connsiteX177" fmla="*/ 3530082 w 12191999"/>
              <a:gd name="connsiteY177" fmla="*/ 1883187 h 2083506"/>
              <a:gd name="connsiteX178" fmla="*/ 3387664 w 12191999"/>
              <a:gd name="connsiteY178" fmla="*/ 1862579 h 2083506"/>
              <a:gd name="connsiteX179" fmla="*/ 3371681 w 12191999"/>
              <a:gd name="connsiteY179" fmla="*/ 1865293 h 2083506"/>
              <a:gd name="connsiteX180" fmla="*/ 3355305 w 12191999"/>
              <a:gd name="connsiteY180" fmla="*/ 1865842 h 2083506"/>
              <a:gd name="connsiteX181" fmla="*/ 3353790 w 12191999"/>
              <a:gd name="connsiteY181" fmla="*/ 1865158 h 2083506"/>
              <a:gd name="connsiteX182" fmla="*/ 3336210 w 12191999"/>
              <a:gd name="connsiteY182" fmla="*/ 1863564 h 2083506"/>
              <a:gd name="connsiteX183" fmla="*/ 3331381 w 12191999"/>
              <a:gd name="connsiteY183" fmla="*/ 1864716 h 2083506"/>
              <a:gd name="connsiteX184" fmla="*/ 3319012 w 12191999"/>
              <a:gd name="connsiteY184" fmla="*/ 1864093 h 2083506"/>
              <a:gd name="connsiteX185" fmla="*/ 3293818 w 12191999"/>
              <a:gd name="connsiteY185" fmla="*/ 1864135 h 2083506"/>
              <a:gd name="connsiteX186" fmla="*/ 3289881 w 12191999"/>
              <a:gd name="connsiteY186" fmla="*/ 1862954 h 2083506"/>
              <a:gd name="connsiteX187" fmla="*/ 3253090 w 12191999"/>
              <a:gd name="connsiteY187" fmla="*/ 1861164 h 2083506"/>
              <a:gd name="connsiteX188" fmla="*/ 3252949 w 12191999"/>
              <a:gd name="connsiteY188" fmla="*/ 1860574 h 2083506"/>
              <a:gd name="connsiteX189" fmla="*/ 3244187 w 12191999"/>
              <a:gd name="connsiteY189" fmla="*/ 1857604 h 2083506"/>
              <a:gd name="connsiteX190" fmla="*/ 3246570 w 12191999"/>
              <a:gd name="connsiteY190" fmla="*/ 1852946 h 2083506"/>
              <a:gd name="connsiteX191" fmla="*/ 3237810 w 12191999"/>
              <a:gd name="connsiteY191" fmla="*/ 1853064 h 2083506"/>
              <a:gd name="connsiteX192" fmla="*/ 3230822 w 12191999"/>
              <a:gd name="connsiteY192" fmla="*/ 1855474 h 2083506"/>
              <a:gd name="connsiteX193" fmla="*/ 3136549 w 12191999"/>
              <a:gd name="connsiteY193" fmla="*/ 1874037 h 2083506"/>
              <a:gd name="connsiteX194" fmla="*/ 2845754 w 12191999"/>
              <a:gd name="connsiteY194" fmla="*/ 1910932 h 2083506"/>
              <a:gd name="connsiteX195" fmla="*/ 2786878 w 12191999"/>
              <a:gd name="connsiteY195" fmla="*/ 1917162 h 2083506"/>
              <a:gd name="connsiteX196" fmla="*/ 2725298 w 12191999"/>
              <a:gd name="connsiteY196" fmla="*/ 1912340 h 2083506"/>
              <a:gd name="connsiteX197" fmla="*/ 2697754 w 12191999"/>
              <a:gd name="connsiteY197" fmla="*/ 1914863 h 2083506"/>
              <a:gd name="connsiteX198" fmla="*/ 2568063 w 12191999"/>
              <a:gd name="connsiteY198" fmla="*/ 1936283 h 2083506"/>
              <a:gd name="connsiteX199" fmla="*/ 2489784 w 12191999"/>
              <a:gd name="connsiteY199" fmla="*/ 1943720 h 2083506"/>
              <a:gd name="connsiteX200" fmla="*/ 2458978 w 12191999"/>
              <a:gd name="connsiteY200" fmla="*/ 1938095 h 2083506"/>
              <a:gd name="connsiteX201" fmla="*/ 2318712 w 12191999"/>
              <a:gd name="connsiteY201" fmla="*/ 1934474 h 2083506"/>
              <a:gd name="connsiteX202" fmla="*/ 2268709 w 12191999"/>
              <a:gd name="connsiteY202" fmla="*/ 1940521 h 2083506"/>
              <a:gd name="connsiteX203" fmla="*/ 2264080 w 12191999"/>
              <a:gd name="connsiteY203" fmla="*/ 1941232 h 2083506"/>
              <a:gd name="connsiteX204" fmla="*/ 2254684 w 12191999"/>
              <a:gd name="connsiteY204" fmla="*/ 1943524 h 2083506"/>
              <a:gd name="connsiteX205" fmla="*/ 2252523 w 12191999"/>
              <a:gd name="connsiteY205" fmla="*/ 1943004 h 2083506"/>
              <a:gd name="connsiteX206" fmla="*/ 2173350 w 12191999"/>
              <a:gd name="connsiteY206" fmla="*/ 1929202 h 2083506"/>
              <a:gd name="connsiteX207" fmla="*/ 2155266 w 12191999"/>
              <a:gd name="connsiteY207" fmla="*/ 1920267 h 2083506"/>
              <a:gd name="connsiteX208" fmla="*/ 2091013 w 12191999"/>
              <a:gd name="connsiteY208" fmla="*/ 1914631 h 2083506"/>
              <a:gd name="connsiteX209" fmla="*/ 2030712 w 12191999"/>
              <a:gd name="connsiteY209" fmla="*/ 1897690 h 2083506"/>
              <a:gd name="connsiteX210" fmla="*/ 1908838 w 12191999"/>
              <a:gd name="connsiteY210" fmla="*/ 1892222 h 2083506"/>
              <a:gd name="connsiteX211" fmla="*/ 1877796 w 12191999"/>
              <a:gd name="connsiteY211" fmla="*/ 1883887 h 2083506"/>
              <a:gd name="connsiteX212" fmla="*/ 1875824 w 12191999"/>
              <a:gd name="connsiteY212" fmla="*/ 1879265 h 2083506"/>
              <a:gd name="connsiteX213" fmla="*/ 1823048 w 12191999"/>
              <a:gd name="connsiteY213" fmla="*/ 1881064 h 2083506"/>
              <a:gd name="connsiteX214" fmla="*/ 1765736 w 12191999"/>
              <a:gd name="connsiteY214" fmla="*/ 1856578 h 2083506"/>
              <a:gd name="connsiteX215" fmla="*/ 1725669 w 12191999"/>
              <a:gd name="connsiteY215" fmla="*/ 1833744 h 2083506"/>
              <a:gd name="connsiteX216" fmla="*/ 1725216 w 12191999"/>
              <a:gd name="connsiteY216" fmla="*/ 1829447 h 2083506"/>
              <a:gd name="connsiteX217" fmla="*/ 1721485 w 12191999"/>
              <a:gd name="connsiteY217" fmla="*/ 1828960 h 2083506"/>
              <a:gd name="connsiteX218" fmla="*/ 1717786 w 12191999"/>
              <a:gd name="connsiteY218" fmla="*/ 1832224 h 2083506"/>
              <a:gd name="connsiteX219" fmla="*/ 1689907 w 12191999"/>
              <a:gd name="connsiteY219" fmla="*/ 1825425 h 2083506"/>
              <a:gd name="connsiteX220" fmla="*/ 1688093 w 12191999"/>
              <a:gd name="connsiteY220" fmla="*/ 1817391 h 2083506"/>
              <a:gd name="connsiteX221" fmla="*/ 1496789 w 12191999"/>
              <a:gd name="connsiteY221" fmla="*/ 1805297 h 2083506"/>
              <a:gd name="connsiteX222" fmla="*/ 1392839 w 12191999"/>
              <a:gd name="connsiteY222" fmla="*/ 1758649 h 2083506"/>
              <a:gd name="connsiteX223" fmla="*/ 1360872 w 12191999"/>
              <a:gd name="connsiteY223" fmla="*/ 1752441 h 2083506"/>
              <a:gd name="connsiteX224" fmla="*/ 1313885 w 12191999"/>
              <a:gd name="connsiteY224" fmla="*/ 1731785 h 2083506"/>
              <a:gd name="connsiteX225" fmla="*/ 1247665 w 12191999"/>
              <a:gd name="connsiteY225" fmla="*/ 1727765 h 2083506"/>
              <a:gd name="connsiteX226" fmla="*/ 1196850 w 12191999"/>
              <a:gd name="connsiteY226" fmla="*/ 1729622 h 2083506"/>
              <a:gd name="connsiteX227" fmla="*/ 1168728 w 12191999"/>
              <a:gd name="connsiteY227" fmla="*/ 1728550 h 2083506"/>
              <a:gd name="connsiteX228" fmla="*/ 1096918 w 12191999"/>
              <a:gd name="connsiteY228" fmla="*/ 1721485 h 2083506"/>
              <a:gd name="connsiteX229" fmla="*/ 1094082 w 12191999"/>
              <a:gd name="connsiteY229" fmla="*/ 1720113 h 2083506"/>
              <a:gd name="connsiteX230" fmla="*/ 1040782 w 12191999"/>
              <a:gd name="connsiteY230" fmla="*/ 1721762 h 2083506"/>
              <a:gd name="connsiteX231" fmla="*/ 955980 w 12191999"/>
              <a:gd name="connsiteY231" fmla="*/ 1719289 h 2083506"/>
              <a:gd name="connsiteX232" fmla="*/ 926108 w 12191999"/>
              <a:gd name="connsiteY232" fmla="*/ 1715917 h 2083506"/>
              <a:gd name="connsiteX233" fmla="*/ 876049 w 12191999"/>
              <a:gd name="connsiteY233" fmla="*/ 1710422 h 2083506"/>
              <a:gd name="connsiteX234" fmla="*/ 839194 w 12191999"/>
              <a:gd name="connsiteY234" fmla="*/ 1700176 h 2083506"/>
              <a:gd name="connsiteX235" fmla="*/ 797112 w 12191999"/>
              <a:gd name="connsiteY235" fmla="*/ 1698014 h 2083506"/>
              <a:gd name="connsiteX236" fmla="*/ 786610 w 12191999"/>
              <a:gd name="connsiteY236" fmla="*/ 1705455 h 2083506"/>
              <a:gd name="connsiteX237" fmla="*/ 741833 w 12191999"/>
              <a:gd name="connsiteY237" fmla="*/ 1700566 h 2083506"/>
              <a:gd name="connsiteX238" fmla="*/ 673985 w 12191999"/>
              <a:gd name="connsiteY238" fmla="*/ 1692278 h 2083506"/>
              <a:gd name="connsiteX239" fmla="*/ 634665 w 12191999"/>
              <a:gd name="connsiteY239" fmla="*/ 1689550 h 2083506"/>
              <a:gd name="connsiteX240" fmla="*/ 527471 w 12191999"/>
              <a:gd name="connsiteY240" fmla="*/ 1679869 h 2083506"/>
              <a:gd name="connsiteX241" fmla="*/ 420260 w 12191999"/>
              <a:gd name="connsiteY241" fmla="*/ 1668475 h 2083506"/>
              <a:gd name="connsiteX242" fmla="*/ 357630 w 12191999"/>
              <a:gd name="connsiteY242" fmla="*/ 1652142 h 2083506"/>
              <a:gd name="connsiteX243" fmla="*/ 269407 w 12191999"/>
              <a:gd name="connsiteY243" fmla="*/ 1643812 h 2083506"/>
              <a:gd name="connsiteX244" fmla="*/ 254769 w 12191999"/>
              <a:gd name="connsiteY244" fmla="*/ 1641013 h 2083506"/>
              <a:gd name="connsiteX245" fmla="*/ 150763 w 12191999"/>
              <a:gd name="connsiteY245" fmla="*/ 1628143 h 2083506"/>
              <a:gd name="connsiteX246" fmla="*/ 29133 w 12191999"/>
              <a:gd name="connsiteY246" fmla="*/ 1626172 h 2083506"/>
              <a:gd name="connsiteX247" fmla="*/ 0 w 12191999"/>
              <a:gd name="connsiteY247" fmla="*/ 1619589 h 208350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</a:cxnLst>
            <a:rect l="l" t="t" r="r" b="b"/>
            <a:pathLst>
              <a:path w="12191999" h="2083506">
                <a:moveTo>
                  <a:pt x="0" y="0"/>
                </a:moveTo>
                <a:lnTo>
                  <a:pt x="9429748" y="0"/>
                </a:lnTo>
                <a:lnTo>
                  <a:pt x="9429748" y="1"/>
                </a:lnTo>
                <a:lnTo>
                  <a:pt x="12191999" y="1"/>
                </a:lnTo>
                <a:lnTo>
                  <a:pt x="12191999" y="1164372"/>
                </a:lnTo>
                <a:lnTo>
                  <a:pt x="12147852" y="1163783"/>
                </a:lnTo>
                <a:cubicBezTo>
                  <a:pt x="12063101" y="1189107"/>
                  <a:pt x="12045020" y="1156925"/>
                  <a:pt x="11993604" y="1153496"/>
                </a:cubicBezTo>
                <a:cubicBezTo>
                  <a:pt x="11954216" y="1165241"/>
                  <a:pt x="11911195" y="1167350"/>
                  <a:pt x="11865319" y="1176624"/>
                </a:cubicBezTo>
                <a:cubicBezTo>
                  <a:pt x="11822513" y="1184682"/>
                  <a:pt x="11766915" y="1201558"/>
                  <a:pt x="11718353" y="1209136"/>
                </a:cubicBezTo>
                <a:cubicBezTo>
                  <a:pt x="11675379" y="1217463"/>
                  <a:pt x="11638007" y="1216639"/>
                  <a:pt x="11609067" y="1218512"/>
                </a:cubicBezTo>
                <a:cubicBezTo>
                  <a:pt x="11597582" y="1221322"/>
                  <a:pt x="11554280" y="1243577"/>
                  <a:pt x="11545958" y="1240430"/>
                </a:cubicBezTo>
                <a:lnTo>
                  <a:pt x="11445770" y="1225780"/>
                </a:lnTo>
                <a:cubicBezTo>
                  <a:pt x="11425543" y="1230782"/>
                  <a:pt x="11413740" y="1222096"/>
                  <a:pt x="11398842" y="1227250"/>
                </a:cubicBezTo>
                <a:cubicBezTo>
                  <a:pt x="11367060" y="1233093"/>
                  <a:pt x="11269285" y="1263712"/>
                  <a:pt x="11240093" y="1266797"/>
                </a:cubicBezTo>
                <a:cubicBezTo>
                  <a:pt x="11197297" y="1273685"/>
                  <a:pt x="11181311" y="1272682"/>
                  <a:pt x="11141364" y="1288059"/>
                </a:cubicBezTo>
                <a:cubicBezTo>
                  <a:pt x="11099891" y="1305386"/>
                  <a:pt x="11051533" y="1319157"/>
                  <a:pt x="11015396" y="1353104"/>
                </a:cubicBezTo>
                <a:cubicBezTo>
                  <a:pt x="11009424" y="1362217"/>
                  <a:pt x="10992328" y="1361966"/>
                  <a:pt x="10973905" y="1365109"/>
                </a:cubicBezTo>
                <a:cubicBezTo>
                  <a:pt x="10955482" y="1368254"/>
                  <a:pt x="10907369" y="1372817"/>
                  <a:pt x="10904858" y="1371966"/>
                </a:cubicBezTo>
                <a:cubicBezTo>
                  <a:pt x="10880521" y="1379494"/>
                  <a:pt x="10873670" y="1399734"/>
                  <a:pt x="10827883" y="1410270"/>
                </a:cubicBezTo>
                <a:cubicBezTo>
                  <a:pt x="10790248" y="1415655"/>
                  <a:pt x="10724899" y="1420726"/>
                  <a:pt x="10690996" y="1426394"/>
                </a:cubicBezTo>
                <a:cubicBezTo>
                  <a:pt x="10676463" y="1423331"/>
                  <a:pt x="10634514" y="1436908"/>
                  <a:pt x="10624461" y="1444283"/>
                </a:cubicBezTo>
                <a:cubicBezTo>
                  <a:pt x="10601952" y="1468442"/>
                  <a:pt x="10536224" y="1460228"/>
                  <a:pt x="10517208" y="1478947"/>
                </a:cubicBezTo>
                <a:cubicBezTo>
                  <a:pt x="10509508" y="1482271"/>
                  <a:pt x="10505833" y="1468818"/>
                  <a:pt x="10497937" y="1469831"/>
                </a:cubicBezTo>
                <a:lnTo>
                  <a:pt x="10471201" y="1486037"/>
                </a:lnTo>
                <a:lnTo>
                  <a:pt x="10448263" y="1478223"/>
                </a:lnTo>
                <a:lnTo>
                  <a:pt x="10388089" y="1507175"/>
                </a:lnTo>
                <a:cubicBezTo>
                  <a:pt x="10350285" y="1513081"/>
                  <a:pt x="10383281" y="1526586"/>
                  <a:pt x="10333720" y="1515848"/>
                </a:cubicBezTo>
                <a:cubicBezTo>
                  <a:pt x="10286428" y="1526223"/>
                  <a:pt x="10174884" y="1550019"/>
                  <a:pt x="10104338" y="1569424"/>
                </a:cubicBezTo>
                <a:cubicBezTo>
                  <a:pt x="10066963" y="1581564"/>
                  <a:pt x="9967395" y="1605712"/>
                  <a:pt x="9910445" y="1632275"/>
                </a:cubicBezTo>
                <a:cubicBezTo>
                  <a:pt x="9856131" y="1644130"/>
                  <a:pt x="9831118" y="1689967"/>
                  <a:pt x="9770872" y="1688088"/>
                </a:cubicBezTo>
                <a:cubicBezTo>
                  <a:pt x="9769882" y="1691843"/>
                  <a:pt x="9737016" y="1697044"/>
                  <a:pt x="9733849" y="1700034"/>
                </a:cubicBezTo>
                <a:lnTo>
                  <a:pt x="9703714" y="1730093"/>
                </a:lnTo>
                <a:lnTo>
                  <a:pt x="9698351" y="1730377"/>
                </a:lnTo>
                <a:lnTo>
                  <a:pt x="9632895" y="1736363"/>
                </a:lnTo>
                <a:lnTo>
                  <a:pt x="9569107" y="1741010"/>
                </a:lnTo>
                <a:cubicBezTo>
                  <a:pt x="9558961" y="1745882"/>
                  <a:pt x="9548028" y="1750646"/>
                  <a:pt x="9536451" y="1755120"/>
                </a:cubicBezTo>
                <a:lnTo>
                  <a:pt x="9529385" y="1757515"/>
                </a:lnTo>
                <a:lnTo>
                  <a:pt x="9498527" y="1753117"/>
                </a:lnTo>
                <a:lnTo>
                  <a:pt x="9436642" y="1755478"/>
                </a:lnTo>
                <a:lnTo>
                  <a:pt x="9429748" y="1756317"/>
                </a:lnTo>
                <a:lnTo>
                  <a:pt x="9429748" y="1768745"/>
                </a:lnTo>
                <a:lnTo>
                  <a:pt x="9425802" y="1769273"/>
                </a:lnTo>
                <a:cubicBezTo>
                  <a:pt x="9390751" y="1773262"/>
                  <a:pt x="9371406" y="1773457"/>
                  <a:pt x="9349763" y="1776107"/>
                </a:cubicBezTo>
                <a:cubicBezTo>
                  <a:pt x="9314721" y="1782260"/>
                  <a:pt x="9277650" y="1796217"/>
                  <a:pt x="9256503" y="1800699"/>
                </a:cubicBezTo>
                <a:lnTo>
                  <a:pt x="9222873" y="1803003"/>
                </a:lnTo>
                <a:lnTo>
                  <a:pt x="9224095" y="1807355"/>
                </a:lnTo>
                <a:lnTo>
                  <a:pt x="9211603" y="1807675"/>
                </a:lnTo>
                <a:lnTo>
                  <a:pt x="9183719" y="1807781"/>
                </a:lnTo>
                <a:cubicBezTo>
                  <a:pt x="9166319" y="1808439"/>
                  <a:pt x="9117935" y="1807396"/>
                  <a:pt x="9100221" y="1808989"/>
                </a:cubicBezTo>
                <a:cubicBezTo>
                  <a:pt x="9095111" y="1813630"/>
                  <a:pt x="9087224" y="1816160"/>
                  <a:pt x="9077439" y="1817333"/>
                </a:cubicBezTo>
                <a:lnTo>
                  <a:pt x="9055889" y="1817464"/>
                </a:lnTo>
                <a:lnTo>
                  <a:pt x="8930912" y="1828648"/>
                </a:lnTo>
                <a:lnTo>
                  <a:pt x="8913729" y="1829483"/>
                </a:lnTo>
                <a:lnTo>
                  <a:pt x="8904423" y="1833234"/>
                </a:lnTo>
                <a:cubicBezTo>
                  <a:pt x="8897319" y="1833982"/>
                  <a:pt x="8876911" y="1833498"/>
                  <a:pt x="8871099" y="1833979"/>
                </a:cubicBezTo>
                <a:lnTo>
                  <a:pt x="8869557" y="1836113"/>
                </a:lnTo>
                <a:cubicBezTo>
                  <a:pt x="8851043" y="1839524"/>
                  <a:pt x="8781405" y="1850882"/>
                  <a:pt x="8760021" y="1854442"/>
                </a:cubicBezTo>
                <a:cubicBezTo>
                  <a:pt x="8755749" y="1851161"/>
                  <a:pt x="8746183" y="1856343"/>
                  <a:pt x="8741254" y="1857469"/>
                </a:cubicBezTo>
                <a:cubicBezTo>
                  <a:pt x="8740491" y="1855259"/>
                  <a:pt x="8728559" y="1854585"/>
                  <a:pt x="8725039" y="1856552"/>
                </a:cubicBezTo>
                <a:cubicBezTo>
                  <a:pt x="8641157" y="1867333"/>
                  <a:pt x="8683145" y="1845054"/>
                  <a:pt x="8635265" y="1859168"/>
                </a:cubicBezTo>
                <a:cubicBezTo>
                  <a:pt x="8626795" y="1860103"/>
                  <a:pt x="8619931" y="1859212"/>
                  <a:pt x="8613911" y="1857561"/>
                </a:cubicBezTo>
                <a:lnTo>
                  <a:pt x="8604931" y="1854170"/>
                </a:lnTo>
                <a:lnTo>
                  <a:pt x="8570171" y="1860579"/>
                </a:lnTo>
                <a:cubicBezTo>
                  <a:pt x="8553049" y="1862813"/>
                  <a:pt x="8535028" y="1864294"/>
                  <a:pt x="8516537" y="1864971"/>
                </a:cubicBezTo>
                <a:cubicBezTo>
                  <a:pt x="8512388" y="1860455"/>
                  <a:pt x="8497874" y="1866870"/>
                  <a:pt x="8491046" y="1868141"/>
                </a:cubicBezTo>
                <a:cubicBezTo>
                  <a:pt x="8490975" y="1865191"/>
                  <a:pt x="8475847" y="1863778"/>
                  <a:pt x="8470478" y="1866216"/>
                </a:cubicBezTo>
                <a:cubicBezTo>
                  <a:pt x="8357654" y="1876758"/>
                  <a:pt x="8421139" y="1849210"/>
                  <a:pt x="8353433" y="1865729"/>
                </a:cubicBezTo>
                <a:lnTo>
                  <a:pt x="8347675" y="1865075"/>
                </a:lnTo>
                <a:lnTo>
                  <a:pt x="8343939" y="1865677"/>
                </a:lnTo>
                <a:cubicBezTo>
                  <a:pt x="8309852" y="1870841"/>
                  <a:pt x="8272587" y="1875809"/>
                  <a:pt x="8221566" y="1881148"/>
                </a:cubicBezTo>
                <a:cubicBezTo>
                  <a:pt x="8158043" y="1892960"/>
                  <a:pt x="8095547" y="1914042"/>
                  <a:pt x="8066095" y="1919902"/>
                </a:cubicBezTo>
                <a:cubicBezTo>
                  <a:pt x="8058949" y="1919234"/>
                  <a:pt x="8051921" y="1917862"/>
                  <a:pt x="8044849" y="1916308"/>
                </a:cubicBezTo>
                <a:lnTo>
                  <a:pt x="8041142" y="1915506"/>
                </a:lnTo>
                <a:lnTo>
                  <a:pt x="8022159" y="1911521"/>
                </a:lnTo>
                <a:lnTo>
                  <a:pt x="7944932" y="1917265"/>
                </a:lnTo>
                <a:lnTo>
                  <a:pt x="7879011" y="1928570"/>
                </a:lnTo>
                <a:lnTo>
                  <a:pt x="7865529" y="1934399"/>
                </a:lnTo>
                <a:lnTo>
                  <a:pt x="7774801" y="1947969"/>
                </a:lnTo>
                <a:lnTo>
                  <a:pt x="7748398" y="1955982"/>
                </a:lnTo>
                <a:lnTo>
                  <a:pt x="7740684" y="1955717"/>
                </a:lnTo>
                <a:cubicBezTo>
                  <a:pt x="7728362" y="1958584"/>
                  <a:pt x="7714099" y="1968442"/>
                  <a:pt x="7712976" y="1960442"/>
                </a:cubicBezTo>
                <a:lnTo>
                  <a:pt x="7699956" y="1966104"/>
                </a:lnTo>
                <a:lnTo>
                  <a:pt x="7684158" y="1962927"/>
                </a:lnTo>
                <a:cubicBezTo>
                  <a:pt x="7674684" y="1962643"/>
                  <a:pt x="7652105" y="1963177"/>
                  <a:pt x="7643109" y="1964400"/>
                </a:cubicBezTo>
                <a:lnTo>
                  <a:pt x="7630180" y="1970266"/>
                </a:lnTo>
                <a:lnTo>
                  <a:pt x="7609131" y="1971774"/>
                </a:lnTo>
                <a:cubicBezTo>
                  <a:pt x="7596694" y="1971644"/>
                  <a:pt x="7570258" y="1969757"/>
                  <a:pt x="7555555" y="1969491"/>
                </a:cubicBezTo>
                <a:cubicBezTo>
                  <a:pt x="7541460" y="1966540"/>
                  <a:pt x="7530571" y="1964848"/>
                  <a:pt x="7520919" y="1970177"/>
                </a:cubicBezTo>
                <a:cubicBezTo>
                  <a:pt x="7500295" y="1966884"/>
                  <a:pt x="7480780" y="1949401"/>
                  <a:pt x="7456258" y="1960468"/>
                </a:cubicBezTo>
                <a:cubicBezTo>
                  <a:pt x="7434946" y="1957506"/>
                  <a:pt x="7435772" y="1952500"/>
                  <a:pt x="7393047" y="1952408"/>
                </a:cubicBezTo>
                <a:cubicBezTo>
                  <a:pt x="7356520" y="1952860"/>
                  <a:pt x="7236307" y="1958626"/>
                  <a:pt x="7199912" y="1959913"/>
                </a:cubicBezTo>
                <a:cubicBezTo>
                  <a:pt x="7176501" y="1959942"/>
                  <a:pt x="7160098" y="1958343"/>
                  <a:pt x="7146774" y="1956641"/>
                </a:cubicBezTo>
                <a:lnTo>
                  <a:pt x="7122244" y="1953891"/>
                </a:lnTo>
                <a:lnTo>
                  <a:pt x="7032241" y="1962723"/>
                </a:lnTo>
                <a:cubicBezTo>
                  <a:pt x="6997214" y="1965198"/>
                  <a:pt x="6963725" y="1968396"/>
                  <a:pt x="6941492" y="1976868"/>
                </a:cubicBezTo>
                <a:cubicBezTo>
                  <a:pt x="6947015" y="1970398"/>
                  <a:pt x="6923088" y="1965379"/>
                  <a:pt x="6906514" y="1968589"/>
                </a:cubicBezTo>
                <a:cubicBezTo>
                  <a:pt x="6925890" y="1943204"/>
                  <a:pt x="6840983" y="1991464"/>
                  <a:pt x="6826395" y="1974141"/>
                </a:cubicBezTo>
                <a:cubicBezTo>
                  <a:pt x="6825676" y="1990223"/>
                  <a:pt x="6751393" y="2017492"/>
                  <a:pt x="6716431" y="2004297"/>
                </a:cubicBezTo>
                <a:cubicBezTo>
                  <a:pt x="6663167" y="2007518"/>
                  <a:pt x="6625450" y="2020811"/>
                  <a:pt x="6569607" y="2015496"/>
                </a:cubicBezTo>
                <a:cubicBezTo>
                  <a:pt x="6567874" y="2017648"/>
                  <a:pt x="6565034" y="2019449"/>
                  <a:pt x="6561430" y="2020996"/>
                </a:cubicBezTo>
                <a:lnTo>
                  <a:pt x="6549371" y="2024747"/>
                </a:lnTo>
                <a:lnTo>
                  <a:pt x="6547040" y="2024474"/>
                </a:lnTo>
                <a:cubicBezTo>
                  <a:pt x="6537882" y="2024425"/>
                  <a:pt x="6533193" y="2025332"/>
                  <a:pt x="6530482" y="2026659"/>
                </a:cubicBezTo>
                <a:lnTo>
                  <a:pt x="6528565" y="2028600"/>
                </a:lnTo>
                <a:lnTo>
                  <a:pt x="6517741" y="2030558"/>
                </a:lnTo>
                <a:lnTo>
                  <a:pt x="6497855" y="2035650"/>
                </a:lnTo>
                <a:lnTo>
                  <a:pt x="6492785" y="2035444"/>
                </a:lnTo>
                <a:lnTo>
                  <a:pt x="6460692" y="2041321"/>
                </a:lnTo>
                <a:lnTo>
                  <a:pt x="6459609" y="2040851"/>
                </a:lnTo>
                <a:cubicBezTo>
                  <a:pt x="6456451" y="2039933"/>
                  <a:pt x="6452734" y="2039508"/>
                  <a:pt x="6447765" y="2040102"/>
                </a:cubicBezTo>
                <a:cubicBezTo>
                  <a:pt x="6446007" y="2031126"/>
                  <a:pt x="6441093" y="2037380"/>
                  <a:pt x="6426590" y="2039928"/>
                </a:cubicBezTo>
                <a:cubicBezTo>
                  <a:pt x="6423606" y="2033241"/>
                  <a:pt x="6413230" y="2032925"/>
                  <a:pt x="6401693" y="2033537"/>
                </a:cubicBezTo>
                <a:lnTo>
                  <a:pt x="6387141" y="2033161"/>
                </a:lnTo>
                <a:lnTo>
                  <a:pt x="6357846" y="2036782"/>
                </a:lnTo>
                <a:lnTo>
                  <a:pt x="6342914" y="2037585"/>
                </a:lnTo>
                <a:lnTo>
                  <a:pt x="6336300" y="2038781"/>
                </a:lnTo>
                <a:lnTo>
                  <a:pt x="6317178" y="2038968"/>
                </a:lnTo>
                <a:lnTo>
                  <a:pt x="6161427" y="2047338"/>
                </a:lnTo>
                <a:cubicBezTo>
                  <a:pt x="6147824" y="2057658"/>
                  <a:pt x="6118908" y="2077615"/>
                  <a:pt x="6097339" y="2082438"/>
                </a:cubicBezTo>
                <a:cubicBezTo>
                  <a:pt x="6090149" y="2084046"/>
                  <a:pt x="6083776" y="2083972"/>
                  <a:pt x="6079059" y="2081299"/>
                </a:cubicBezTo>
                <a:cubicBezTo>
                  <a:pt x="6063900" y="2082334"/>
                  <a:pt x="6011621" y="2084537"/>
                  <a:pt x="5998439" y="2070958"/>
                </a:cubicBezTo>
                <a:cubicBezTo>
                  <a:pt x="5976443" y="2071759"/>
                  <a:pt x="5925514" y="2069780"/>
                  <a:pt x="5904290" y="2070255"/>
                </a:cubicBezTo>
                <a:cubicBezTo>
                  <a:pt x="5871515" y="2066244"/>
                  <a:pt x="5843986" y="2088249"/>
                  <a:pt x="5814867" y="2079032"/>
                </a:cubicBezTo>
                <a:cubicBezTo>
                  <a:pt x="5792003" y="2070559"/>
                  <a:pt x="5750009" y="2076273"/>
                  <a:pt x="5725743" y="2070558"/>
                </a:cubicBezTo>
                <a:cubicBezTo>
                  <a:pt x="5716432" y="2058355"/>
                  <a:pt x="5667424" y="2047322"/>
                  <a:pt x="5650546" y="2052412"/>
                </a:cubicBezTo>
                <a:cubicBezTo>
                  <a:pt x="5614627" y="2046084"/>
                  <a:pt x="5608108" y="2028306"/>
                  <a:pt x="5581284" y="2023175"/>
                </a:cubicBezTo>
                <a:lnTo>
                  <a:pt x="5572593" y="2018391"/>
                </a:lnTo>
                <a:lnTo>
                  <a:pt x="5548580" y="2016951"/>
                </a:lnTo>
                <a:cubicBezTo>
                  <a:pt x="5523726" y="2017783"/>
                  <a:pt x="5498337" y="2019663"/>
                  <a:pt x="5471173" y="2018786"/>
                </a:cubicBezTo>
                <a:cubicBezTo>
                  <a:pt x="5447687" y="2003020"/>
                  <a:pt x="5353807" y="2022324"/>
                  <a:pt x="5340320" y="2037611"/>
                </a:cubicBezTo>
                <a:cubicBezTo>
                  <a:pt x="5340015" y="2024215"/>
                  <a:pt x="5271937" y="2042455"/>
                  <a:pt x="5254376" y="2042928"/>
                </a:cubicBezTo>
                <a:cubicBezTo>
                  <a:pt x="5248522" y="2043086"/>
                  <a:pt x="5248281" y="2041270"/>
                  <a:pt x="5258035" y="2035649"/>
                </a:cubicBezTo>
                <a:cubicBezTo>
                  <a:pt x="5239374" y="2037214"/>
                  <a:pt x="5220112" y="2030252"/>
                  <a:pt x="5230622" y="2024576"/>
                </a:cubicBezTo>
                <a:cubicBezTo>
                  <a:pt x="5173932" y="2036724"/>
                  <a:pt x="5090262" y="2024645"/>
                  <a:pt x="5026203" y="2030162"/>
                </a:cubicBezTo>
                <a:cubicBezTo>
                  <a:pt x="4991280" y="2016814"/>
                  <a:pt x="5010212" y="2029164"/>
                  <a:pt x="4973988" y="2026668"/>
                </a:cubicBezTo>
                <a:cubicBezTo>
                  <a:pt x="4983896" y="2038955"/>
                  <a:pt x="4930012" y="2019774"/>
                  <a:pt x="4928030" y="2033642"/>
                </a:cubicBezTo>
                <a:cubicBezTo>
                  <a:pt x="4921501" y="2032748"/>
                  <a:pt x="4915238" y="2031445"/>
                  <a:pt x="4908970" y="2030033"/>
                </a:cubicBezTo>
                <a:lnTo>
                  <a:pt x="4905679" y="2029300"/>
                </a:lnTo>
                <a:lnTo>
                  <a:pt x="4892525" y="2028768"/>
                </a:lnTo>
                <a:lnTo>
                  <a:pt x="4888818" y="2025619"/>
                </a:lnTo>
                <a:lnTo>
                  <a:pt x="4869018" y="2022668"/>
                </a:lnTo>
                <a:cubicBezTo>
                  <a:pt x="4861602" y="2022028"/>
                  <a:pt x="4853622" y="2021880"/>
                  <a:pt x="4844804" y="2022527"/>
                </a:cubicBezTo>
                <a:cubicBezTo>
                  <a:pt x="4823110" y="2028022"/>
                  <a:pt x="4789330" y="2021287"/>
                  <a:pt x="4758778" y="2021694"/>
                </a:cubicBezTo>
                <a:lnTo>
                  <a:pt x="4744748" y="2023396"/>
                </a:lnTo>
                <a:lnTo>
                  <a:pt x="4698956" y="2020558"/>
                </a:lnTo>
                <a:cubicBezTo>
                  <a:pt x="4685921" y="2020008"/>
                  <a:pt x="4672392" y="2019718"/>
                  <a:pt x="4658147" y="2019920"/>
                </a:cubicBezTo>
                <a:lnTo>
                  <a:pt x="4631706" y="2021274"/>
                </a:lnTo>
                <a:lnTo>
                  <a:pt x="4624776" y="2020152"/>
                </a:lnTo>
                <a:cubicBezTo>
                  <a:pt x="4612703" y="2020277"/>
                  <a:pt x="4596727" y="2024226"/>
                  <a:pt x="4598150" y="2019429"/>
                </a:cubicBezTo>
                <a:lnTo>
                  <a:pt x="4584588" y="2021092"/>
                </a:lnTo>
                <a:lnTo>
                  <a:pt x="4571203" y="2017263"/>
                </a:lnTo>
                <a:cubicBezTo>
                  <a:pt x="4569736" y="2016374"/>
                  <a:pt x="4568633" y="2015427"/>
                  <a:pt x="4567930" y="2014458"/>
                </a:cubicBezTo>
                <a:lnTo>
                  <a:pt x="4548984" y="2015717"/>
                </a:lnTo>
                <a:lnTo>
                  <a:pt x="4533451" y="2012976"/>
                </a:lnTo>
                <a:lnTo>
                  <a:pt x="4519910" y="2014768"/>
                </a:lnTo>
                <a:lnTo>
                  <a:pt x="4514290" y="2014364"/>
                </a:lnTo>
                <a:lnTo>
                  <a:pt x="4500320" y="2013007"/>
                </a:lnTo>
                <a:cubicBezTo>
                  <a:pt x="4493159" y="2012056"/>
                  <a:pt x="4485144" y="2010910"/>
                  <a:pt x="4476219" y="2009993"/>
                </a:cubicBezTo>
                <a:lnTo>
                  <a:pt x="4468701" y="2009574"/>
                </a:lnTo>
                <a:lnTo>
                  <a:pt x="4452333" y="2004964"/>
                </a:lnTo>
                <a:cubicBezTo>
                  <a:pt x="4440422" y="2001479"/>
                  <a:pt x="4431048" y="1999130"/>
                  <a:pt x="4420644" y="2001021"/>
                </a:cubicBezTo>
                <a:cubicBezTo>
                  <a:pt x="4402911" y="1996519"/>
                  <a:pt x="4390524" y="1983900"/>
                  <a:pt x="4364856" y="1987267"/>
                </a:cubicBezTo>
                <a:cubicBezTo>
                  <a:pt x="4372645" y="1981550"/>
                  <a:pt x="4336350" y="1986575"/>
                  <a:pt x="4332062" y="1980703"/>
                </a:cubicBezTo>
                <a:cubicBezTo>
                  <a:pt x="4330083" y="1975974"/>
                  <a:pt x="4318612" y="1976397"/>
                  <a:pt x="4309876" y="1974653"/>
                </a:cubicBezTo>
                <a:cubicBezTo>
                  <a:pt x="4303650" y="1969824"/>
                  <a:pt x="4259693" y="1965414"/>
                  <a:pt x="4244391" y="1966109"/>
                </a:cubicBezTo>
                <a:cubicBezTo>
                  <a:pt x="4201255" y="1970914"/>
                  <a:pt x="4166558" y="1951471"/>
                  <a:pt x="4132071" y="1954813"/>
                </a:cubicBezTo>
                <a:cubicBezTo>
                  <a:pt x="4123041" y="1954358"/>
                  <a:pt x="4115554" y="1953263"/>
                  <a:pt x="4109069" y="1951778"/>
                </a:cubicBezTo>
                <a:lnTo>
                  <a:pt x="4092908" y="1946662"/>
                </a:lnTo>
                <a:cubicBezTo>
                  <a:pt x="4092707" y="1945539"/>
                  <a:pt x="4092506" y="1944415"/>
                  <a:pt x="4092306" y="1943291"/>
                </a:cubicBezTo>
                <a:lnTo>
                  <a:pt x="4080234" y="1941219"/>
                </a:lnTo>
                <a:lnTo>
                  <a:pt x="4077778" y="1940145"/>
                </a:lnTo>
                <a:cubicBezTo>
                  <a:pt x="4073105" y="1938081"/>
                  <a:pt x="4068339" y="1936119"/>
                  <a:pt x="4062936" y="1934506"/>
                </a:cubicBezTo>
                <a:cubicBezTo>
                  <a:pt x="4048082" y="1947155"/>
                  <a:pt x="4014523" y="1922869"/>
                  <a:pt x="4012506" y="1935475"/>
                </a:cubicBezTo>
                <a:cubicBezTo>
                  <a:pt x="3980228" y="1928812"/>
                  <a:pt x="3986775" y="1942559"/>
                  <a:pt x="3965880" y="1925968"/>
                </a:cubicBezTo>
                <a:cubicBezTo>
                  <a:pt x="3899515" y="1923414"/>
                  <a:pt x="3830855" y="1902158"/>
                  <a:pt x="3765338" y="1906649"/>
                </a:cubicBezTo>
                <a:cubicBezTo>
                  <a:pt x="3780686" y="1902635"/>
                  <a:pt x="3768784" y="1893856"/>
                  <a:pt x="3749493" y="1893071"/>
                </a:cubicBezTo>
                <a:cubicBezTo>
                  <a:pt x="3807776" y="1876857"/>
                  <a:pt x="3656400" y="1898030"/>
                  <a:pt x="3672704" y="1881383"/>
                </a:cubicBezTo>
                <a:cubicBezTo>
                  <a:pt x="3645532" y="1893973"/>
                  <a:pt x="3537791" y="1900656"/>
                  <a:pt x="3530082" y="1883187"/>
                </a:cubicBezTo>
                <a:cubicBezTo>
                  <a:pt x="3479808" y="1875044"/>
                  <a:pt x="3426017" y="1877998"/>
                  <a:pt x="3387664" y="1862579"/>
                </a:cubicBezTo>
                <a:cubicBezTo>
                  <a:pt x="3382649" y="1863935"/>
                  <a:pt x="3377277" y="1864791"/>
                  <a:pt x="3371681" y="1865293"/>
                </a:cubicBezTo>
                <a:lnTo>
                  <a:pt x="3355305" y="1865842"/>
                </a:lnTo>
                <a:lnTo>
                  <a:pt x="3353790" y="1865158"/>
                </a:lnTo>
                <a:cubicBezTo>
                  <a:pt x="3346144" y="1863282"/>
                  <a:pt x="3340687" y="1863057"/>
                  <a:pt x="3336210" y="1863564"/>
                </a:cubicBezTo>
                <a:lnTo>
                  <a:pt x="3331381" y="1864716"/>
                </a:lnTo>
                <a:lnTo>
                  <a:pt x="3319012" y="1864093"/>
                </a:lnTo>
                <a:lnTo>
                  <a:pt x="3293818" y="1864135"/>
                </a:lnTo>
                <a:lnTo>
                  <a:pt x="3289881" y="1862954"/>
                </a:lnTo>
                <a:lnTo>
                  <a:pt x="3253090" y="1861164"/>
                </a:lnTo>
                <a:cubicBezTo>
                  <a:pt x="3253042" y="1860968"/>
                  <a:pt x="3252996" y="1860771"/>
                  <a:pt x="3252949" y="1860574"/>
                </a:cubicBezTo>
                <a:cubicBezTo>
                  <a:pt x="3251799" y="1859213"/>
                  <a:pt x="3249368" y="1858131"/>
                  <a:pt x="3244187" y="1857604"/>
                </a:cubicBezTo>
                <a:cubicBezTo>
                  <a:pt x="3250860" y="1853873"/>
                  <a:pt x="3250577" y="1852999"/>
                  <a:pt x="3246570" y="1852946"/>
                </a:cubicBezTo>
                <a:lnTo>
                  <a:pt x="3237810" y="1853064"/>
                </a:lnTo>
                <a:lnTo>
                  <a:pt x="3230822" y="1855474"/>
                </a:lnTo>
                <a:cubicBezTo>
                  <a:pt x="3206812" y="1862286"/>
                  <a:pt x="3176733" y="1868865"/>
                  <a:pt x="3136549" y="1874037"/>
                </a:cubicBezTo>
                <a:cubicBezTo>
                  <a:pt x="3081163" y="1880168"/>
                  <a:pt x="2902557" y="1900580"/>
                  <a:pt x="2845754" y="1910932"/>
                </a:cubicBezTo>
                <a:cubicBezTo>
                  <a:pt x="2860822" y="1944376"/>
                  <a:pt x="2813389" y="1905358"/>
                  <a:pt x="2786878" y="1917162"/>
                </a:cubicBezTo>
                <a:cubicBezTo>
                  <a:pt x="2766803" y="1917398"/>
                  <a:pt x="2741628" y="1915886"/>
                  <a:pt x="2725298" y="1912340"/>
                </a:cubicBezTo>
                <a:cubicBezTo>
                  <a:pt x="2716680" y="1911427"/>
                  <a:pt x="2707572" y="1911972"/>
                  <a:pt x="2697754" y="1914863"/>
                </a:cubicBezTo>
                <a:cubicBezTo>
                  <a:pt x="2667185" y="1939014"/>
                  <a:pt x="2622149" y="1926211"/>
                  <a:pt x="2568063" y="1936283"/>
                </a:cubicBezTo>
                <a:cubicBezTo>
                  <a:pt x="2552625" y="1932001"/>
                  <a:pt x="2502682" y="1953378"/>
                  <a:pt x="2489784" y="1943720"/>
                </a:cubicBezTo>
                <a:cubicBezTo>
                  <a:pt x="2478524" y="1943155"/>
                  <a:pt x="2467418" y="1949411"/>
                  <a:pt x="2458978" y="1938095"/>
                </a:cubicBezTo>
                <a:cubicBezTo>
                  <a:pt x="2417552" y="1934639"/>
                  <a:pt x="2366376" y="1931293"/>
                  <a:pt x="2318712" y="1934474"/>
                </a:cubicBezTo>
                <a:cubicBezTo>
                  <a:pt x="2296029" y="1936526"/>
                  <a:pt x="2282069" y="1938434"/>
                  <a:pt x="2268709" y="1940521"/>
                </a:cubicBezTo>
                <a:lnTo>
                  <a:pt x="2264080" y="1941232"/>
                </a:lnTo>
                <a:lnTo>
                  <a:pt x="2254684" y="1943524"/>
                </a:lnTo>
                <a:lnTo>
                  <a:pt x="2252523" y="1943004"/>
                </a:lnTo>
                <a:lnTo>
                  <a:pt x="2173350" y="1929202"/>
                </a:lnTo>
                <a:lnTo>
                  <a:pt x="2155266" y="1920267"/>
                </a:lnTo>
                <a:lnTo>
                  <a:pt x="2091013" y="1914631"/>
                </a:lnTo>
                <a:cubicBezTo>
                  <a:pt x="2033357" y="1920614"/>
                  <a:pt x="2070513" y="1905065"/>
                  <a:pt x="2030712" y="1897690"/>
                </a:cubicBezTo>
                <a:cubicBezTo>
                  <a:pt x="1994539" y="1893055"/>
                  <a:pt x="1958569" y="1883188"/>
                  <a:pt x="1908838" y="1892222"/>
                </a:cubicBezTo>
                <a:cubicBezTo>
                  <a:pt x="1897236" y="1896147"/>
                  <a:pt x="1883338" y="1892415"/>
                  <a:pt x="1877796" y="1883887"/>
                </a:cubicBezTo>
                <a:cubicBezTo>
                  <a:pt x="1876842" y="1882419"/>
                  <a:pt x="1876177" y="1880863"/>
                  <a:pt x="1875824" y="1879265"/>
                </a:cubicBezTo>
                <a:cubicBezTo>
                  <a:pt x="1843474" y="1887199"/>
                  <a:pt x="1841511" y="1873818"/>
                  <a:pt x="1823048" y="1881064"/>
                </a:cubicBezTo>
                <a:cubicBezTo>
                  <a:pt x="1792640" y="1872164"/>
                  <a:pt x="1782358" y="1850450"/>
                  <a:pt x="1765736" y="1856578"/>
                </a:cubicBezTo>
                <a:cubicBezTo>
                  <a:pt x="1753024" y="1849107"/>
                  <a:pt x="1745932" y="1828316"/>
                  <a:pt x="1725669" y="1833744"/>
                </a:cubicBezTo>
                <a:cubicBezTo>
                  <a:pt x="1727428" y="1831405"/>
                  <a:pt x="1726953" y="1830157"/>
                  <a:pt x="1725216" y="1829447"/>
                </a:cubicBezTo>
                <a:lnTo>
                  <a:pt x="1721485" y="1828960"/>
                </a:lnTo>
                <a:lnTo>
                  <a:pt x="1717786" y="1832224"/>
                </a:lnTo>
                <a:cubicBezTo>
                  <a:pt x="1703445" y="1843277"/>
                  <a:pt x="1706547" y="1827935"/>
                  <a:pt x="1689907" y="1825425"/>
                </a:cubicBezTo>
                <a:cubicBezTo>
                  <a:pt x="1682338" y="1823445"/>
                  <a:pt x="1685181" y="1820226"/>
                  <a:pt x="1688093" y="1817391"/>
                </a:cubicBezTo>
                <a:lnTo>
                  <a:pt x="1496789" y="1805297"/>
                </a:lnTo>
                <a:cubicBezTo>
                  <a:pt x="1463551" y="1793913"/>
                  <a:pt x="1426345" y="1786892"/>
                  <a:pt x="1392839" y="1758649"/>
                </a:cubicBezTo>
                <a:cubicBezTo>
                  <a:pt x="1386461" y="1750573"/>
                  <a:pt x="1374031" y="1756918"/>
                  <a:pt x="1360872" y="1752441"/>
                </a:cubicBezTo>
                <a:cubicBezTo>
                  <a:pt x="1347711" y="1747963"/>
                  <a:pt x="1332751" y="1735898"/>
                  <a:pt x="1313885" y="1731785"/>
                </a:cubicBezTo>
                <a:cubicBezTo>
                  <a:pt x="1281989" y="1726305"/>
                  <a:pt x="1256405" y="1739744"/>
                  <a:pt x="1247665" y="1727765"/>
                </a:cubicBezTo>
                <a:cubicBezTo>
                  <a:pt x="1231363" y="1728538"/>
                  <a:pt x="1209120" y="1742556"/>
                  <a:pt x="1196850" y="1729622"/>
                </a:cubicBezTo>
                <a:cubicBezTo>
                  <a:pt x="1195195" y="1740224"/>
                  <a:pt x="1178147" y="1721561"/>
                  <a:pt x="1168728" y="1728550"/>
                </a:cubicBezTo>
                <a:cubicBezTo>
                  <a:pt x="1152073" y="1727193"/>
                  <a:pt x="1122804" y="1725926"/>
                  <a:pt x="1096918" y="1721485"/>
                </a:cubicBezTo>
                <a:lnTo>
                  <a:pt x="1094082" y="1720113"/>
                </a:lnTo>
                <a:lnTo>
                  <a:pt x="1040782" y="1721762"/>
                </a:lnTo>
                <a:cubicBezTo>
                  <a:pt x="987172" y="1722352"/>
                  <a:pt x="1023272" y="1708707"/>
                  <a:pt x="955980" y="1719289"/>
                </a:cubicBezTo>
                <a:cubicBezTo>
                  <a:pt x="948995" y="1714208"/>
                  <a:pt x="940521" y="1713816"/>
                  <a:pt x="926108" y="1715917"/>
                </a:cubicBezTo>
                <a:cubicBezTo>
                  <a:pt x="900077" y="1715834"/>
                  <a:pt x="902688" y="1703436"/>
                  <a:pt x="876049" y="1710422"/>
                </a:cubicBezTo>
                <a:cubicBezTo>
                  <a:pt x="881084" y="1703830"/>
                  <a:pt x="826830" y="1706893"/>
                  <a:pt x="839194" y="1700176"/>
                </a:cubicBezTo>
                <a:cubicBezTo>
                  <a:pt x="822548" y="1693764"/>
                  <a:pt x="813674" y="1703628"/>
                  <a:pt x="797112" y="1698014"/>
                </a:cubicBezTo>
                <a:cubicBezTo>
                  <a:pt x="778195" y="1696418"/>
                  <a:pt x="807647" y="1705364"/>
                  <a:pt x="786610" y="1705455"/>
                </a:cubicBezTo>
                <a:cubicBezTo>
                  <a:pt x="761170" y="1704357"/>
                  <a:pt x="760599" y="1716610"/>
                  <a:pt x="741833" y="1700566"/>
                </a:cubicBezTo>
                <a:lnTo>
                  <a:pt x="673985" y="1692278"/>
                </a:lnTo>
                <a:cubicBezTo>
                  <a:pt x="658515" y="1695829"/>
                  <a:pt x="646395" y="1693620"/>
                  <a:pt x="634665" y="1689550"/>
                </a:cubicBezTo>
                <a:cubicBezTo>
                  <a:pt x="599149" y="1689690"/>
                  <a:pt x="567176" y="1683160"/>
                  <a:pt x="527471" y="1679869"/>
                </a:cubicBezTo>
                <a:cubicBezTo>
                  <a:pt x="484099" y="1683240"/>
                  <a:pt x="462693" y="1671949"/>
                  <a:pt x="420260" y="1668475"/>
                </a:cubicBezTo>
                <a:cubicBezTo>
                  <a:pt x="377482" y="1677390"/>
                  <a:pt x="393500" y="1652730"/>
                  <a:pt x="357630" y="1652142"/>
                </a:cubicBezTo>
                <a:cubicBezTo>
                  <a:pt x="298692" y="1659518"/>
                  <a:pt x="359631" y="1643849"/>
                  <a:pt x="269407" y="1643812"/>
                </a:cubicBezTo>
                <a:cubicBezTo>
                  <a:pt x="264204" y="1645215"/>
                  <a:pt x="253436" y="1643159"/>
                  <a:pt x="254769" y="1641013"/>
                </a:cubicBezTo>
                <a:cubicBezTo>
                  <a:pt x="234996" y="1641090"/>
                  <a:pt x="179093" y="1626583"/>
                  <a:pt x="150763" y="1628143"/>
                </a:cubicBezTo>
                <a:cubicBezTo>
                  <a:pt x="96232" y="1619954"/>
                  <a:pt x="68845" y="1629422"/>
                  <a:pt x="29133" y="1626172"/>
                </a:cubicBezTo>
                <a:lnTo>
                  <a:pt x="0" y="1619589"/>
                </a:lnTo>
                <a:close/>
              </a:path>
            </a:pathLst>
          </a:custGeom>
          <a:solidFill>
            <a:srgbClr val="82766A">
              <a:alpha val="15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6492D9D0-ABFC-82B7-89CB-F6B3185940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28675" y="494414"/>
            <a:ext cx="10534650" cy="817403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ctr"/>
            <a:r>
              <a:rPr lang="es-ES" sz="3600" kern="1200" noProof="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Quiénes son</a:t>
            </a:r>
          </a:p>
        </p:txBody>
      </p:sp>
      <p:pic>
        <p:nvPicPr>
          <p:cNvPr id="9" name="Imagen 8" descr="Gráfico, Gráfico circular&#10;&#10;El contenido generado por IA puede ser incorrecto.">
            <a:extLst>
              <a:ext uri="{FF2B5EF4-FFF2-40B4-BE49-F238E27FC236}">
                <a16:creationId xmlns:a16="http://schemas.microsoft.com/office/drawing/2014/main" id="{667CC081-2D0B-B490-33C7-C49429CE63E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3060" y="2196446"/>
            <a:ext cx="11655663" cy="44414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3040999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F0DCC097-1DB8-4B6D-85D0-6FBA0E1CA4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E0B58608-23C8-4441-994D-C6823EEE1DB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12191999" cy="2083506"/>
          </a:xfrm>
          <a:custGeom>
            <a:avLst/>
            <a:gdLst>
              <a:gd name="connsiteX0" fmla="*/ 0 w 12191999"/>
              <a:gd name="connsiteY0" fmla="*/ 0 h 2083506"/>
              <a:gd name="connsiteX1" fmla="*/ 9429748 w 12191999"/>
              <a:gd name="connsiteY1" fmla="*/ 0 h 2083506"/>
              <a:gd name="connsiteX2" fmla="*/ 9429748 w 12191999"/>
              <a:gd name="connsiteY2" fmla="*/ 1 h 2083506"/>
              <a:gd name="connsiteX3" fmla="*/ 12191999 w 12191999"/>
              <a:gd name="connsiteY3" fmla="*/ 1 h 2083506"/>
              <a:gd name="connsiteX4" fmla="*/ 12191999 w 12191999"/>
              <a:gd name="connsiteY4" fmla="*/ 1164372 h 2083506"/>
              <a:gd name="connsiteX5" fmla="*/ 12147852 w 12191999"/>
              <a:gd name="connsiteY5" fmla="*/ 1163783 h 2083506"/>
              <a:gd name="connsiteX6" fmla="*/ 11993604 w 12191999"/>
              <a:gd name="connsiteY6" fmla="*/ 1153496 h 2083506"/>
              <a:gd name="connsiteX7" fmla="*/ 11865319 w 12191999"/>
              <a:gd name="connsiteY7" fmla="*/ 1176624 h 2083506"/>
              <a:gd name="connsiteX8" fmla="*/ 11718353 w 12191999"/>
              <a:gd name="connsiteY8" fmla="*/ 1209136 h 2083506"/>
              <a:gd name="connsiteX9" fmla="*/ 11609067 w 12191999"/>
              <a:gd name="connsiteY9" fmla="*/ 1218512 h 2083506"/>
              <a:gd name="connsiteX10" fmla="*/ 11545958 w 12191999"/>
              <a:gd name="connsiteY10" fmla="*/ 1240430 h 2083506"/>
              <a:gd name="connsiteX11" fmla="*/ 11445770 w 12191999"/>
              <a:gd name="connsiteY11" fmla="*/ 1225780 h 2083506"/>
              <a:gd name="connsiteX12" fmla="*/ 11398842 w 12191999"/>
              <a:gd name="connsiteY12" fmla="*/ 1227250 h 2083506"/>
              <a:gd name="connsiteX13" fmla="*/ 11240093 w 12191999"/>
              <a:gd name="connsiteY13" fmla="*/ 1266797 h 2083506"/>
              <a:gd name="connsiteX14" fmla="*/ 11141364 w 12191999"/>
              <a:gd name="connsiteY14" fmla="*/ 1288059 h 2083506"/>
              <a:gd name="connsiteX15" fmla="*/ 11015396 w 12191999"/>
              <a:gd name="connsiteY15" fmla="*/ 1353104 h 2083506"/>
              <a:gd name="connsiteX16" fmla="*/ 10973905 w 12191999"/>
              <a:gd name="connsiteY16" fmla="*/ 1365109 h 2083506"/>
              <a:gd name="connsiteX17" fmla="*/ 10904858 w 12191999"/>
              <a:gd name="connsiteY17" fmla="*/ 1371966 h 2083506"/>
              <a:gd name="connsiteX18" fmla="*/ 10827883 w 12191999"/>
              <a:gd name="connsiteY18" fmla="*/ 1410270 h 2083506"/>
              <a:gd name="connsiteX19" fmla="*/ 10690996 w 12191999"/>
              <a:gd name="connsiteY19" fmla="*/ 1426394 h 2083506"/>
              <a:gd name="connsiteX20" fmla="*/ 10624461 w 12191999"/>
              <a:gd name="connsiteY20" fmla="*/ 1444283 h 2083506"/>
              <a:gd name="connsiteX21" fmla="*/ 10517208 w 12191999"/>
              <a:gd name="connsiteY21" fmla="*/ 1478947 h 2083506"/>
              <a:gd name="connsiteX22" fmla="*/ 10497937 w 12191999"/>
              <a:gd name="connsiteY22" fmla="*/ 1469831 h 2083506"/>
              <a:gd name="connsiteX23" fmla="*/ 10471201 w 12191999"/>
              <a:gd name="connsiteY23" fmla="*/ 1486037 h 2083506"/>
              <a:gd name="connsiteX24" fmla="*/ 10448263 w 12191999"/>
              <a:gd name="connsiteY24" fmla="*/ 1478223 h 2083506"/>
              <a:gd name="connsiteX25" fmla="*/ 10388089 w 12191999"/>
              <a:gd name="connsiteY25" fmla="*/ 1507175 h 2083506"/>
              <a:gd name="connsiteX26" fmla="*/ 10333720 w 12191999"/>
              <a:gd name="connsiteY26" fmla="*/ 1515848 h 2083506"/>
              <a:gd name="connsiteX27" fmla="*/ 10104338 w 12191999"/>
              <a:gd name="connsiteY27" fmla="*/ 1569424 h 2083506"/>
              <a:gd name="connsiteX28" fmla="*/ 9910445 w 12191999"/>
              <a:gd name="connsiteY28" fmla="*/ 1632275 h 2083506"/>
              <a:gd name="connsiteX29" fmla="*/ 9770872 w 12191999"/>
              <a:gd name="connsiteY29" fmla="*/ 1688088 h 2083506"/>
              <a:gd name="connsiteX30" fmla="*/ 9733849 w 12191999"/>
              <a:gd name="connsiteY30" fmla="*/ 1700034 h 2083506"/>
              <a:gd name="connsiteX31" fmla="*/ 9703714 w 12191999"/>
              <a:gd name="connsiteY31" fmla="*/ 1730093 h 2083506"/>
              <a:gd name="connsiteX32" fmla="*/ 9698351 w 12191999"/>
              <a:gd name="connsiteY32" fmla="*/ 1730377 h 2083506"/>
              <a:gd name="connsiteX33" fmla="*/ 9632895 w 12191999"/>
              <a:gd name="connsiteY33" fmla="*/ 1736363 h 2083506"/>
              <a:gd name="connsiteX34" fmla="*/ 9569107 w 12191999"/>
              <a:gd name="connsiteY34" fmla="*/ 1741010 h 2083506"/>
              <a:gd name="connsiteX35" fmla="*/ 9536451 w 12191999"/>
              <a:gd name="connsiteY35" fmla="*/ 1755120 h 2083506"/>
              <a:gd name="connsiteX36" fmla="*/ 9529385 w 12191999"/>
              <a:gd name="connsiteY36" fmla="*/ 1757515 h 2083506"/>
              <a:gd name="connsiteX37" fmla="*/ 9498527 w 12191999"/>
              <a:gd name="connsiteY37" fmla="*/ 1753117 h 2083506"/>
              <a:gd name="connsiteX38" fmla="*/ 9436642 w 12191999"/>
              <a:gd name="connsiteY38" fmla="*/ 1755478 h 2083506"/>
              <a:gd name="connsiteX39" fmla="*/ 9429748 w 12191999"/>
              <a:gd name="connsiteY39" fmla="*/ 1756317 h 2083506"/>
              <a:gd name="connsiteX40" fmla="*/ 9429748 w 12191999"/>
              <a:gd name="connsiteY40" fmla="*/ 1768745 h 2083506"/>
              <a:gd name="connsiteX41" fmla="*/ 9425802 w 12191999"/>
              <a:gd name="connsiteY41" fmla="*/ 1769273 h 2083506"/>
              <a:gd name="connsiteX42" fmla="*/ 9349763 w 12191999"/>
              <a:gd name="connsiteY42" fmla="*/ 1776107 h 2083506"/>
              <a:gd name="connsiteX43" fmla="*/ 9256503 w 12191999"/>
              <a:gd name="connsiteY43" fmla="*/ 1800699 h 2083506"/>
              <a:gd name="connsiteX44" fmla="*/ 9222873 w 12191999"/>
              <a:gd name="connsiteY44" fmla="*/ 1803003 h 2083506"/>
              <a:gd name="connsiteX45" fmla="*/ 9224095 w 12191999"/>
              <a:gd name="connsiteY45" fmla="*/ 1807355 h 2083506"/>
              <a:gd name="connsiteX46" fmla="*/ 9211603 w 12191999"/>
              <a:gd name="connsiteY46" fmla="*/ 1807675 h 2083506"/>
              <a:gd name="connsiteX47" fmla="*/ 9183719 w 12191999"/>
              <a:gd name="connsiteY47" fmla="*/ 1807781 h 2083506"/>
              <a:gd name="connsiteX48" fmla="*/ 9100221 w 12191999"/>
              <a:gd name="connsiteY48" fmla="*/ 1808989 h 2083506"/>
              <a:gd name="connsiteX49" fmla="*/ 9077439 w 12191999"/>
              <a:gd name="connsiteY49" fmla="*/ 1817333 h 2083506"/>
              <a:gd name="connsiteX50" fmla="*/ 9055889 w 12191999"/>
              <a:gd name="connsiteY50" fmla="*/ 1817464 h 2083506"/>
              <a:gd name="connsiteX51" fmla="*/ 8930912 w 12191999"/>
              <a:gd name="connsiteY51" fmla="*/ 1828648 h 2083506"/>
              <a:gd name="connsiteX52" fmla="*/ 8913729 w 12191999"/>
              <a:gd name="connsiteY52" fmla="*/ 1829483 h 2083506"/>
              <a:gd name="connsiteX53" fmla="*/ 8904423 w 12191999"/>
              <a:gd name="connsiteY53" fmla="*/ 1833234 h 2083506"/>
              <a:gd name="connsiteX54" fmla="*/ 8871099 w 12191999"/>
              <a:gd name="connsiteY54" fmla="*/ 1833979 h 2083506"/>
              <a:gd name="connsiteX55" fmla="*/ 8869557 w 12191999"/>
              <a:gd name="connsiteY55" fmla="*/ 1836113 h 2083506"/>
              <a:gd name="connsiteX56" fmla="*/ 8760021 w 12191999"/>
              <a:gd name="connsiteY56" fmla="*/ 1854442 h 2083506"/>
              <a:gd name="connsiteX57" fmla="*/ 8741254 w 12191999"/>
              <a:gd name="connsiteY57" fmla="*/ 1857469 h 2083506"/>
              <a:gd name="connsiteX58" fmla="*/ 8725039 w 12191999"/>
              <a:gd name="connsiteY58" fmla="*/ 1856552 h 2083506"/>
              <a:gd name="connsiteX59" fmla="*/ 8635265 w 12191999"/>
              <a:gd name="connsiteY59" fmla="*/ 1859168 h 2083506"/>
              <a:gd name="connsiteX60" fmla="*/ 8613911 w 12191999"/>
              <a:gd name="connsiteY60" fmla="*/ 1857561 h 2083506"/>
              <a:gd name="connsiteX61" fmla="*/ 8604931 w 12191999"/>
              <a:gd name="connsiteY61" fmla="*/ 1854170 h 2083506"/>
              <a:gd name="connsiteX62" fmla="*/ 8570171 w 12191999"/>
              <a:gd name="connsiteY62" fmla="*/ 1860579 h 2083506"/>
              <a:gd name="connsiteX63" fmla="*/ 8516537 w 12191999"/>
              <a:gd name="connsiteY63" fmla="*/ 1864971 h 2083506"/>
              <a:gd name="connsiteX64" fmla="*/ 8491046 w 12191999"/>
              <a:gd name="connsiteY64" fmla="*/ 1868141 h 2083506"/>
              <a:gd name="connsiteX65" fmla="*/ 8470478 w 12191999"/>
              <a:gd name="connsiteY65" fmla="*/ 1866216 h 2083506"/>
              <a:gd name="connsiteX66" fmla="*/ 8353433 w 12191999"/>
              <a:gd name="connsiteY66" fmla="*/ 1865729 h 2083506"/>
              <a:gd name="connsiteX67" fmla="*/ 8347675 w 12191999"/>
              <a:gd name="connsiteY67" fmla="*/ 1865075 h 2083506"/>
              <a:gd name="connsiteX68" fmla="*/ 8343939 w 12191999"/>
              <a:gd name="connsiteY68" fmla="*/ 1865677 h 2083506"/>
              <a:gd name="connsiteX69" fmla="*/ 8221566 w 12191999"/>
              <a:gd name="connsiteY69" fmla="*/ 1881148 h 2083506"/>
              <a:gd name="connsiteX70" fmla="*/ 8066095 w 12191999"/>
              <a:gd name="connsiteY70" fmla="*/ 1919902 h 2083506"/>
              <a:gd name="connsiteX71" fmla="*/ 8044849 w 12191999"/>
              <a:gd name="connsiteY71" fmla="*/ 1916308 h 2083506"/>
              <a:gd name="connsiteX72" fmla="*/ 8041142 w 12191999"/>
              <a:gd name="connsiteY72" fmla="*/ 1915506 h 2083506"/>
              <a:gd name="connsiteX73" fmla="*/ 8022159 w 12191999"/>
              <a:gd name="connsiteY73" fmla="*/ 1911521 h 2083506"/>
              <a:gd name="connsiteX74" fmla="*/ 7944932 w 12191999"/>
              <a:gd name="connsiteY74" fmla="*/ 1917265 h 2083506"/>
              <a:gd name="connsiteX75" fmla="*/ 7879011 w 12191999"/>
              <a:gd name="connsiteY75" fmla="*/ 1928570 h 2083506"/>
              <a:gd name="connsiteX76" fmla="*/ 7865529 w 12191999"/>
              <a:gd name="connsiteY76" fmla="*/ 1934399 h 2083506"/>
              <a:gd name="connsiteX77" fmla="*/ 7774801 w 12191999"/>
              <a:gd name="connsiteY77" fmla="*/ 1947969 h 2083506"/>
              <a:gd name="connsiteX78" fmla="*/ 7748398 w 12191999"/>
              <a:gd name="connsiteY78" fmla="*/ 1955982 h 2083506"/>
              <a:gd name="connsiteX79" fmla="*/ 7740684 w 12191999"/>
              <a:gd name="connsiteY79" fmla="*/ 1955717 h 2083506"/>
              <a:gd name="connsiteX80" fmla="*/ 7712976 w 12191999"/>
              <a:gd name="connsiteY80" fmla="*/ 1960442 h 2083506"/>
              <a:gd name="connsiteX81" fmla="*/ 7699956 w 12191999"/>
              <a:gd name="connsiteY81" fmla="*/ 1966104 h 2083506"/>
              <a:gd name="connsiteX82" fmla="*/ 7684158 w 12191999"/>
              <a:gd name="connsiteY82" fmla="*/ 1962927 h 2083506"/>
              <a:gd name="connsiteX83" fmla="*/ 7643109 w 12191999"/>
              <a:gd name="connsiteY83" fmla="*/ 1964400 h 2083506"/>
              <a:gd name="connsiteX84" fmla="*/ 7630180 w 12191999"/>
              <a:gd name="connsiteY84" fmla="*/ 1970266 h 2083506"/>
              <a:gd name="connsiteX85" fmla="*/ 7609131 w 12191999"/>
              <a:gd name="connsiteY85" fmla="*/ 1971774 h 2083506"/>
              <a:gd name="connsiteX86" fmla="*/ 7555555 w 12191999"/>
              <a:gd name="connsiteY86" fmla="*/ 1969491 h 2083506"/>
              <a:gd name="connsiteX87" fmla="*/ 7520919 w 12191999"/>
              <a:gd name="connsiteY87" fmla="*/ 1970177 h 2083506"/>
              <a:gd name="connsiteX88" fmla="*/ 7456258 w 12191999"/>
              <a:gd name="connsiteY88" fmla="*/ 1960468 h 2083506"/>
              <a:gd name="connsiteX89" fmla="*/ 7393047 w 12191999"/>
              <a:gd name="connsiteY89" fmla="*/ 1952408 h 2083506"/>
              <a:gd name="connsiteX90" fmla="*/ 7199912 w 12191999"/>
              <a:gd name="connsiteY90" fmla="*/ 1959913 h 2083506"/>
              <a:gd name="connsiteX91" fmla="*/ 7146774 w 12191999"/>
              <a:gd name="connsiteY91" fmla="*/ 1956641 h 2083506"/>
              <a:gd name="connsiteX92" fmla="*/ 7122244 w 12191999"/>
              <a:gd name="connsiteY92" fmla="*/ 1953891 h 2083506"/>
              <a:gd name="connsiteX93" fmla="*/ 7032241 w 12191999"/>
              <a:gd name="connsiteY93" fmla="*/ 1962723 h 2083506"/>
              <a:gd name="connsiteX94" fmla="*/ 6941492 w 12191999"/>
              <a:gd name="connsiteY94" fmla="*/ 1976868 h 2083506"/>
              <a:gd name="connsiteX95" fmla="*/ 6906514 w 12191999"/>
              <a:gd name="connsiteY95" fmla="*/ 1968589 h 2083506"/>
              <a:gd name="connsiteX96" fmla="*/ 6826395 w 12191999"/>
              <a:gd name="connsiteY96" fmla="*/ 1974141 h 2083506"/>
              <a:gd name="connsiteX97" fmla="*/ 6716431 w 12191999"/>
              <a:gd name="connsiteY97" fmla="*/ 2004297 h 2083506"/>
              <a:gd name="connsiteX98" fmla="*/ 6569607 w 12191999"/>
              <a:gd name="connsiteY98" fmla="*/ 2015496 h 2083506"/>
              <a:gd name="connsiteX99" fmla="*/ 6561430 w 12191999"/>
              <a:gd name="connsiteY99" fmla="*/ 2020996 h 2083506"/>
              <a:gd name="connsiteX100" fmla="*/ 6549371 w 12191999"/>
              <a:gd name="connsiteY100" fmla="*/ 2024747 h 2083506"/>
              <a:gd name="connsiteX101" fmla="*/ 6547040 w 12191999"/>
              <a:gd name="connsiteY101" fmla="*/ 2024474 h 2083506"/>
              <a:gd name="connsiteX102" fmla="*/ 6530482 w 12191999"/>
              <a:gd name="connsiteY102" fmla="*/ 2026659 h 2083506"/>
              <a:gd name="connsiteX103" fmla="*/ 6528565 w 12191999"/>
              <a:gd name="connsiteY103" fmla="*/ 2028600 h 2083506"/>
              <a:gd name="connsiteX104" fmla="*/ 6517741 w 12191999"/>
              <a:gd name="connsiteY104" fmla="*/ 2030558 h 2083506"/>
              <a:gd name="connsiteX105" fmla="*/ 6497855 w 12191999"/>
              <a:gd name="connsiteY105" fmla="*/ 2035650 h 2083506"/>
              <a:gd name="connsiteX106" fmla="*/ 6492785 w 12191999"/>
              <a:gd name="connsiteY106" fmla="*/ 2035444 h 2083506"/>
              <a:gd name="connsiteX107" fmla="*/ 6460692 w 12191999"/>
              <a:gd name="connsiteY107" fmla="*/ 2041321 h 2083506"/>
              <a:gd name="connsiteX108" fmla="*/ 6459609 w 12191999"/>
              <a:gd name="connsiteY108" fmla="*/ 2040851 h 2083506"/>
              <a:gd name="connsiteX109" fmla="*/ 6447765 w 12191999"/>
              <a:gd name="connsiteY109" fmla="*/ 2040102 h 2083506"/>
              <a:gd name="connsiteX110" fmla="*/ 6426590 w 12191999"/>
              <a:gd name="connsiteY110" fmla="*/ 2039928 h 2083506"/>
              <a:gd name="connsiteX111" fmla="*/ 6401693 w 12191999"/>
              <a:gd name="connsiteY111" fmla="*/ 2033537 h 2083506"/>
              <a:gd name="connsiteX112" fmla="*/ 6387141 w 12191999"/>
              <a:gd name="connsiteY112" fmla="*/ 2033161 h 2083506"/>
              <a:gd name="connsiteX113" fmla="*/ 6357846 w 12191999"/>
              <a:gd name="connsiteY113" fmla="*/ 2036782 h 2083506"/>
              <a:gd name="connsiteX114" fmla="*/ 6342914 w 12191999"/>
              <a:gd name="connsiteY114" fmla="*/ 2037585 h 2083506"/>
              <a:gd name="connsiteX115" fmla="*/ 6336300 w 12191999"/>
              <a:gd name="connsiteY115" fmla="*/ 2038781 h 2083506"/>
              <a:gd name="connsiteX116" fmla="*/ 6317178 w 12191999"/>
              <a:gd name="connsiteY116" fmla="*/ 2038968 h 2083506"/>
              <a:gd name="connsiteX117" fmla="*/ 6161427 w 12191999"/>
              <a:gd name="connsiteY117" fmla="*/ 2047338 h 2083506"/>
              <a:gd name="connsiteX118" fmla="*/ 6097339 w 12191999"/>
              <a:gd name="connsiteY118" fmla="*/ 2082438 h 2083506"/>
              <a:gd name="connsiteX119" fmla="*/ 6079059 w 12191999"/>
              <a:gd name="connsiteY119" fmla="*/ 2081299 h 2083506"/>
              <a:gd name="connsiteX120" fmla="*/ 5998439 w 12191999"/>
              <a:gd name="connsiteY120" fmla="*/ 2070958 h 2083506"/>
              <a:gd name="connsiteX121" fmla="*/ 5904290 w 12191999"/>
              <a:gd name="connsiteY121" fmla="*/ 2070255 h 2083506"/>
              <a:gd name="connsiteX122" fmla="*/ 5814867 w 12191999"/>
              <a:gd name="connsiteY122" fmla="*/ 2079032 h 2083506"/>
              <a:gd name="connsiteX123" fmla="*/ 5725743 w 12191999"/>
              <a:gd name="connsiteY123" fmla="*/ 2070558 h 2083506"/>
              <a:gd name="connsiteX124" fmla="*/ 5650546 w 12191999"/>
              <a:gd name="connsiteY124" fmla="*/ 2052412 h 2083506"/>
              <a:gd name="connsiteX125" fmla="*/ 5581284 w 12191999"/>
              <a:gd name="connsiteY125" fmla="*/ 2023175 h 2083506"/>
              <a:gd name="connsiteX126" fmla="*/ 5572593 w 12191999"/>
              <a:gd name="connsiteY126" fmla="*/ 2018391 h 2083506"/>
              <a:gd name="connsiteX127" fmla="*/ 5548580 w 12191999"/>
              <a:gd name="connsiteY127" fmla="*/ 2016951 h 2083506"/>
              <a:gd name="connsiteX128" fmla="*/ 5471173 w 12191999"/>
              <a:gd name="connsiteY128" fmla="*/ 2018786 h 2083506"/>
              <a:gd name="connsiteX129" fmla="*/ 5340320 w 12191999"/>
              <a:gd name="connsiteY129" fmla="*/ 2037611 h 2083506"/>
              <a:gd name="connsiteX130" fmla="*/ 5254376 w 12191999"/>
              <a:gd name="connsiteY130" fmla="*/ 2042928 h 2083506"/>
              <a:gd name="connsiteX131" fmla="*/ 5258035 w 12191999"/>
              <a:gd name="connsiteY131" fmla="*/ 2035649 h 2083506"/>
              <a:gd name="connsiteX132" fmla="*/ 5230622 w 12191999"/>
              <a:gd name="connsiteY132" fmla="*/ 2024576 h 2083506"/>
              <a:gd name="connsiteX133" fmla="*/ 5026203 w 12191999"/>
              <a:gd name="connsiteY133" fmla="*/ 2030162 h 2083506"/>
              <a:gd name="connsiteX134" fmla="*/ 4973988 w 12191999"/>
              <a:gd name="connsiteY134" fmla="*/ 2026668 h 2083506"/>
              <a:gd name="connsiteX135" fmla="*/ 4928030 w 12191999"/>
              <a:gd name="connsiteY135" fmla="*/ 2033642 h 2083506"/>
              <a:gd name="connsiteX136" fmla="*/ 4908970 w 12191999"/>
              <a:gd name="connsiteY136" fmla="*/ 2030033 h 2083506"/>
              <a:gd name="connsiteX137" fmla="*/ 4905679 w 12191999"/>
              <a:gd name="connsiteY137" fmla="*/ 2029300 h 2083506"/>
              <a:gd name="connsiteX138" fmla="*/ 4892525 w 12191999"/>
              <a:gd name="connsiteY138" fmla="*/ 2028768 h 2083506"/>
              <a:gd name="connsiteX139" fmla="*/ 4888818 w 12191999"/>
              <a:gd name="connsiteY139" fmla="*/ 2025619 h 2083506"/>
              <a:gd name="connsiteX140" fmla="*/ 4869018 w 12191999"/>
              <a:gd name="connsiteY140" fmla="*/ 2022668 h 2083506"/>
              <a:gd name="connsiteX141" fmla="*/ 4844804 w 12191999"/>
              <a:gd name="connsiteY141" fmla="*/ 2022527 h 2083506"/>
              <a:gd name="connsiteX142" fmla="*/ 4758778 w 12191999"/>
              <a:gd name="connsiteY142" fmla="*/ 2021694 h 2083506"/>
              <a:gd name="connsiteX143" fmla="*/ 4744748 w 12191999"/>
              <a:gd name="connsiteY143" fmla="*/ 2023396 h 2083506"/>
              <a:gd name="connsiteX144" fmla="*/ 4698956 w 12191999"/>
              <a:gd name="connsiteY144" fmla="*/ 2020558 h 2083506"/>
              <a:gd name="connsiteX145" fmla="*/ 4658147 w 12191999"/>
              <a:gd name="connsiteY145" fmla="*/ 2019920 h 2083506"/>
              <a:gd name="connsiteX146" fmla="*/ 4631706 w 12191999"/>
              <a:gd name="connsiteY146" fmla="*/ 2021274 h 2083506"/>
              <a:gd name="connsiteX147" fmla="*/ 4624776 w 12191999"/>
              <a:gd name="connsiteY147" fmla="*/ 2020152 h 2083506"/>
              <a:gd name="connsiteX148" fmla="*/ 4598150 w 12191999"/>
              <a:gd name="connsiteY148" fmla="*/ 2019429 h 2083506"/>
              <a:gd name="connsiteX149" fmla="*/ 4584588 w 12191999"/>
              <a:gd name="connsiteY149" fmla="*/ 2021092 h 2083506"/>
              <a:gd name="connsiteX150" fmla="*/ 4571203 w 12191999"/>
              <a:gd name="connsiteY150" fmla="*/ 2017263 h 2083506"/>
              <a:gd name="connsiteX151" fmla="*/ 4567930 w 12191999"/>
              <a:gd name="connsiteY151" fmla="*/ 2014458 h 2083506"/>
              <a:gd name="connsiteX152" fmla="*/ 4548984 w 12191999"/>
              <a:gd name="connsiteY152" fmla="*/ 2015717 h 2083506"/>
              <a:gd name="connsiteX153" fmla="*/ 4533451 w 12191999"/>
              <a:gd name="connsiteY153" fmla="*/ 2012976 h 2083506"/>
              <a:gd name="connsiteX154" fmla="*/ 4519910 w 12191999"/>
              <a:gd name="connsiteY154" fmla="*/ 2014768 h 2083506"/>
              <a:gd name="connsiteX155" fmla="*/ 4514290 w 12191999"/>
              <a:gd name="connsiteY155" fmla="*/ 2014364 h 2083506"/>
              <a:gd name="connsiteX156" fmla="*/ 4500320 w 12191999"/>
              <a:gd name="connsiteY156" fmla="*/ 2013007 h 2083506"/>
              <a:gd name="connsiteX157" fmla="*/ 4476219 w 12191999"/>
              <a:gd name="connsiteY157" fmla="*/ 2009993 h 2083506"/>
              <a:gd name="connsiteX158" fmla="*/ 4468701 w 12191999"/>
              <a:gd name="connsiteY158" fmla="*/ 2009574 h 2083506"/>
              <a:gd name="connsiteX159" fmla="*/ 4452333 w 12191999"/>
              <a:gd name="connsiteY159" fmla="*/ 2004964 h 2083506"/>
              <a:gd name="connsiteX160" fmla="*/ 4420644 w 12191999"/>
              <a:gd name="connsiteY160" fmla="*/ 2001021 h 2083506"/>
              <a:gd name="connsiteX161" fmla="*/ 4364856 w 12191999"/>
              <a:gd name="connsiteY161" fmla="*/ 1987267 h 2083506"/>
              <a:gd name="connsiteX162" fmla="*/ 4332062 w 12191999"/>
              <a:gd name="connsiteY162" fmla="*/ 1980703 h 2083506"/>
              <a:gd name="connsiteX163" fmla="*/ 4309876 w 12191999"/>
              <a:gd name="connsiteY163" fmla="*/ 1974653 h 2083506"/>
              <a:gd name="connsiteX164" fmla="*/ 4244391 w 12191999"/>
              <a:gd name="connsiteY164" fmla="*/ 1966109 h 2083506"/>
              <a:gd name="connsiteX165" fmla="*/ 4132071 w 12191999"/>
              <a:gd name="connsiteY165" fmla="*/ 1954813 h 2083506"/>
              <a:gd name="connsiteX166" fmla="*/ 4109069 w 12191999"/>
              <a:gd name="connsiteY166" fmla="*/ 1951778 h 2083506"/>
              <a:gd name="connsiteX167" fmla="*/ 4092908 w 12191999"/>
              <a:gd name="connsiteY167" fmla="*/ 1946662 h 2083506"/>
              <a:gd name="connsiteX168" fmla="*/ 4092306 w 12191999"/>
              <a:gd name="connsiteY168" fmla="*/ 1943291 h 2083506"/>
              <a:gd name="connsiteX169" fmla="*/ 4080234 w 12191999"/>
              <a:gd name="connsiteY169" fmla="*/ 1941219 h 2083506"/>
              <a:gd name="connsiteX170" fmla="*/ 4077778 w 12191999"/>
              <a:gd name="connsiteY170" fmla="*/ 1940145 h 2083506"/>
              <a:gd name="connsiteX171" fmla="*/ 4062936 w 12191999"/>
              <a:gd name="connsiteY171" fmla="*/ 1934506 h 2083506"/>
              <a:gd name="connsiteX172" fmla="*/ 4012506 w 12191999"/>
              <a:gd name="connsiteY172" fmla="*/ 1935475 h 2083506"/>
              <a:gd name="connsiteX173" fmla="*/ 3965880 w 12191999"/>
              <a:gd name="connsiteY173" fmla="*/ 1925968 h 2083506"/>
              <a:gd name="connsiteX174" fmla="*/ 3765338 w 12191999"/>
              <a:gd name="connsiteY174" fmla="*/ 1906649 h 2083506"/>
              <a:gd name="connsiteX175" fmla="*/ 3749493 w 12191999"/>
              <a:gd name="connsiteY175" fmla="*/ 1893071 h 2083506"/>
              <a:gd name="connsiteX176" fmla="*/ 3672704 w 12191999"/>
              <a:gd name="connsiteY176" fmla="*/ 1881383 h 2083506"/>
              <a:gd name="connsiteX177" fmla="*/ 3530082 w 12191999"/>
              <a:gd name="connsiteY177" fmla="*/ 1883187 h 2083506"/>
              <a:gd name="connsiteX178" fmla="*/ 3387664 w 12191999"/>
              <a:gd name="connsiteY178" fmla="*/ 1862579 h 2083506"/>
              <a:gd name="connsiteX179" fmla="*/ 3371681 w 12191999"/>
              <a:gd name="connsiteY179" fmla="*/ 1865293 h 2083506"/>
              <a:gd name="connsiteX180" fmla="*/ 3355305 w 12191999"/>
              <a:gd name="connsiteY180" fmla="*/ 1865842 h 2083506"/>
              <a:gd name="connsiteX181" fmla="*/ 3353790 w 12191999"/>
              <a:gd name="connsiteY181" fmla="*/ 1865158 h 2083506"/>
              <a:gd name="connsiteX182" fmla="*/ 3336210 w 12191999"/>
              <a:gd name="connsiteY182" fmla="*/ 1863564 h 2083506"/>
              <a:gd name="connsiteX183" fmla="*/ 3331381 w 12191999"/>
              <a:gd name="connsiteY183" fmla="*/ 1864716 h 2083506"/>
              <a:gd name="connsiteX184" fmla="*/ 3319012 w 12191999"/>
              <a:gd name="connsiteY184" fmla="*/ 1864093 h 2083506"/>
              <a:gd name="connsiteX185" fmla="*/ 3293818 w 12191999"/>
              <a:gd name="connsiteY185" fmla="*/ 1864135 h 2083506"/>
              <a:gd name="connsiteX186" fmla="*/ 3289881 w 12191999"/>
              <a:gd name="connsiteY186" fmla="*/ 1862954 h 2083506"/>
              <a:gd name="connsiteX187" fmla="*/ 3253090 w 12191999"/>
              <a:gd name="connsiteY187" fmla="*/ 1861164 h 2083506"/>
              <a:gd name="connsiteX188" fmla="*/ 3252949 w 12191999"/>
              <a:gd name="connsiteY188" fmla="*/ 1860574 h 2083506"/>
              <a:gd name="connsiteX189" fmla="*/ 3244187 w 12191999"/>
              <a:gd name="connsiteY189" fmla="*/ 1857604 h 2083506"/>
              <a:gd name="connsiteX190" fmla="*/ 3246570 w 12191999"/>
              <a:gd name="connsiteY190" fmla="*/ 1852946 h 2083506"/>
              <a:gd name="connsiteX191" fmla="*/ 3237810 w 12191999"/>
              <a:gd name="connsiteY191" fmla="*/ 1853064 h 2083506"/>
              <a:gd name="connsiteX192" fmla="*/ 3230822 w 12191999"/>
              <a:gd name="connsiteY192" fmla="*/ 1855474 h 2083506"/>
              <a:gd name="connsiteX193" fmla="*/ 3136549 w 12191999"/>
              <a:gd name="connsiteY193" fmla="*/ 1874037 h 2083506"/>
              <a:gd name="connsiteX194" fmla="*/ 2845754 w 12191999"/>
              <a:gd name="connsiteY194" fmla="*/ 1910932 h 2083506"/>
              <a:gd name="connsiteX195" fmla="*/ 2786878 w 12191999"/>
              <a:gd name="connsiteY195" fmla="*/ 1917162 h 2083506"/>
              <a:gd name="connsiteX196" fmla="*/ 2725298 w 12191999"/>
              <a:gd name="connsiteY196" fmla="*/ 1912340 h 2083506"/>
              <a:gd name="connsiteX197" fmla="*/ 2697754 w 12191999"/>
              <a:gd name="connsiteY197" fmla="*/ 1914863 h 2083506"/>
              <a:gd name="connsiteX198" fmla="*/ 2568063 w 12191999"/>
              <a:gd name="connsiteY198" fmla="*/ 1936283 h 2083506"/>
              <a:gd name="connsiteX199" fmla="*/ 2489784 w 12191999"/>
              <a:gd name="connsiteY199" fmla="*/ 1943720 h 2083506"/>
              <a:gd name="connsiteX200" fmla="*/ 2458978 w 12191999"/>
              <a:gd name="connsiteY200" fmla="*/ 1938095 h 2083506"/>
              <a:gd name="connsiteX201" fmla="*/ 2318712 w 12191999"/>
              <a:gd name="connsiteY201" fmla="*/ 1934474 h 2083506"/>
              <a:gd name="connsiteX202" fmla="*/ 2268709 w 12191999"/>
              <a:gd name="connsiteY202" fmla="*/ 1940521 h 2083506"/>
              <a:gd name="connsiteX203" fmla="*/ 2264080 w 12191999"/>
              <a:gd name="connsiteY203" fmla="*/ 1941232 h 2083506"/>
              <a:gd name="connsiteX204" fmla="*/ 2254684 w 12191999"/>
              <a:gd name="connsiteY204" fmla="*/ 1943524 h 2083506"/>
              <a:gd name="connsiteX205" fmla="*/ 2252523 w 12191999"/>
              <a:gd name="connsiteY205" fmla="*/ 1943004 h 2083506"/>
              <a:gd name="connsiteX206" fmla="*/ 2173350 w 12191999"/>
              <a:gd name="connsiteY206" fmla="*/ 1929202 h 2083506"/>
              <a:gd name="connsiteX207" fmla="*/ 2155266 w 12191999"/>
              <a:gd name="connsiteY207" fmla="*/ 1920267 h 2083506"/>
              <a:gd name="connsiteX208" fmla="*/ 2091013 w 12191999"/>
              <a:gd name="connsiteY208" fmla="*/ 1914631 h 2083506"/>
              <a:gd name="connsiteX209" fmla="*/ 2030712 w 12191999"/>
              <a:gd name="connsiteY209" fmla="*/ 1897690 h 2083506"/>
              <a:gd name="connsiteX210" fmla="*/ 1908838 w 12191999"/>
              <a:gd name="connsiteY210" fmla="*/ 1892222 h 2083506"/>
              <a:gd name="connsiteX211" fmla="*/ 1877796 w 12191999"/>
              <a:gd name="connsiteY211" fmla="*/ 1883887 h 2083506"/>
              <a:gd name="connsiteX212" fmla="*/ 1875824 w 12191999"/>
              <a:gd name="connsiteY212" fmla="*/ 1879265 h 2083506"/>
              <a:gd name="connsiteX213" fmla="*/ 1823048 w 12191999"/>
              <a:gd name="connsiteY213" fmla="*/ 1881064 h 2083506"/>
              <a:gd name="connsiteX214" fmla="*/ 1765736 w 12191999"/>
              <a:gd name="connsiteY214" fmla="*/ 1856578 h 2083506"/>
              <a:gd name="connsiteX215" fmla="*/ 1725669 w 12191999"/>
              <a:gd name="connsiteY215" fmla="*/ 1833744 h 2083506"/>
              <a:gd name="connsiteX216" fmla="*/ 1725216 w 12191999"/>
              <a:gd name="connsiteY216" fmla="*/ 1829447 h 2083506"/>
              <a:gd name="connsiteX217" fmla="*/ 1721485 w 12191999"/>
              <a:gd name="connsiteY217" fmla="*/ 1828960 h 2083506"/>
              <a:gd name="connsiteX218" fmla="*/ 1717786 w 12191999"/>
              <a:gd name="connsiteY218" fmla="*/ 1832224 h 2083506"/>
              <a:gd name="connsiteX219" fmla="*/ 1689907 w 12191999"/>
              <a:gd name="connsiteY219" fmla="*/ 1825425 h 2083506"/>
              <a:gd name="connsiteX220" fmla="*/ 1688093 w 12191999"/>
              <a:gd name="connsiteY220" fmla="*/ 1817391 h 2083506"/>
              <a:gd name="connsiteX221" fmla="*/ 1496789 w 12191999"/>
              <a:gd name="connsiteY221" fmla="*/ 1805297 h 2083506"/>
              <a:gd name="connsiteX222" fmla="*/ 1392839 w 12191999"/>
              <a:gd name="connsiteY222" fmla="*/ 1758649 h 2083506"/>
              <a:gd name="connsiteX223" fmla="*/ 1360872 w 12191999"/>
              <a:gd name="connsiteY223" fmla="*/ 1752441 h 2083506"/>
              <a:gd name="connsiteX224" fmla="*/ 1313885 w 12191999"/>
              <a:gd name="connsiteY224" fmla="*/ 1731785 h 2083506"/>
              <a:gd name="connsiteX225" fmla="*/ 1247665 w 12191999"/>
              <a:gd name="connsiteY225" fmla="*/ 1727765 h 2083506"/>
              <a:gd name="connsiteX226" fmla="*/ 1196850 w 12191999"/>
              <a:gd name="connsiteY226" fmla="*/ 1729622 h 2083506"/>
              <a:gd name="connsiteX227" fmla="*/ 1168728 w 12191999"/>
              <a:gd name="connsiteY227" fmla="*/ 1728550 h 2083506"/>
              <a:gd name="connsiteX228" fmla="*/ 1096918 w 12191999"/>
              <a:gd name="connsiteY228" fmla="*/ 1721485 h 2083506"/>
              <a:gd name="connsiteX229" fmla="*/ 1094082 w 12191999"/>
              <a:gd name="connsiteY229" fmla="*/ 1720113 h 2083506"/>
              <a:gd name="connsiteX230" fmla="*/ 1040782 w 12191999"/>
              <a:gd name="connsiteY230" fmla="*/ 1721762 h 2083506"/>
              <a:gd name="connsiteX231" fmla="*/ 955980 w 12191999"/>
              <a:gd name="connsiteY231" fmla="*/ 1719289 h 2083506"/>
              <a:gd name="connsiteX232" fmla="*/ 926108 w 12191999"/>
              <a:gd name="connsiteY232" fmla="*/ 1715917 h 2083506"/>
              <a:gd name="connsiteX233" fmla="*/ 876049 w 12191999"/>
              <a:gd name="connsiteY233" fmla="*/ 1710422 h 2083506"/>
              <a:gd name="connsiteX234" fmla="*/ 839194 w 12191999"/>
              <a:gd name="connsiteY234" fmla="*/ 1700176 h 2083506"/>
              <a:gd name="connsiteX235" fmla="*/ 797112 w 12191999"/>
              <a:gd name="connsiteY235" fmla="*/ 1698014 h 2083506"/>
              <a:gd name="connsiteX236" fmla="*/ 786610 w 12191999"/>
              <a:gd name="connsiteY236" fmla="*/ 1705455 h 2083506"/>
              <a:gd name="connsiteX237" fmla="*/ 741833 w 12191999"/>
              <a:gd name="connsiteY237" fmla="*/ 1700566 h 2083506"/>
              <a:gd name="connsiteX238" fmla="*/ 673985 w 12191999"/>
              <a:gd name="connsiteY238" fmla="*/ 1692278 h 2083506"/>
              <a:gd name="connsiteX239" fmla="*/ 634665 w 12191999"/>
              <a:gd name="connsiteY239" fmla="*/ 1689550 h 2083506"/>
              <a:gd name="connsiteX240" fmla="*/ 527471 w 12191999"/>
              <a:gd name="connsiteY240" fmla="*/ 1679869 h 2083506"/>
              <a:gd name="connsiteX241" fmla="*/ 420260 w 12191999"/>
              <a:gd name="connsiteY241" fmla="*/ 1668475 h 2083506"/>
              <a:gd name="connsiteX242" fmla="*/ 357630 w 12191999"/>
              <a:gd name="connsiteY242" fmla="*/ 1652142 h 2083506"/>
              <a:gd name="connsiteX243" fmla="*/ 269407 w 12191999"/>
              <a:gd name="connsiteY243" fmla="*/ 1643812 h 2083506"/>
              <a:gd name="connsiteX244" fmla="*/ 254769 w 12191999"/>
              <a:gd name="connsiteY244" fmla="*/ 1641013 h 2083506"/>
              <a:gd name="connsiteX245" fmla="*/ 150763 w 12191999"/>
              <a:gd name="connsiteY245" fmla="*/ 1628143 h 2083506"/>
              <a:gd name="connsiteX246" fmla="*/ 29133 w 12191999"/>
              <a:gd name="connsiteY246" fmla="*/ 1626172 h 2083506"/>
              <a:gd name="connsiteX247" fmla="*/ 0 w 12191999"/>
              <a:gd name="connsiteY247" fmla="*/ 1619589 h 208350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</a:cxnLst>
            <a:rect l="l" t="t" r="r" b="b"/>
            <a:pathLst>
              <a:path w="12191999" h="2083506">
                <a:moveTo>
                  <a:pt x="0" y="0"/>
                </a:moveTo>
                <a:lnTo>
                  <a:pt x="9429748" y="0"/>
                </a:lnTo>
                <a:lnTo>
                  <a:pt x="9429748" y="1"/>
                </a:lnTo>
                <a:lnTo>
                  <a:pt x="12191999" y="1"/>
                </a:lnTo>
                <a:lnTo>
                  <a:pt x="12191999" y="1164372"/>
                </a:lnTo>
                <a:lnTo>
                  <a:pt x="12147852" y="1163783"/>
                </a:lnTo>
                <a:cubicBezTo>
                  <a:pt x="12063101" y="1189107"/>
                  <a:pt x="12045020" y="1156925"/>
                  <a:pt x="11993604" y="1153496"/>
                </a:cubicBezTo>
                <a:cubicBezTo>
                  <a:pt x="11954216" y="1165241"/>
                  <a:pt x="11911195" y="1167350"/>
                  <a:pt x="11865319" y="1176624"/>
                </a:cubicBezTo>
                <a:cubicBezTo>
                  <a:pt x="11822513" y="1184682"/>
                  <a:pt x="11766915" y="1201558"/>
                  <a:pt x="11718353" y="1209136"/>
                </a:cubicBezTo>
                <a:cubicBezTo>
                  <a:pt x="11675379" y="1217463"/>
                  <a:pt x="11638007" y="1216639"/>
                  <a:pt x="11609067" y="1218512"/>
                </a:cubicBezTo>
                <a:cubicBezTo>
                  <a:pt x="11597582" y="1221322"/>
                  <a:pt x="11554280" y="1243577"/>
                  <a:pt x="11545958" y="1240430"/>
                </a:cubicBezTo>
                <a:lnTo>
                  <a:pt x="11445770" y="1225780"/>
                </a:lnTo>
                <a:cubicBezTo>
                  <a:pt x="11425543" y="1230782"/>
                  <a:pt x="11413740" y="1222096"/>
                  <a:pt x="11398842" y="1227250"/>
                </a:cubicBezTo>
                <a:cubicBezTo>
                  <a:pt x="11367060" y="1233093"/>
                  <a:pt x="11269285" y="1263712"/>
                  <a:pt x="11240093" y="1266797"/>
                </a:cubicBezTo>
                <a:cubicBezTo>
                  <a:pt x="11197297" y="1273685"/>
                  <a:pt x="11181311" y="1272682"/>
                  <a:pt x="11141364" y="1288059"/>
                </a:cubicBezTo>
                <a:cubicBezTo>
                  <a:pt x="11099891" y="1305386"/>
                  <a:pt x="11051533" y="1319157"/>
                  <a:pt x="11015396" y="1353104"/>
                </a:cubicBezTo>
                <a:cubicBezTo>
                  <a:pt x="11009424" y="1362217"/>
                  <a:pt x="10992328" y="1361966"/>
                  <a:pt x="10973905" y="1365109"/>
                </a:cubicBezTo>
                <a:cubicBezTo>
                  <a:pt x="10955482" y="1368254"/>
                  <a:pt x="10907369" y="1372817"/>
                  <a:pt x="10904858" y="1371966"/>
                </a:cubicBezTo>
                <a:cubicBezTo>
                  <a:pt x="10880521" y="1379494"/>
                  <a:pt x="10873670" y="1399734"/>
                  <a:pt x="10827883" y="1410270"/>
                </a:cubicBezTo>
                <a:cubicBezTo>
                  <a:pt x="10790248" y="1415655"/>
                  <a:pt x="10724899" y="1420726"/>
                  <a:pt x="10690996" y="1426394"/>
                </a:cubicBezTo>
                <a:cubicBezTo>
                  <a:pt x="10676463" y="1423331"/>
                  <a:pt x="10634514" y="1436908"/>
                  <a:pt x="10624461" y="1444283"/>
                </a:cubicBezTo>
                <a:cubicBezTo>
                  <a:pt x="10601952" y="1468442"/>
                  <a:pt x="10536224" y="1460228"/>
                  <a:pt x="10517208" y="1478947"/>
                </a:cubicBezTo>
                <a:cubicBezTo>
                  <a:pt x="10509508" y="1482271"/>
                  <a:pt x="10505833" y="1468818"/>
                  <a:pt x="10497937" y="1469831"/>
                </a:cubicBezTo>
                <a:lnTo>
                  <a:pt x="10471201" y="1486037"/>
                </a:lnTo>
                <a:lnTo>
                  <a:pt x="10448263" y="1478223"/>
                </a:lnTo>
                <a:lnTo>
                  <a:pt x="10388089" y="1507175"/>
                </a:lnTo>
                <a:cubicBezTo>
                  <a:pt x="10350285" y="1513081"/>
                  <a:pt x="10383281" y="1526586"/>
                  <a:pt x="10333720" y="1515848"/>
                </a:cubicBezTo>
                <a:cubicBezTo>
                  <a:pt x="10286428" y="1526223"/>
                  <a:pt x="10174884" y="1550019"/>
                  <a:pt x="10104338" y="1569424"/>
                </a:cubicBezTo>
                <a:cubicBezTo>
                  <a:pt x="10066963" y="1581564"/>
                  <a:pt x="9967395" y="1605712"/>
                  <a:pt x="9910445" y="1632275"/>
                </a:cubicBezTo>
                <a:cubicBezTo>
                  <a:pt x="9856131" y="1644130"/>
                  <a:pt x="9831118" y="1689967"/>
                  <a:pt x="9770872" y="1688088"/>
                </a:cubicBezTo>
                <a:cubicBezTo>
                  <a:pt x="9769882" y="1691843"/>
                  <a:pt x="9737016" y="1697044"/>
                  <a:pt x="9733849" y="1700034"/>
                </a:cubicBezTo>
                <a:lnTo>
                  <a:pt x="9703714" y="1730093"/>
                </a:lnTo>
                <a:lnTo>
                  <a:pt x="9698351" y="1730377"/>
                </a:lnTo>
                <a:lnTo>
                  <a:pt x="9632895" y="1736363"/>
                </a:lnTo>
                <a:lnTo>
                  <a:pt x="9569107" y="1741010"/>
                </a:lnTo>
                <a:cubicBezTo>
                  <a:pt x="9558961" y="1745882"/>
                  <a:pt x="9548028" y="1750646"/>
                  <a:pt x="9536451" y="1755120"/>
                </a:cubicBezTo>
                <a:lnTo>
                  <a:pt x="9529385" y="1757515"/>
                </a:lnTo>
                <a:lnTo>
                  <a:pt x="9498527" y="1753117"/>
                </a:lnTo>
                <a:lnTo>
                  <a:pt x="9436642" y="1755478"/>
                </a:lnTo>
                <a:lnTo>
                  <a:pt x="9429748" y="1756317"/>
                </a:lnTo>
                <a:lnTo>
                  <a:pt x="9429748" y="1768745"/>
                </a:lnTo>
                <a:lnTo>
                  <a:pt x="9425802" y="1769273"/>
                </a:lnTo>
                <a:cubicBezTo>
                  <a:pt x="9390751" y="1773262"/>
                  <a:pt x="9371406" y="1773457"/>
                  <a:pt x="9349763" y="1776107"/>
                </a:cubicBezTo>
                <a:cubicBezTo>
                  <a:pt x="9314721" y="1782260"/>
                  <a:pt x="9277650" y="1796217"/>
                  <a:pt x="9256503" y="1800699"/>
                </a:cubicBezTo>
                <a:lnTo>
                  <a:pt x="9222873" y="1803003"/>
                </a:lnTo>
                <a:lnTo>
                  <a:pt x="9224095" y="1807355"/>
                </a:lnTo>
                <a:lnTo>
                  <a:pt x="9211603" y="1807675"/>
                </a:lnTo>
                <a:lnTo>
                  <a:pt x="9183719" y="1807781"/>
                </a:lnTo>
                <a:cubicBezTo>
                  <a:pt x="9166319" y="1808439"/>
                  <a:pt x="9117935" y="1807396"/>
                  <a:pt x="9100221" y="1808989"/>
                </a:cubicBezTo>
                <a:cubicBezTo>
                  <a:pt x="9095111" y="1813630"/>
                  <a:pt x="9087224" y="1816160"/>
                  <a:pt x="9077439" y="1817333"/>
                </a:cubicBezTo>
                <a:lnTo>
                  <a:pt x="9055889" y="1817464"/>
                </a:lnTo>
                <a:lnTo>
                  <a:pt x="8930912" y="1828648"/>
                </a:lnTo>
                <a:lnTo>
                  <a:pt x="8913729" y="1829483"/>
                </a:lnTo>
                <a:lnTo>
                  <a:pt x="8904423" y="1833234"/>
                </a:lnTo>
                <a:cubicBezTo>
                  <a:pt x="8897319" y="1833982"/>
                  <a:pt x="8876911" y="1833498"/>
                  <a:pt x="8871099" y="1833979"/>
                </a:cubicBezTo>
                <a:lnTo>
                  <a:pt x="8869557" y="1836113"/>
                </a:lnTo>
                <a:cubicBezTo>
                  <a:pt x="8851043" y="1839524"/>
                  <a:pt x="8781405" y="1850882"/>
                  <a:pt x="8760021" y="1854442"/>
                </a:cubicBezTo>
                <a:cubicBezTo>
                  <a:pt x="8755749" y="1851161"/>
                  <a:pt x="8746183" y="1856343"/>
                  <a:pt x="8741254" y="1857469"/>
                </a:cubicBezTo>
                <a:cubicBezTo>
                  <a:pt x="8740491" y="1855259"/>
                  <a:pt x="8728559" y="1854585"/>
                  <a:pt x="8725039" y="1856552"/>
                </a:cubicBezTo>
                <a:cubicBezTo>
                  <a:pt x="8641157" y="1867333"/>
                  <a:pt x="8683145" y="1845054"/>
                  <a:pt x="8635265" y="1859168"/>
                </a:cubicBezTo>
                <a:cubicBezTo>
                  <a:pt x="8626795" y="1860103"/>
                  <a:pt x="8619931" y="1859212"/>
                  <a:pt x="8613911" y="1857561"/>
                </a:cubicBezTo>
                <a:lnTo>
                  <a:pt x="8604931" y="1854170"/>
                </a:lnTo>
                <a:lnTo>
                  <a:pt x="8570171" y="1860579"/>
                </a:lnTo>
                <a:cubicBezTo>
                  <a:pt x="8553049" y="1862813"/>
                  <a:pt x="8535028" y="1864294"/>
                  <a:pt x="8516537" y="1864971"/>
                </a:cubicBezTo>
                <a:cubicBezTo>
                  <a:pt x="8512388" y="1860455"/>
                  <a:pt x="8497874" y="1866870"/>
                  <a:pt x="8491046" y="1868141"/>
                </a:cubicBezTo>
                <a:cubicBezTo>
                  <a:pt x="8490975" y="1865191"/>
                  <a:pt x="8475847" y="1863778"/>
                  <a:pt x="8470478" y="1866216"/>
                </a:cubicBezTo>
                <a:cubicBezTo>
                  <a:pt x="8357654" y="1876758"/>
                  <a:pt x="8421139" y="1849210"/>
                  <a:pt x="8353433" y="1865729"/>
                </a:cubicBezTo>
                <a:lnTo>
                  <a:pt x="8347675" y="1865075"/>
                </a:lnTo>
                <a:lnTo>
                  <a:pt x="8343939" y="1865677"/>
                </a:lnTo>
                <a:cubicBezTo>
                  <a:pt x="8309852" y="1870841"/>
                  <a:pt x="8272587" y="1875809"/>
                  <a:pt x="8221566" y="1881148"/>
                </a:cubicBezTo>
                <a:cubicBezTo>
                  <a:pt x="8158043" y="1892960"/>
                  <a:pt x="8095547" y="1914042"/>
                  <a:pt x="8066095" y="1919902"/>
                </a:cubicBezTo>
                <a:cubicBezTo>
                  <a:pt x="8058949" y="1919234"/>
                  <a:pt x="8051921" y="1917862"/>
                  <a:pt x="8044849" y="1916308"/>
                </a:cubicBezTo>
                <a:lnTo>
                  <a:pt x="8041142" y="1915506"/>
                </a:lnTo>
                <a:lnTo>
                  <a:pt x="8022159" y="1911521"/>
                </a:lnTo>
                <a:lnTo>
                  <a:pt x="7944932" y="1917265"/>
                </a:lnTo>
                <a:lnTo>
                  <a:pt x="7879011" y="1928570"/>
                </a:lnTo>
                <a:lnTo>
                  <a:pt x="7865529" y="1934399"/>
                </a:lnTo>
                <a:lnTo>
                  <a:pt x="7774801" y="1947969"/>
                </a:lnTo>
                <a:lnTo>
                  <a:pt x="7748398" y="1955982"/>
                </a:lnTo>
                <a:lnTo>
                  <a:pt x="7740684" y="1955717"/>
                </a:lnTo>
                <a:cubicBezTo>
                  <a:pt x="7728362" y="1958584"/>
                  <a:pt x="7714099" y="1968442"/>
                  <a:pt x="7712976" y="1960442"/>
                </a:cubicBezTo>
                <a:lnTo>
                  <a:pt x="7699956" y="1966104"/>
                </a:lnTo>
                <a:lnTo>
                  <a:pt x="7684158" y="1962927"/>
                </a:lnTo>
                <a:cubicBezTo>
                  <a:pt x="7674684" y="1962643"/>
                  <a:pt x="7652105" y="1963177"/>
                  <a:pt x="7643109" y="1964400"/>
                </a:cubicBezTo>
                <a:lnTo>
                  <a:pt x="7630180" y="1970266"/>
                </a:lnTo>
                <a:lnTo>
                  <a:pt x="7609131" y="1971774"/>
                </a:lnTo>
                <a:cubicBezTo>
                  <a:pt x="7596694" y="1971644"/>
                  <a:pt x="7570258" y="1969757"/>
                  <a:pt x="7555555" y="1969491"/>
                </a:cubicBezTo>
                <a:cubicBezTo>
                  <a:pt x="7541460" y="1966540"/>
                  <a:pt x="7530571" y="1964848"/>
                  <a:pt x="7520919" y="1970177"/>
                </a:cubicBezTo>
                <a:cubicBezTo>
                  <a:pt x="7500295" y="1966884"/>
                  <a:pt x="7480780" y="1949401"/>
                  <a:pt x="7456258" y="1960468"/>
                </a:cubicBezTo>
                <a:cubicBezTo>
                  <a:pt x="7434946" y="1957506"/>
                  <a:pt x="7435772" y="1952500"/>
                  <a:pt x="7393047" y="1952408"/>
                </a:cubicBezTo>
                <a:cubicBezTo>
                  <a:pt x="7356520" y="1952860"/>
                  <a:pt x="7236307" y="1958626"/>
                  <a:pt x="7199912" y="1959913"/>
                </a:cubicBezTo>
                <a:cubicBezTo>
                  <a:pt x="7176501" y="1959942"/>
                  <a:pt x="7160098" y="1958343"/>
                  <a:pt x="7146774" y="1956641"/>
                </a:cubicBezTo>
                <a:lnTo>
                  <a:pt x="7122244" y="1953891"/>
                </a:lnTo>
                <a:lnTo>
                  <a:pt x="7032241" y="1962723"/>
                </a:lnTo>
                <a:cubicBezTo>
                  <a:pt x="6997214" y="1965198"/>
                  <a:pt x="6963725" y="1968396"/>
                  <a:pt x="6941492" y="1976868"/>
                </a:cubicBezTo>
                <a:cubicBezTo>
                  <a:pt x="6947015" y="1970398"/>
                  <a:pt x="6923088" y="1965379"/>
                  <a:pt x="6906514" y="1968589"/>
                </a:cubicBezTo>
                <a:cubicBezTo>
                  <a:pt x="6925890" y="1943204"/>
                  <a:pt x="6840983" y="1991464"/>
                  <a:pt x="6826395" y="1974141"/>
                </a:cubicBezTo>
                <a:cubicBezTo>
                  <a:pt x="6825676" y="1990223"/>
                  <a:pt x="6751393" y="2017492"/>
                  <a:pt x="6716431" y="2004297"/>
                </a:cubicBezTo>
                <a:cubicBezTo>
                  <a:pt x="6663167" y="2007518"/>
                  <a:pt x="6625450" y="2020811"/>
                  <a:pt x="6569607" y="2015496"/>
                </a:cubicBezTo>
                <a:cubicBezTo>
                  <a:pt x="6567874" y="2017648"/>
                  <a:pt x="6565034" y="2019449"/>
                  <a:pt x="6561430" y="2020996"/>
                </a:cubicBezTo>
                <a:lnTo>
                  <a:pt x="6549371" y="2024747"/>
                </a:lnTo>
                <a:lnTo>
                  <a:pt x="6547040" y="2024474"/>
                </a:lnTo>
                <a:cubicBezTo>
                  <a:pt x="6537882" y="2024425"/>
                  <a:pt x="6533193" y="2025332"/>
                  <a:pt x="6530482" y="2026659"/>
                </a:cubicBezTo>
                <a:lnTo>
                  <a:pt x="6528565" y="2028600"/>
                </a:lnTo>
                <a:lnTo>
                  <a:pt x="6517741" y="2030558"/>
                </a:lnTo>
                <a:lnTo>
                  <a:pt x="6497855" y="2035650"/>
                </a:lnTo>
                <a:lnTo>
                  <a:pt x="6492785" y="2035444"/>
                </a:lnTo>
                <a:lnTo>
                  <a:pt x="6460692" y="2041321"/>
                </a:lnTo>
                <a:lnTo>
                  <a:pt x="6459609" y="2040851"/>
                </a:lnTo>
                <a:cubicBezTo>
                  <a:pt x="6456451" y="2039933"/>
                  <a:pt x="6452734" y="2039508"/>
                  <a:pt x="6447765" y="2040102"/>
                </a:cubicBezTo>
                <a:cubicBezTo>
                  <a:pt x="6446007" y="2031126"/>
                  <a:pt x="6441093" y="2037380"/>
                  <a:pt x="6426590" y="2039928"/>
                </a:cubicBezTo>
                <a:cubicBezTo>
                  <a:pt x="6423606" y="2033241"/>
                  <a:pt x="6413230" y="2032925"/>
                  <a:pt x="6401693" y="2033537"/>
                </a:cubicBezTo>
                <a:lnTo>
                  <a:pt x="6387141" y="2033161"/>
                </a:lnTo>
                <a:lnTo>
                  <a:pt x="6357846" y="2036782"/>
                </a:lnTo>
                <a:lnTo>
                  <a:pt x="6342914" y="2037585"/>
                </a:lnTo>
                <a:lnTo>
                  <a:pt x="6336300" y="2038781"/>
                </a:lnTo>
                <a:lnTo>
                  <a:pt x="6317178" y="2038968"/>
                </a:lnTo>
                <a:lnTo>
                  <a:pt x="6161427" y="2047338"/>
                </a:lnTo>
                <a:cubicBezTo>
                  <a:pt x="6147824" y="2057658"/>
                  <a:pt x="6118908" y="2077615"/>
                  <a:pt x="6097339" y="2082438"/>
                </a:cubicBezTo>
                <a:cubicBezTo>
                  <a:pt x="6090149" y="2084046"/>
                  <a:pt x="6083776" y="2083972"/>
                  <a:pt x="6079059" y="2081299"/>
                </a:cubicBezTo>
                <a:cubicBezTo>
                  <a:pt x="6063900" y="2082334"/>
                  <a:pt x="6011621" y="2084537"/>
                  <a:pt x="5998439" y="2070958"/>
                </a:cubicBezTo>
                <a:cubicBezTo>
                  <a:pt x="5976443" y="2071759"/>
                  <a:pt x="5925514" y="2069780"/>
                  <a:pt x="5904290" y="2070255"/>
                </a:cubicBezTo>
                <a:cubicBezTo>
                  <a:pt x="5871515" y="2066244"/>
                  <a:pt x="5843986" y="2088249"/>
                  <a:pt x="5814867" y="2079032"/>
                </a:cubicBezTo>
                <a:cubicBezTo>
                  <a:pt x="5792003" y="2070559"/>
                  <a:pt x="5750009" y="2076273"/>
                  <a:pt x="5725743" y="2070558"/>
                </a:cubicBezTo>
                <a:cubicBezTo>
                  <a:pt x="5716432" y="2058355"/>
                  <a:pt x="5667424" y="2047322"/>
                  <a:pt x="5650546" y="2052412"/>
                </a:cubicBezTo>
                <a:cubicBezTo>
                  <a:pt x="5614627" y="2046084"/>
                  <a:pt x="5608108" y="2028306"/>
                  <a:pt x="5581284" y="2023175"/>
                </a:cubicBezTo>
                <a:lnTo>
                  <a:pt x="5572593" y="2018391"/>
                </a:lnTo>
                <a:lnTo>
                  <a:pt x="5548580" y="2016951"/>
                </a:lnTo>
                <a:cubicBezTo>
                  <a:pt x="5523726" y="2017783"/>
                  <a:pt x="5498337" y="2019663"/>
                  <a:pt x="5471173" y="2018786"/>
                </a:cubicBezTo>
                <a:cubicBezTo>
                  <a:pt x="5447687" y="2003020"/>
                  <a:pt x="5353807" y="2022324"/>
                  <a:pt x="5340320" y="2037611"/>
                </a:cubicBezTo>
                <a:cubicBezTo>
                  <a:pt x="5340015" y="2024215"/>
                  <a:pt x="5271937" y="2042455"/>
                  <a:pt x="5254376" y="2042928"/>
                </a:cubicBezTo>
                <a:cubicBezTo>
                  <a:pt x="5248522" y="2043086"/>
                  <a:pt x="5248281" y="2041270"/>
                  <a:pt x="5258035" y="2035649"/>
                </a:cubicBezTo>
                <a:cubicBezTo>
                  <a:pt x="5239374" y="2037214"/>
                  <a:pt x="5220112" y="2030252"/>
                  <a:pt x="5230622" y="2024576"/>
                </a:cubicBezTo>
                <a:cubicBezTo>
                  <a:pt x="5173932" y="2036724"/>
                  <a:pt x="5090262" y="2024645"/>
                  <a:pt x="5026203" y="2030162"/>
                </a:cubicBezTo>
                <a:cubicBezTo>
                  <a:pt x="4991280" y="2016814"/>
                  <a:pt x="5010212" y="2029164"/>
                  <a:pt x="4973988" y="2026668"/>
                </a:cubicBezTo>
                <a:cubicBezTo>
                  <a:pt x="4983896" y="2038955"/>
                  <a:pt x="4930012" y="2019774"/>
                  <a:pt x="4928030" y="2033642"/>
                </a:cubicBezTo>
                <a:cubicBezTo>
                  <a:pt x="4921501" y="2032748"/>
                  <a:pt x="4915238" y="2031445"/>
                  <a:pt x="4908970" y="2030033"/>
                </a:cubicBezTo>
                <a:lnTo>
                  <a:pt x="4905679" y="2029300"/>
                </a:lnTo>
                <a:lnTo>
                  <a:pt x="4892525" y="2028768"/>
                </a:lnTo>
                <a:lnTo>
                  <a:pt x="4888818" y="2025619"/>
                </a:lnTo>
                <a:lnTo>
                  <a:pt x="4869018" y="2022668"/>
                </a:lnTo>
                <a:cubicBezTo>
                  <a:pt x="4861602" y="2022028"/>
                  <a:pt x="4853622" y="2021880"/>
                  <a:pt x="4844804" y="2022527"/>
                </a:cubicBezTo>
                <a:cubicBezTo>
                  <a:pt x="4823110" y="2028022"/>
                  <a:pt x="4789330" y="2021287"/>
                  <a:pt x="4758778" y="2021694"/>
                </a:cubicBezTo>
                <a:lnTo>
                  <a:pt x="4744748" y="2023396"/>
                </a:lnTo>
                <a:lnTo>
                  <a:pt x="4698956" y="2020558"/>
                </a:lnTo>
                <a:cubicBezTo>
                  <a:pt x="4685921" y="2020008"/>
                  <a:pt x="4672392" y="2019718"/>
                  <a:pt x="4658147" y="2019920"/>
                </a:cubicBezTo>
                <a:lnTo>
                  <a:pt x="4631706" y="2021274"/>
                </a:lnTo>
                <a:lnTo>
                  <a:pt x="4624776" y="2020152"/>
                </a:lnTo>
                <a:cubicBezTo>
                  <a:pt x="4612703" y="2020277"/>
                  <a:pt x="4596727" y="2024226"/>
                  <a:pt x="4598150" y="2019429"/>
                </a:cubicBezTo>
                <a:lnTo>
                  <a:pt x="4584588" y="2021092"/>
                </a:lnTo>
                <a:lnTo>
                  <a:pt x="4571203" y="2017263"/>
                </a:lnTo>
                <a:cubicBezTo>
                  <a:pt x="4569736" y="2016374"/>
                  <a:pt x="4568633" y="2015427"/>
                  <a:pt x="4567930" y="2014458"/>
                </a:cubicBezTo>
                <a:lnTo>
                  <a:pt x="4548984" y="2015717"/>
                </a:lnTo>
                <a:lnTo>
                  <a:pt x="4533451" y="2012976"/>
                </a:lnTo>
                <a:lnTo>
                  <a:pt x="4519910" y="2014768"/>
                </a:lnTo>
                <a:lnTo>
                  <a:pt x="4514290" y="2014364"/>
                </a:lnTo>
                <a:lnTo>
                  <a:pt x="4500320" y="2013007"/>
                </a:lnTo>
                <a:cubicBezTo>
                  <a:pt x="4493159" y="2012056"/>
                  <a:pt x="4485144" y="2010910"/>
                  <a:pt x="4476219" y="2009993"/>
                </a:cubicBezTo>
                <a:lnTo>
                  <a:pt x="4468701" y="2009574"/>
                </a:lnTo>
                <a:lnTo>
                  <a:pt x="4452333" y="2004964"/>
                </a:lnTo>
                <a:cubicBezTo>
                  <a:pt x="4440422" y="2001479"/>
                  <a:pt x="4431048" y="1999130"/>
                  <a:pt x="4420644" y="2001021"/>
                </a:cubicBezTo>
                <a:cubicBezTo>
                  <a:pt x="4402911" y="1996519"/>
                  <a:pt x="4390524" y="1983900"/>
                  <a:pt x="4364856" y="1987267"/>
                </a:cubicBezTo>
                <a:cubicBezTo>
                  <a:pt x="4372645" y="1981550"/>
                  <a:pt x="4336350" y="1986575"/>
                  <a:pt x="4332062" y="1980703"/>
                </a:cubicBezTo>
                <a:cubicBezTo>
                  <a:pt x="4330083" y="1975974"/>
                  <a:pt x="4318612" y="1976397"/>
                  <a:pt x="4309876" y="1974653"/>
                </a:cubicBezTo>
                <a:cubicBezTo>
                  <a:pt x="4303650" y="1969824"/>
                  <a:pt x="4259693" y="1965414"/>
                  <a:pt x="4244391" y="1966109"/>
                </a:cubicBezTo>
                <a:cubicBezTo>
                  <a:pt x="4201255" y="1970914"/>
                  <a:pt x="4166558" y="1951471"/>
                  <a:pt x="4132071" y="1954813"/>
                </a:cubicBezTo>
                <a:cubicBezTo>
                  <a:pt x="4123041" y="1954358"/>
                  <a:pt x="4115554" y="1953263"/>
                  <a:pt x="4109069" y="1951778"/>
                </a:cubicBezTo>
                <a:lnTo>
                  <a:pt x="4092908" y="1946662"/>
                </a:lnTo>
                <a:cubicBezTo>
                  <a:pt x="4092707" y="1945539"/>
                  <a:pt x="4092506" y="1944415"/>
                  <a:pt x="4092306" y="1943291"/>
                </a:cubicBezTo>
                <a:lnTo>
                  <a:pt x="4080234" y="1941219"/>
                </a:lnTo>
                <a:lnTo>
                  <a:pt x="4077778" y="1940145"/>
                </a:lnTo>
                <a:cubicBezTo>
                  <a:pt x="4073105" y="1938081"/>
                  <a:pt x="4068339" y="1936119"/>
                  <a:pt x="4062936" y="1934506"/>
                </a:cubicBezTo>
                <a:cubicBezTo>
                  <a:pt x="4048082" y="1947155"/>
                  <a:pt x="4014523" y="1922869"/>
                  <a:pt x="4012506" y="1935475"/>
                </a:cubicBezTo>
                <a:cubicBezTo>
                  <a:pt x="3980228" y="1928812"/>
                  <a:pt x="3986775" y="1942559"/>
                  <a:pt x="3965880" y="1925968"/>
                </a:cubicBezTo>
                <a:cubicBezTo>
                  <a:pt x="3899515" y="1923414"/>
                  <a:pt x="3830855" y="1902158"/>
                  <a:pt x="3765338" y="1906649"/>
                </a:cubicBezTo>
                <a:cubicBezTo>
                  <a:pt x="3780686" y="1902635"/>
                  <a:pt x="3768784" y="1893856"/>
                  <a:pt x="3749493" y="1893071"/>
                </a:cubicBezTo>
                <a:cubicBezTo>
                  <a:pt x="3807776" y="1876857"/>
                  <a:pt x="3656400" y="1898030"/>
                  <a:pt x="3672704" y="1881383"/>
                </a:cubicBezTo>
                <a:cubicBezTo>
                  <a:pt x="3645532" y="1893973"/>
                  <a:pt x="3537791" y="1900656"/>
                  <a:pt x="3530082" y="1883187"/>
                </a:cubicBezTo>
                <a:cubicBezTo>
                  <a:pt x="3479808" y="1875044"/>
                  <a:pt x="3426017" y="1877998"/>
                  <a:pt x="3387664" y="1862579"/>
                </a:cubicBezTo>
                <a:cubicBezTo>
                  <a:pt x="3382649" y="1863935"/>
                  <a:pt x="3377277" y="1864791"/>
                  <a:pt x="3371681" y="1865293"/>
                </a:cubicBezTo>
                <a:lnTo>
                  <a:pt x="3355305" y="1865842"/>
                </a:lnTo>
                <a:lnTo>
                  <a:pt x="3353790" y="1865158"/>
                </a:lnTo>
                <a:cubicBezTo>
                  <a:pt x="3346144" y="1863282"/>
                  <a:pt x="3340687" y="1863057"/>
                  <a:pt x="3336210" y="1863564"/>
                </a:cubicBezTo>
                <a:lnTo>
                  <a:pt x="3331381" y="1864716"/>
                </a:lnTo>
                <a:lnTo>
                  <a:pt x="3319012" y="1864093"/>
                </a:lnTo>
                <a:lnTo>
                  <a:pt x="3293818" y="1864135"/>
                </a:lnTo>
                <a:lnTo>
                  <a:pt x="3289881" y="1862954"/>
                </a:lnTo>
                <a:lnTo>
                  <a:pt x="3253090" y="1861164"/>
                </a:lnTo>
                <a:cubicBezTo>
                  <a:pt x="3253042" y="1860968"/>
                  <a:pt x="3252996" y="1860771"/>
                  <a:pt x="3252949" y="1860574"/>
                </a:cubicBezTo>
                <a:cubicBezTo>
                  <a:pt x="3251799" y="1859213"/>
                  <a:pt x="3249368" y="1858131"/>
                  <a:pt x="3244187" y="1857604"/>
                </a:cubicBezTo>
                <a:cubicBezTo>
                  <a:pt x="3250860" y="1853873"/>
                  <a:pt x="3250577" y="1852999"/>
                  <a:pt x="3246570" y="1852946"/>
                </a:cubicBezTo>
                <a:lnTo>
                  <a:pt x="3237810" y="1853064"/>
                </a:lnTo>
                <a:lnTo>
                  <a:pt x="3230822" y="1855474"/>
                </a:lnTo>
                <a:cubicBezTo>
                  <a:pt x="3206812" y="1862286"/>
                  <a:pt x="3176733" y="1868865"/>
                  <a:pt x="3136549" y="1874037"/>
                </a:cubicBezTo>
                <a:cubicBezTo>
                  <a:pt x="3081163" y="1880168"/>
                  <a:pt x="2902557" y="1900580"/>
                  <a:pt x="2845754" y="1910932"/>
                </a:cubicBezTo>
                <a:cubicBezTo>
                  <a:pt x="2860822" y="1944376"/>
                  <a:pt x="2813389" y="1905358"/>
                  <a:pt x="2786878" y="1917162"/>
                </a:cubicBezTo>
                <a:cubicBezTo>
                  <a:pt x="2766803" y="1917398"/>
                  <a:pt x="2741628" y="1915886"/>
                  <a:pt x="2725298" y="1912340"/>
                </a:cubicBezTo>
                <a:cubicBezTo>
                  <a:pt x="2716680" y="1911427"/>
                  <a:pt x="2707572" y="1911972"/>
                  <a:pt x="2697754" y="1914863"/>
                </a:cubicBezTo>
                <a:cubicBezTo>
                  <a:pt x="2667185" y="1939014"/>
                  <a:pt x="2622149" y="1926211"/>
                  <a:pt x="2568063" y="1936283"/>
                </a:cubicBezTo>
                <a:cubicBezTo>
                  <a:pt x="2552625" y="1932001"/>
                  <a:pt x="2502682" y="1953378"/>
                  <a:pt x="2489784" y="1943720"/>
                </a:cubicBezTo>
                <a:cubicBezTo>
                  <a:pt x="2478524" y="1943155"/>
                  <a:pt x="2467418" y="1949411"/>
                  <a:pt x="2458978" y="1938095"/>
                </a:cubicBezTo>
                <a:cubicBezTo>
                  <a:pt x="2417552" y="1934639"/>
                  <a:pt x="2366376" y="1931293"/>
                  <a:pt x="2318712" y="1934474"/>
                </a:cubicBezTo>
                <a:cubicBezTo>
                  <a:pt x="2296029" y="1936526"/>
                  <a:pt x="2282069" y="1938434"/>
                  <a:pt x="2268709" y="1940521"/>
                </a:cubicBezTo>
                <a:lnTo>
                  <a:pt x="2264080" y="1941232"/>
                </a:lnTo>
                <a:lnTo>
                  <a:pt x="2254684" y="1943524"/>
                </a:lnTo>
                <a:lnTo>
                  <a:pt x="2252523" y="1943004"/>
                </a:lnTo>
                <a:lnTo>
                  <a:pt x="2173350" y="1929202"/>
                </a:lnTo>
                <a:lnTo>
                  <a:pt x="2155266" y="1920267"/>
                </a:lnTo>
                <a:lnTo>
                  <a:pt x="2091013" y="1914631"/>
                </a:lnTo>
                <a:cubicBezTo>
                  <a:pt x="2033357" y="1920614"/>
                  <a:pt x="2070513" y="1905065"/>
                  <a:pt x="2030712" y="1897690"/>
                </a:cubicBezTo>
                <a:cubicBezTo>
                  <a:pt x="1994539" y="1893055"/>
                  <a:pt x="1958569" y="1883188"/>
                  <a:pt x="1908838" y="1892222"/>
                </a:cubicBezTo>
                <a:cubicBezTo>
                  <a:pt x="1897236" y="1896147"/>
                  <a:pt x="1883338" y="1892415"/>
                  <a:pt x="1877796" y="1883887"/>
                </a:cubicBezTo>
                <a:cubicBezTo>
                  <a:pt x="1876842" y="1882419"/>
                  <a:pt x="1876177" y="1880863"/>
                  <a:pt x="1875824" y="1879265"/>
                </a:cubicBezTo>
                <a:cubicBezTo>
                  <a:pt x="1843474" y="1887199"/>
                  <a:pt x="1841511" y="1873818"/>
                  <a:pt x="1823048" y="1881064"/>
                </a:cubicBezTo>
                <a:cubicBezTo>
                  <a:pt x="1792640" y="1872164"/>
                  <a:pt x="1782358" y="1850450"/>
                  <a:pt x="1765736" y="1856578"/>
                </a:cubicBezTo>
                <a:cubicBezTo>
                  <a:pt x="1753024" y="1849107"/>
                  <a:pt x="1745932" y="1828316"/>
                  <a:pt x="1725669" y="1833744"/>
                </a:cubicBezTo>
                <a:cubicBezTo>
                  <a:pt x="1727428" y="1831405"/>
                  <a:pt x="1726953" y="1830157"/>
                  <a:pt x="1725216" y="1829447"/>
                </a:cubicBezTo>
                <a:lnTo>
                  <a:pt x="1721485" y="1828960"/>
                </a:lnTo>
                <a:lnTo>
                  <a:pt x="1717786" y="1832224"/>
                </a:lnTo>
                <a:cubicBezTo>
                  <a:pt x="1703445" y="1843277"/>
                  <a:pt x="1706547" y="1827935"/>
                  <a:pt x="1689907" y="1825425"/>
                </a:cubicBezTo>
                <a:cubicBezTo>
                  <a:pt x="1682338" y="1823445"/>
                  <a:pt x="1685181" y="1820226"/>
                  <a:pt x="1688093" y="1817391"/>
                </a:cubicBezTo>
                <a:lnTo>
                  <a:pt x="1496789" y="1805297"/>
                </a:lnTo>
                <a:cubicBezTo>
                  <a:pt x="1463551" y="1793913"/>
                  <a:pt x="1426345" y="1786892"/>
                  <a:pt x="1392839" y="1758649"/>
                </a:cubicBezTo>
                <a:cubicBezTo>
                  <a:pt x="1386461" y="1750573"/>
                  <a:pt x="1374031" y="1756918"/>
                  <a:pt x="1360872" y="1752441"/>
                </a:cubicBezTo>
                <a:cubicBezTo>
                  <a:pt x="1347711" y="1747963"/>
                  <a:pt x="1332751" y="1735898"/>
                  <a:pt x="1313885" y="1731785"/>
                </a:cubicBezTo>
                <a:cubicBezTo>
                  <a:pt x="1281989" y="1726305"/>
                  <a:pt x="1256405" y="1739744"/>
                  <a:pt x="1247665" y="1727765"/>
                </a:cubicBezTo>
                <a:cubicBezTo>
                  <a:pt x="1231363" y="1728538"/>
                  <a:pt x="1209120" y="1742556"/>
                  <a:pt x="1196850" y="1729622"/>
                </a:cubicBezTo>
                <a:cubicBezTo>
                  <a:pt x="1195195" y="1740224"/>
                  <a:pt x="1178147" y="1721561"/>
                  <a:pt x="1168728" y="1728550"/>
                </a:cubicBezTo>
                <a:cubicBezTo>
                  <a:pt x="1152073" y="1727193"/>
                  <a:pt x="1122804" y="1725926"/>
                  <a:pt x="1096918" y="1721485"/>
                </a:cubicBezTo>
                <a:lnTo>
                  <a:pt x="1094082" y="1720113"/>
                </a:lnTo>
                <a:lnTo>
                  <a:pt x="1040782" y="1721762"/>
                </a:lnTo>
                <a:cubicBezTo>
                  <a:pt x="987172" y="1722352"/>
                  <a:pt x="1023272" y="1708707"/>
                  <a:pt x="955980" y="1719289"/>
                </a:cubicBezTo>
                <a:cubicBezTo>
                  <a:pt x="948995" y="1714208"/>
                  <a:pt x="940521" y="1713816"/>
                  <a:pt x="926108" y="1715917"/>
                </a:cubicBezTo>
                <a:cubicBezTo>
                  <a:pt x="900077" y="1715834"/>
                  <a:pt x="902688" y="1703436"/>
                  <a:pt x="876049" y="1710422"/>
                </a:cubicBezTo>
                <a:cubicBezTo>
                  <a:pt x="881084" y="1703830"/>
                  <a:pt x="826830" y="1706893"/>
                  <a:pt x="839194" y="1700176"/>
                </a:cubicBezTo>
                <a:cubicBezTo>
                  <a:pt x="822548" y="1693764"/>
                  <a:pt x="813674" y="1703628"/>
                  <a:pt x="797112" y="1698014"/>
                </a:cubicBezTo>
                <a:cubicBezTo>
                  <a:pt x="778195" y="1696418"/>
                  <a:pt x="807647" y="1705364"/>
                  <a:pt x="786610" y="1705455"/>
                </a:cubicBezTo>
                <a:cubicBezTo>
                  <a:pt x="761170" y="1704357"/>
                  <a:pt x="760599" y="1716610"/>
                  <a:pt x="741833" y="1700566"/>
                </a:cubicBezTo>
                <a:lnTo>
                  <a:pt x="673985" y="1692278"/>
                </a:lnTo>
                <a:cubicBezTo>
                  <a:pt x="658515" y="1695829"/>
                  <a:pt x="646395" y="1693620"/>
                  <a:pt x="634665" y="1689550"/>
                </a:cubicBezTo>
                <a:cubicBezTo>
                  <a:pt x="599149" y="1689690"/>
                  <a:pt x="567176" y="1683160"/>
                  <a:pt x="527471" y="1679869"/>
                </a:cubicBezTo>
                <a:cubicBezTo>
                  <a:pt x="484099" y="1683240"/>
                  <a:pt x="462693" y="1671949"/>
                  <a:pt x="420260" y="1668475"/>
                </a:cubicBezTo>
                <a:cubicBezTo>
                  <a:pt x="377482" y="1677390"/>
                  <a:pt x="393500" y="1652730"/>
                  <a:pt x="357630" y="1652142"/>
                </a:cubicBezTo>
                <a:cubicBezTo>
                  <a:pt x="298692" y="1659518"/>
                  <a:pt x="359631" y="1643849"/>
                  <a:pt x="269407" y="1643812"/>
                </a:cubicBezTo>
                <a:cubicBezTo>
                  <a:pt x="264204" y="1645215"/>
                  <a:pt x="253436" y="1643159"/>
                  <a:pt x="254769" y="1641013"/>
                </a:cubicBezTo>
                <a:cubicBezTo>
                  <a:pt x="234996" y="1641090"/>
                  <a:pt x="179093" y="1626583"/>
                  <a:pt x="150763" y="1628143"/>
                </a:cubicBezTo>
                <a:cubicBezTo>
                  <a:pt x="96232" y="1619954"/>
                  <a:pt x="68845" y="1629422"/>
                  <a:pt x="29133" y="1626172"/>
                </a:cubicBezTo>
                <a:lnTo>
                  <a:pt x="0" y="1619589"/>
                </a:lnTo>
                <a:close/>
              </a:path>
            </a:pathLst>
          </a:custGeom>
          <a:solidFill>
            <a:srgbClr val="82766A">
              <a:alpha val="15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ED1A62D9-2FC5-1397-953E-F5AD58E4C2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28675" y="494414"/>
            <a:ext cx="10534650" cy="817403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ctr"/>
            <a:r>
              <a:rPr lang="en-US" sz="3600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Nuestro negocio es así</a:t>
            </a:r>
          </a:p>
        </p:txBody>
      </p:sp>
      <p:pic>
        <p:nvPicPr>
          <p:cNvPr id="4" name="Imagen 3" descr="Gráfico, Histograma&#10;&#10;El contenido generado por IA puede ser incorrecto.">
            <a:extLst>
              <a:ext uri="{FF2B5EF4-FFF2-40B4-BE49-F238E27FC236}">
                <a16:creationId xmlns:a16="http://schemas.microsoft.com/office/drawing/2014/main" id="{93FD4D48-24AE-DB0D-89BE-200BAC1FB01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39272" y="2354239"/>
            <a:ext cx="9513456" cy="39480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2179481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8" name="Rectangle 37">
            <a:extLst>
              <a:ext uri="{FF2B5EF4-FFF2-40B4-BE49-F238E27FC236}">
                <a16:creationId xmlns:a16="http://schemas.microsoft.com/office/drawing/2014/main" id="{6CCA5F87-1D1E-45CB-8D83-FC7EEFAD993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7" name="Picture 26" descr="Brújula de tiempo en la mano">
            <a:extLst>
              <a:ext uri="{FF2B5EF4-FFF2-40B4-BE49-F238E27FC236}">
                <a16:creationId xmlns:a16="http://schemas.microsoft.com/office/drawing/2014/main" id="{9FDC1A86-0D38-69C3-C0D1-7BFE0A53C8B6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9242" t="9091" r="4343"/>
          <a:stretch>
            <a:fillRect/>
          </a:stretch>
        </p:blipFill>
        <p:spPr>
          <a:xfrm>
            <a:off x="20" y="10"/>
            <a:ext cx="8668492" cy="6857990"/>
          </a:xfrm>
          <a:prstGeom prst="rect">
            <a:avLst/>
          </a:prstGeom>
        </p:spPr>
      </p:pic>
      <p:sp>
        <p:nvSpPr>
          <p:cNvPr id="40" name="Rectangle 39">
            <a:extLst>
              <a:ext uri="{FF2B5EF4-FFF2-40B4-BE49-F238E27FC236}">
                <a16:creationId xmlns:a16="http://schemas.microsoft.com/office/drawing/2014/main" id="{7CCFC2C6-6238-4A2F-93DE-2ADF74AF635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3711652" y="0"/>
            <a:ext cx="8480347" cy="6858000"/>
          </a:xfrm>
          <a:prstGeom prst="rect">
            <a:avLst/>
          </a:prstGeom>
          <a:gradFill>
            <a:gsLst>
              <a:gs pos="48000">
                <a:schemeClr val="bg1"/>
              </a:gs>
              <a:gs pos="35000">
                <a:schemeClr val="bg1">
                  <a:alpha val="77000"/>
                </a:schemeClr>
              </a:gs>
              <a:gs pos="19000">
                <a:schemeClr val="bg1">
                  <a:alpha val="38000"/>
                </a:schemeClr>
              </a:gs>
              <a:gs pos="0">
                <a:schemeClr val="bg1">
                  <a:alpha val="0"/>
                </a:schemeClr>
              </a:gs>
              <a:gs pos="100000">
                <a:schemeClr val="bg1"/>
              </a:gs>
            </a:gsLst>
            <a:lin ang="10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C61E78DD-B673-AD72-BCE7-44E2D0930E47}"/>
              </a:ext>
            </a:extLst>
          </p:cNvPr>
          <p:cNvSpPr txBox="1"/>
          <p:nvPr/>
        </p:nvSpPr>
        <p:spPr>
          <a:xfrm>
            <a:off x="7848600" y="1122363"/>
            <a:ext cx="4023360" cy="3204134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pPr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4400">
                <a:latin typeface="+mj-lt"/>
                <a:ea typeface="+mj-ea"/>
                <a:cs typeface="+mj-cs"/>
              </a:rPr>
              <a:t>Así pues, ¿qué está ocurriendo con las cancelaciónes?</a:t>
            </a:r>
          </a:p>
        </p:txBody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AF2F604E-43BE-4DC3-B983-E071523364F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8130540" y="346791"/>
            <a:ext cx="146304" cy="70408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44" name="Rectangle 43">
            <a:extLst>
              <a:ext uri="{FF2B5EF4-FFF2-40B4-BE49-F238E27FC236}">
                <a16:creationId xmlns:a16="http://schemas.microsoft.com/office/drawing/2014/main" id="{08C9B587-E65E-4B52-B37C-ABEBB6E8792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851648" y="4546920"/>
            <a:ext cx="4023360" cy="18288"/>
          </a:xfrm>
          <a:prstGeom prst="rect">
            <a:avLst/>
          </a:prstGeom>
          <a:solidFill>
            <a:srgbClr val="D5D5D5"/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90165208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6" name="Rectangle 35">
            <a:extLst>
              <a:ext uri="{FF2B5EF4-FFF2-40B4-BE49-F238E27FC236}">
                <a16:creationId xmlns:a16="http://schemas.microsoft.com/office/drawing/2014/main" id="{E914257E-1E2A-4AC7-89EC-1FB65C9C0A0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8" name="Freeform: Shape 37">
            <a:extLst>
              <a:ext uri="{FF2B5EF4-FFF2-40B4-BE49-F238E27FC236}">
                <a16:creationId xmlns:a16="http://schemas.microsoft.com/office/drawing/2014/main" id="{03E1C8F1-97F5-489C-8308-958F0965725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"/>
            <a:ext cx="11269336" cy="2008639"/>
          </a:xfrm>
          <a:custGeom>
            <a:avLst/>
            <a:gdLst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742561 w 11269336"/>
              <a:gd name="connsiteY18" fmla="*/ 500437 h 2323145"/>
              <a:gd name="connsiteX19" fmla="*/ 9561831 w 11269336"/>
              <a:gd name="connsiteY19" fmla="*/ 547649 h 2323145"/>
              <a:gd name="connsiteX20" fmla="*/ 9380600 w 11269336"/>
              <a:gd name="connsiteY20" fmla="*/ 549821 h 2323145"/>
              <a:gd name="connsiteX21" fmla="*/ 9139429 w 11269336"/>
              <a:gd name="connsiteY21" fmla="*/ 696446 h 2323145"/>
              <a:gd name="connsiteX22" fmla="*/ 9114263 w 11269336"/>
              <a:gd name="connsiteY22" fmla="*/ 709213 h 2323145"/>
              <a:gd name="connsiteX23" fmla="*/ 9028928 w 11269336"/>
              <a:gd name="connsiteY23" fmla="*/ 745350 h 2323145"/>
              <a:gd name="connsiteX24" fmla="*/ 8977138 w 11269336"/>
              <a:gd name="connsiteY24" fmla="*/ 774970 h 2323145"/>
              <a:gd name="connsiteX25" fmla="*/ 8947030 w 11269336"/>
              <a:gd name="connsiteY25" fmla="*/ 814934 h 2323145"/>
              <a:gd name="connsiteX26" fmla="*/ 8914746 w 11269336"/>
              <a:gd name="connsiteY26" fmla="*/ 826428 h 2323145"/>
              <a:gd name="connsiteX27" fmla="*/ 8917778 w 11269336"/>
              <a:gd name="connsiteY27" fmla="*/ 835198 h 2323145"/>
              <a:gd name="connsiteX28" fmla="*/ 8905560 w 11269336"/>
              <a:gd name="connsiteY28" fmla="*/ 838358 h 2323145"/>
              <a:gd name="connsiteX29" fmla="*/ 8897564 w 11269336"/>
              <a:gd name="connsiteY29" fmla="*/ 834287 h 2323145"/>
              <a:gd name="connsiteX30" fmla="*/ 8878040 w 11269336"/>
              <a:gd name="connsiteY30" fmla="*/ 844150 h 2323145"/>
              <a:gd name="connsiteX31" fmla="*/ 8882654 w 11269336"/>
              <a:gd name="connsiteY31" fmla="*/ 892768 h 2323145"/>
              <a:gd name="connsiteX32" fmla="*/ 8837498 w 11269336"/>
              <a:gd name="connsiteY32" fmla="*/ 885664 h 2323145"/>
              <a:gd name="connsiteX33" fmla="*/ 8795998 w 11269336"/>
              <a:gd name="connsiteY33" fmla="*/ 863337 h 2323145"/>
              <a:gd name="connsiteX34" fmla="*/ 8776970 w 11269336"/>
              <a:gd name="connsiteY34" fmla="*/ 885177 h 2323145"/>
              <a:gd name="connsiteX35" fmla="*/ 8755719 w 11269336"/>
              <a:gd name="connsiteY35" fmla="*/ 889754 h 2323145"/>
              <a:gd name="connsiteX36" fmla="*/ 8743257 w 11269336"/>
              <a:gd name="connsiteY36" fmla="*/ 904723 h 2323145"/>
              <a:gd name="connsiteX37" fmla="*/ 8721366 w 11269336"/>
              <a:gd name="connsiteY37" fmla="*/ 904711 h 2323145"/>
              <a:gd name="connsiteX38" fmla="*/ 8678353 w 11269336"/>
              <a:gd name="connsiteY38" fmla="*/ 926318 h 2323145"/>
              <a:gd name="connsiteX39" fmla="*/ 8636849 w 11269336"/>
              <a:gd name="connsiteY39" fmla="*/ 937900 h 2323145"/>
              <a:gd name="connsiteX40" fmla="*/ 8620213 w 11269336"/>
              <a:gd name="connsiteY40" fmla="*/ 943068 h 2323145"/>
              <a:gd name="connsiteX41" fmla="*/ 8612581 w 11269336"/>
              <a:gd name="connsiteY41" fmla="*/ 952695 h 2323145"/>
              <a:gd name="connsiteX42" fmla="*/ 8589038 w 11269336"/>
              <a:gd name="connsiteY42" fmla="*/ 963892 h 2323145"/>
              <a:gd name="connsiteX43" fmla="*/ 8579950 w 11269336"/>
              <a:gd name="connsiteY43" fmla="*/ 960899 h 2323145"/>
              <a:gd name="connsiteX44" fmla="*/ 8579319 w 11269336"/>
              <a:gd name="connsiteY44" fmla="*/ 965630 h 2323145"/>
              <a:gd name="connsiteX45" fmla="*/ 8547429 w 11269336"/>
              <a:gd name="connsiteY45" fmla="*/ 984506 h 2323145"/>
              <a:gd name="connsiteX46" fmla="*/ 8478704 w 11269336"/>
              <a:gd name="connsiteY46" fmla="*/ 1025490 h 2323145"/>
              <a:gd name="connsiteX47" fmla="*/ 8461421 w 11269336"/>
              <a:gd name="connsiteY47" fmla="*/ 1035512 h 2323145"/>
              <a:gd name="connsiteX48" fmla="*/ 8445003 w 11269336"/>
              <a:gd name="connsiteY48" fmla="*/ 1036851 h 2323145"/>
              <a:gd name="connsiteX49" fmla="*/ 8357350 w 11269336"/>
              <a:gd name="connsiteY49" fmla="*/ 1060213 h 2323145"/>
              <a:gd name="connsiteX50" fmla="*/ 8335565 w 11269336"/>
              <a:gd name="connsiteY50" fmla="*/ 1061151 h 2323145"/>
              <a:gd name="connsiteX51" fmla="*/ 8325267 w 11269336"/>
              <a:gd name="connsiteY51" fmla="*/ 1055919 h 2323145"/>
              <a:gd name="connsiteX52" fmla="*/ 8293586 w 11269336"/>
              <a:gd name="connsiteY52" fmla="*/ 1076144 h 2323145"/>
              <a:gd name="connsiteX53" fmla="*/ 8242405 w 11269336"/>
              <a:gd name="connsiteY53" fmla="*/ 1095960 h 2323145"/>
              <a:gd name="connsiteX54" fmla="*/ 8218531 w 11269336"/>
              <a:gd name="connsiteY54" fmla="*/ 1107622 h 2323145"/>
              <a:gd name="connsiteX55" fmla="*/ 8197391 w 11269336"/>
              <a:gd name="connsiteY55" fmla="*/ 1107746 h 2323145"/>
              <a:gd name="connsiteX56" fmla="*/ 8081474 w 11269336"/>
              <a:gd name="connsiteY56" fmla="*/ 1130125 h 2323145"/>
              <a:gd name="connsiteX57" fmla="*/ 8053585 w 11269336"/>
              <a:gd name="connsiteY57" fmla="*/ 1129169 h 2323145"/>
              <a:gd name="connsiteX58" fmla="*/ 8038422 w 11269336"/>
              <a:gd name="connsiteY58" fmla="*/ 1119092 h 2323145"/>
              <a:gd name="connsiteX59" fmla="*/ 8029450 w 11269336"/>
              <a:gd name="connsiteY59" fmla="*/ 1125592 h 2323145"/>
              <a:gd name="connsiteX60" fmla="*/ 7959552 w 11269336"/>
              <a:gd name="connsiteY60" fmla="*/ 1140188 h 2323145"/>
              <a:gd name="connsiteX61" fmla="*/ 7914188 w 11269336"/>
              <a:gd name="connsiteY61" fmla="*/ 1150862 h 2323145"/>
              <a:gd name="connsiteX62" fmla="*/ 7914918 w 11269336"/>
              <a:gd name="connsiteY62" fmla="*/ 1168758 h 2323145"/>
              <a:gd name="connsiteX63" fmla="*/ 7875510 w 11269336"/>
              <a:gd name="connsiteY63" fmla="*/ 1183153 h 2323145"/>
              <a:gd name="connsiteX64" fmla="*/ 7829932 w 11269336"/>
              <a:gd name="connsiteY64" fmla="*/ 1180782 h 2323145"/>
              <a:gd name="connsiteX65" fmla="*/ 7779182 w 11269336"/>
              <a:gd name="connsiteY65" fmla="*/ 1192665 h 2323145"/>
              <a:gd name="connsiteX66" fmla="*/ 7748774 w 11269336"/>
              <a:gd name="connsiteY66" fmla="*/ 1199586 h 2323145"/>
              <a:gd name="connsiteX67" fmla="*/ 7671846 w 11269336"/>
              <a:gd name="connsiteY67" fmla="*/ 1231966 h 2323145"/>
              <a:gd name="connsiteX68" fmla="*/ 7554146 w 11269336"/>
              <a:gd name="connsiteY68" fmla="*/ 1319748 h 2323145"/>
              <a:gd name="connsiteX69" fmla="*/ 7515052 w 11269336"/>
              <a:gd name="connsiteY69" fmla="*/ 1336718 h 2323145"/>
              <a:gd name="connsiteX70" fmla="*/ 7507193 w 11269336"/>
              <a:gd name="connsiteY70" fmla="*/ 1334617 h 2323145"/>
              <a:gd name="connsiteX71" fmla="*/ 7461694 w 11269336"/>
              <a:gd name="connsiteY71" fmla="*/ 1375866 h 2323145"/>
              <a:gd name="connsiteX72" fmla="*/ 7377571 w 11269336"/>
              <a:gd name="connsiteY72" fmla="*/ 1400128 h 2323145"/>
              <a:gd name="connsiteX73" fmla="*/ 7311261 w 11269336"/>
              <a:gd name="connsiteY73" fmla="*/ 1412652 h 2323145"/>
              <a:gd name="connsiteX74" fmla="*/ 7275307 w 11269336"/>
              <a:gd name="connsiteY74" fmla="*/ 1422171 h 2323145"/>
              <a:gd name="connsiteX75" fmla="*/ 7247783 w 11269336"/>
              <a:gd name="connsiteY75" fmla="*/ 1426330 h 2323145"/>
              <a:gd name="connsiteX76" fmla="*/ 7185047 w 11269336"/>
              <a:gd name="connsiteY76" fmla="*/ 1451812 h 2323145"/>
              <a:gd name="connsiteX77" fmla="*/ 7084117 w 11269336"/>
              <a:gd name="connsiteY77" fmla="*/ 1500281 h 2323145"/>
              <a:gd name="connsiteX78" fmla="*/ 7062011 w 11269336"/>
              <a:gd name="connsiteY78" fmla="*/ 1509183 h 2323145"/>
              <a:gd name="connsiteX79" fmla="*/ 7040555 w 11269336"/>
              <a:gd name="connsiteY79" fmla="*/ 1511207 h 2323145"/>
              <a:gd name="connsiteX80" fmla="*/ 7033438 w 11269336"/>
              <a:gd name="connsiteY80" fmla="*/ 1506772 h 2323145"/>
              <a:gd name="connsiteX81" fmla="*/ 7020886 w 11269336"/>
              <a:gd name="connsiteY81" fmla="*/ 1510764 h 2323145"/>
              <a:gd name="connsiteX82" fmla="*/ 7017033 w 11269336"/>
              <a:gd name="connsiteY82" fmla="*/ 1510650 h 2323145"/>
              <a:gd name="connsiteX83" fmla="*/ 6995460 w 11269336"/>
              <a:gd name="connsiteY83" fmla="*/ 1511173 h 2323145"/>
              <a:gd name="connsiteX84" fmla="*/ 6962144 w 11269336"/>
              <a:gd name="connsiteY84" fmla="*/ 1541508 h 2323145"/>
              <a:gd name="connsiteX85" fmla="*/ 6910674 w 11269336"/>
              <a:gd name="connsiteY85" fmla="*/ 1554793 h 2323145"/>
              <a:gd name="connsiteX86" fmla="*/ 6732152 w 11269336"/>
              <a:gd name="connsiteY86" fmla="*/ 1642538 h 2323145"/>
              <a:gd name="connsiteX87" fmla="*/ 6694106 w 11269336"/>
              <a:gd name="connsiteY87" fmla="*/ 1632377 h 2323145"/>
              <a:gd name="connsiteX88" fmla="*/ 6617223 w 11269336"/>
              <a:gd name="connsiteY88" fmla="*/ 1659889 h 2323145"/>
              <a:gd name="connsiteX89" fmla="*/ 6521138 w 11269336"/>
              <a:gd name="connsiteY89" fmla="*/ 1744340 h 2323145"/>
              <a:gd name="connsiteX90" fmla="*/ 6380677 w 11269336"/>
              <a:gd name="connsiteY90" fmla="*/ 1796883 h 2323145"/>
              <a:gd name="connsiteX91" fmla="*/ 6374897 w 11269336"/>
              <a:gd name="connsiteY91" fmla="*/ 1809910 h 2323145"/>
              <a:gd name="connsiteX92" fmla="*/ 6364545 w 11269336"/>
              <a:gd name="connsiteY92" fmla="*/ 1820090 h 2323145"/>
              <a:gd name="connsiteX93" fmla="*/ 6362126 w 11269336"/>
              <a:gd name="connsiteY93" fmla="*/ 1819991 h 2323145"/>
              <a:gd name="connsiteX94" fmla="*/ 6346673 w 11269336"/>
              <a:gd name="connsiteY94" fmla="*/ 1827824 h 2323145"/>
              <a:gd name="connsiteX95" fmla="*/ 6345588 w 11269336"/>
              <a:gd name="connsiteY95" fmla="*/ 1832232 h 2323145"/>
              <a:gd name="connsiteX96" fmla="*/ 6335708 w 11269336"/>
              <a:gd name="connsiteY96" fmla="*/ 1838451 h 2323145"/>
              <a:gd name="connsiteX97" fmla="*/ 6318182 w 11269336"/>
              <a:gd name="connsiteY97" fmla="*/ 1852975 h 2323145"/>
              <a:gd name="connsiteX98" fmla="*/ 6313084 w 11269336"/>
              <a:gd name="connsiteY98" fmla="*/ 1853561 h 2323145"/>
              <a:gd name="connsiteX99" fmla="*/ 6283816 w 11269336"/>
              <a:gd name="connsiteY99" fmla="*/ 1872148 h 2323145"/>
              <a:gd name="connsiteX100" fmla="*/ 6282550 w 11269336"/>
              <a:gd name="connsiteY100" fmla="*/ 1871392 h 2323145"/>
              <a:gd name="connsiteX101" fmla="*/ 6270527 w 11269336"/>
              <a:gd name="connsiteY101" fmla="*/ 1872208 h 2323145"/>
              <a:gd name="connsiteX102" fmla="*/ 6249518 w 11269336"/>
              <a:gd name="connsiteY102" fmla="*/ 1876079 h 2323145"/>
              <a:gd name="connsiteX103" fmla="*/ 6190386 w 11269336"/>
              <a:gd name="connsiteY103" fmla="*/ 1872478 h 2323145"/>
              <a:gd name="connsiteX104" fmla="*/ 6159777 w 11269336"/>
              <a:gd name="connsiteY104" fmla="*/ 1891745 h 2323145"/>
              <a:gd name="connsiteX105" fmla="*/ 6153131 w 11269336"/>
              <a:gd name="connsiteY105" fmla="*/ 1895079 h 2323145"/>
              <a:gd name="connsiteX106" fmla="*/ 6152798 w 11269336"/>
              <a:gd name="connsiteY106" fmla="*/ 1894920 h 2323145"/>
              <a:gd name="connsiteX107" fmla="*/ 6145388 w 11269336"/>
              <a:gd name="connsiteY107" fmla="*/ 1897990 h 2323145"/>
              <a:gd name="connsiteX108" fmla="*/ 6141014 w 11269336"/>
              <a:gd name="connsiteY108" fmla="*/ 1901155 h 2323145"/>
              <a:gd name="connsiteX109" fmla="*/ 6128122 w 11269336"/>
              <a:gd name="connsiteY109" fmla="*/ 1907623 h 2323145"/>
              <a:gd name="connsiteX110" fmla="*/ 6122351 w 11269336"/>
              <a:gd name="connsiteY110" fmla="*/ 1908359 h 2323145"/>
              <a:gd name="connsiteX111" fmla="*/ 6064750 w 11269336"/>
              <a:gd name="connsiteY111" fmla="*/ 1896394 h 2323145"/>
              <a:gd name="connsiteX112" fmla="*/ 5964230 w 11269336"/>
              <a:gd name="connsiteY112" fmla="*/ 1910038 h 2323145"/>
              <a:gd name="connsiteX113" fmla="*/ 5865399 w 11269336"/>
              <a:gd name="connsiteY113" fmla="*/ 1926966 h 2323145"/>
              <a:gd name="connsiteX114" fmla="*/ 5829951 w 11269336"/>
              <a:gd name="connsiteY114" fmla="*/ 1934755 h 2323145"/>
              <a:gd name="connsiteX115" fmla="*/ 5765285 w 11269336"/>
              <a:gd name="connsiteY115" fmla="*/ 1941322 h 2323145"/>
              <a:gd name="connsiteX116" fmla="*/ 5734750 w 11269336"/>
              <a:gd name="connsiteY116" fmla="*/ 1939793 h 2323145"/>
              <a:gd name="connsiteX117" fmla="*/ 5733569 w 11269336"/>
              <a:gd name="connsiteY117" fmla="*/ 1940505 h 2323145"/>
              <a:gd name="connsiteX118" fmla="*/ 5730329 w 11269336"/>
              <a:gd name="connsiteY118" fmla="*/ 1937845 h 2323145"/>
              <a:gd name="connsiteX119" fmla="*/ 5724661 w 11269336"/>
              <a:gd name="connsiteY119" fmla="*/ 1937455 h 2323145"/>
              <a:gd name="connsiteX120" fmla="*/ 5710186 w 11269336"/>
              <a:gd name="connsiteY120" fmla="*/ 1941370 h 2323145"/>
              <a:gd name="connsiteX121" fmla="*/ 5704910 w 11269336"/>
              <a:gd name="connsiteY121" fmla="*/ 1943663 h 2323145"/>
              <a:gd name="connsiteX122" fmla="*/ 5696836 w 11269336"/>
              <a:gd name="connsiteY122" fmla="*/ 1945271 h 2323145"/>
              <a:gd name="connsiteX123" fmla="*/ 5696583 w 11269336"/>
              <a:gd name="connsiteY123" fmla="*/ 1945050 h 2323145"/>
              <a:gd name="connsiteX124" fmla="*/ 5689123 w 11269336"/>
              <a:gd name="connsiteY124" fmla="*/ 1947067 h 2323145"/>
              <a:gd name="connsiteX125" fmla="*/ 5653291 w 11269336"/>
              <a:gd name="connsiteY125" fmla="*/ 1960245 h 2323145"/>
              <a:gd name="connsiteX126" fmla="*/ 5599385 w 11269336"/>
              <a:gd name="connsiteY126" fmla="*/ 1945198 h 2323145"/>
              <a:gd name="connsiteX127" fmla="*/ 5578300 w 11269336"/>
              <a:gd name="connsiteY127" fmla="*/ 1944963 h 2323145"/>
              <a:gd name="connsiteX128" fmla="*/ 5566758 w 11269336"/>
              <a:gd name="connsiteY128" fmla="*/ 1943441 h 2323145"/>
              <a:gd name="connsiteX129" fmla="*/ 5565857 w 11269336"/>
              <a:gd name="connsiteY129" fmla="*/ 1942445 h 2323145"/>
              <a:gd name="connsiteX130" fmla="*/ 5531534 w 11269336"/>
              <a:gd name="connsiteY130" fmla="*/ 1955208 h 2323145"/>
              <a:gd name="connsiteX131" fmla="*/ 5526552 w 11269336"/>
              <a:gd name="connsiteY131" fmla="*/ 1954799 h 2323145"/>
              <a:gd name="connsiteX132" fmla="*/ 5504723 w 11269336"/>
              <a:gd name="connsiteY132" fmla="*/ 1965811 h 2323145"/>
              <a:gd name="connsiteX133" fmla="*/ 5493156 w 11269336"/>
              <a:gd name="connsiteY133" fmla="*/ 1970063 h 2323145"/>
              <a:gd name="connsiteX134" fmla="*/ 5490486 w 11269336"/>
              <a:gd name="connsiteY134" fmla="*/ 1974227 h 2323145"/>
              <a:gd name="connsiteX135" fmla="*/ 5473107 w 11269336"/>
              <a:gd name="connsiteY135" fmla="*/ 1979001 h 2323145"/>
              <a:gd name="connsiteX136" fmla="*/ 5470885 w 11269336"/>
              <a:gd name="connsiteY136" fmla="*/ 1978432 h 2323145"/>
              <a:gd name="connsiteX137" fmla="*/ 5457393 w 11269336"/>
              <a:gd name="connsiteY137" fmla="*/ 1986525 h 2323145"/>
              <a:gd name="connsiteX138" fmla="*/ 5447102 w 11269336"/>
              <a:gd name="connsiteY138" fmla="*/ 1998329 h 2323145"/>
              <a:gd name="connsiteX139" fmla="*/ 5296127 w 11269336"/>
              <a:gd name="connsiteY139" fmla="*/ 2023208 h 2323145"/>
              <a:gd name="connsiteX140" fmla="*/ 5174645 w 11269336"/>
              <a:gd name="connsiteY140" fmla="*/ 2088358 h 2323145"/>
              <a:gd name="connsiteX141" fmla="*/ 5092476 w 11269336"/>
              <a:gd name="connsiteY141" fmla="*/ 2100737 h 2323145"/>
              <a:gd name="connsiteX142" fmla="*/ 5060738 w 11269336"/>
              <a:gd name="connsiteY142" fmla="*/ 2083274 h 2323145"/>
              <a:gd name="connsiteX143" fmla="*/ 4860988 w 11269336"/>
              <a:gd name="connsiteY143" fmla="*/ 2135698 h 2323145"/>
              <a:gd name="connsiteX144" fmla="*/ 4807902 w 11269336"/>
              <a:gd name="connsiteY144" fmla="*/ 2138894 h 2323145"/>
              <a:gd name="connsiteX145" fmla="*/ 4765388 w 11269336"/>
              <a:gd name="connsiteY145" fmla="*/ 2162525 h 2323145"/>
              <a:gd name="connsiteX146" fmla="*/ 4745033 w 11269336"/>
              <a:gd name="connsiteY146" fmla="*/ 2158859 h 2323145"/>
              <a:gd name="connsiteX147" fmla="*/ 4741475 w 11269336"/>
              <a:gd name="connsiteY147" fmla="*/ 2157998 h 2323145"/>
              <a:gd name="connsiteX148" fmla="*/ 4728247 w 11269336"/>
              <a:gd name="connsiteY148" fmla="*/ 2159526 h 2323145"/>
              <a:gd name="connsiteX149" fmla="*/ 4723263 w 11269336"/>
              <a:gd name="connsiteY149" fmla="*/ 2153742 h 2323145"/>
              <a:gd name="connsiteX150" fmla="*/ 4702453 w 11269336"/>
              <a:gd name="connsiteY150" fmla="*/ 2151586 h 2323145"/>
              <a:gd name="connsiteX151" fmla="*/ 4678455 w 11269336"/>
              <a:gd name="connsiteY151" fmla="*/ 2156131 h 2323145"/>
              <a:gd name="connsiteX152" fmla="*/ 4593061 w 11269336"/>
              <a:gd name="connsiteY152" fmla="*/ 2171597 h 2323145"/>
              <a:gd name="connsiteX153" fmla="*/ 4579902 w 11269336"/>
              <a:gd name="connsiteY153" fmla="*/ 2177927 h 2323145"/>
              <a:gd name="connsiteX154" fmla="*/ 4533444 w 11269336"/>
              <a:gd name="connsiteY154" fmla="*/ 2181200 h 2323145"/>
              <a:gd name="connsiteX155" fmla="*/ 4492832 w 11269336"/>
              <a:gd name="connsiteY155" fmla="*/ 2188033 h 2323145"/>
              <a:gd name="connsiteX156" fmla="*/ 4467257 w 11269336"/>
              <a:gd name="connsiteY156" fmla="*/ 2196121 h 2323145"/>
              <a:gd name="connsiteX157" fmla="*/ 4459937 w 11269336"/>
              <a:gd name="connsiteY157" fmla="*/ 2195182 h 2323145"/>
              <a:gd name="connsiteX158" fmla="*/ 4433312 w 11269336"/>
              <a:gd name="connsiteY158" fmla="*/ 2199004 h 2323145"/>
              <a:gd name="connsiteX159" fmla="*/ 4420601 w 11269336"/>
              <a:gd name="connsiteY159" fmla="*/ 2205158 h 2323145"/>
              <a:gd name="connsiteX160" fmla="*/ 4405765 w 11269336"/>
              <a:gd name="connsiteY160" fmla="*/ 2199902 h 2323145"/>
              <a:gd name="connsiteX161" fmla="*/ 4401354 w 11269336"/>
              <a:gd name="connsiteY161" fmla="*/ 2194745 h 2323145"/>
              <a:gd name="connsiteX162" fmla="*/ 4383151 w 11269336"/>
              <a:gd name="connsiteY162" fmla="*/ 2201140 h 2323145"/>
              <a:gd name="connsiteX163" fmla="*/ 4366646 w 11269336"/>
              <a:gd name="connsiteY163" fmla="*/ 2198564 h 2323145"/>
              <a:gd name="connsiteX164" fmla="*/ 4354009 w 11269336"/>
              <a:gd name="connsiteY164" fmla="*/ 2204984 h 2323145"/>
              <a:gd name="connsiteX165" fmla="*/ 4348284 w 11269336"/>
              <a:gd name="connsiteY165" fmla="*/ 2205270 h 2323145"/>
              <a:gd name="connsiteX166" fmla="*/ 4333906 w 11269336"/>
              <a:gd name="connsiteY166" fmla="*/ 2205251 h 2323145"/>
              <a:gd name="connsiteX167" fmla="*/ 4308819 w 11269336"/>
              <a:gd name="connsiteY167" fmla="*/ 2203822 h 2323145"/>
              <a:gd name="connsiteX168" fmla="*/ 4301210 w 11269336"/>
              <a:gd name="connsiteY168" fmla="*/ 2204456 h 2323145"/>
              <a:gd name="connsiteX169" fmla="*/ 4283095 w 11269336"/>
              <a:gd name="connsiteY169" fmla="*/ 2198177 h 2323145"/>
              <a:gd name="connsiteX170" fmla="*/ 4250119 w 11269336"/>
              <a:gd name="connsiteY170" fmla="*/ 2196342 h 2323145"/>
              <a:gd name="connsiteX171" fmla="*/ 4189203 w 11269336"/>
              <a:gd name="connsiteY171" fmla="*/ 2178994 h 2323145"/>
              <a:gd name="connsiteX172" fmla="*/ 4154035 w 11269336"/>
              <a:gd name="connsiteY172" fmla="*/ 2171950 h 2323145"/>
              <a:gd name="connsiteX173" fmla="*/ 4129569 w 11269336"/>
              <a:gd name="connsiteY173" fmla="*/ 2163850 h 2323145"/>
              <a:gd name="connsiteX174" fmla="*/ 4061250 w 11269336"/>
              <a:gd name="connsiteY174" fmla="*/ 2159236 h 2323145"/>
              <a:gd name="connsiteX175" fmla="*/ 3945480 w 11269336"/>
              <a:gd name="connsiteY175" fmla="*/ 2158279 h 2323145"/>
              <a:gd name="connsiteX176" fmla="*/ 3921468 w 11269336"/>
              <a:gd name="connsiteY176" fmla="*/ 2156588 h 2323145"/>
              <a:gd name="connsiteX177" fmla="*/ 3903348 w 11269336"/>
              <a:gd name="connsiteY177" fmla="*/ 2149220 h 2323145"/>
              <a:gd name="connsiteX178" fmla="*/ 3901342 w 11269336"/>
              <a:gd name="connsiteY178" fmla="*/ 2142355 h 2323145"/>
              <a:gd name="connsiteX179" fmla="*/ 3888539 w 11269336"/>
              <a:gd name="connsiteY179" fmla="*/ 2140476 h 2323145"/>
              <a:gd name="connsiteX180" fmla="*/ 3885662 w 11269336"/>
              <a:gd name="connsiteY180" fmla="*/ 2138740 h 2323145"/>
              <a:gd name="connsiteX181" fmla="*/ 3868627 w 11269336"/>
              <a:gd name="connsiteY181" fmla="*/ 2130023 h 2323145"/>
              <a:gd name="connsiteX182" fmla="*/ 3819177 w 11269336"/>
              <a:gd name="connsiteY182" fmla="*/ 2142111 h 2323145"/>
              <a:gd name="connsiteX183" fmla="*/ 3769100 w 11269336"/>
              <a:gd name="connsiteY183" fmla="*/ 2131731 h 2323145"/>
              <a:gd name="connsiteX184" fmla="*/ 3562752 w 11269336"/>
              <a:gd name="connsiteY184" fmla="*/ 2131785 h 2323145"/>
              <a:gd name="connsiteX185" fmla="*/ 3541402 w 11269336"/>
              <a:gd name="connsiteY185" fmla="*/ 2106821 h 2323145"/>
              <a:gd name="connsiteX186" fmla="*/ 3460591 w 11269336"/>
              <a:gd name="connsiteY186" fmla="*/ 2097951 h 2323145"/>
              <a:gd name="connsiteX187" fmla="*/ 3320348 w 11269336"/>
              <a:gd name="connsiteY187" fmla="*/ 2130191 h 2323145"/>
              <a:gd name="connsiteX188" fmla="*/ 3170922 w 11269336"/>
              <a:gd name="connsiteY188" fmla="*/ 2115957 h 2323145"/>
              <a:gd name="connsiteX189" fmla="*/ 3156256 w 11269336"/>
              <a:gd name="connsiteY189" fmla="*/ 2124773 h 2323145"/>
              <a:gd name="connsiteX190" fmla="*/ 3140298 w 11269336"/>
              <a:gd name="connsiteY190" fmla="*/ 2129182 h 2323145"/>
              <a:gd name="connsiteX191" fmla="*/ 3138514 w 11269336"/>
              <a:gd name="connsiteY191" fmla="*/ 2128069 h 2323145"/>
              <a:gd name="connsiteX192" fmla="*/ 3120467 w 11269336"/>
              <a:gd name="connsiteY192" fmla="*/ 2128281 h 2323145"/>
              <a:gd name="connsiteX193" fmla="*/ 3116175 w 11269336"/>
              <a:gd name="connsiteY193" fmla="*/ 2131633 h 2323145"/>
              <a:gd name="connsiteX194" fmla="*/ 3103685 w 11269336"/>
              <a:gd name="connsiteY194" fmla="*/ 2132814 h 2323145"/>
              <a:gd name="connsiteX195" fmla="*/ 3078794 w 11269336"/>
              <a:gd name="connsiteY195" fmla="*/ 2137935 h 2323145"/>
              <a:gd name="connsiteX196" fmla="*/ 3074407 w 11269336"/>
              <a:gd name="connsiteY196" fmla="*/ 2136274 h 2323145"/>
              <a:gd name="connsiteX197" fmla="*/ 3037285 w 11269336"/>
              <a:gd name="connsiteY197" fmla="*/ 2139919 h 2323145"/>
              <a:gd name="connsiteX198" fmla="*/ 3036901 w 11269336"/>
              <a:gd name="connsiteY198" fmla="*/ 2138726 h 2323145"/>
              <a:gd name="connsiteX199" fmla="*/ 3026996 w 11269336"/>
              <a:gd name="connsiteY199" fmla="*/ 2134322 h 2323145"/>
              <a:gd name="connsiteX200" fmla="*/ 3007772 w 11269336"/>
              <a:gd name="connsiteY200" fmla="*/ 2128742 h 2323145"/>
              <a:gd name="connsiteX201" fmla="*/ 2965030 w 11269336"/>
              <a:gd name="connsiteY201" fmla="*/ 2100494 h 2323145"/>
              <a:gd name="connsiteX202" fmla="*/ 2926342 w 11269336"/>
              <a:gd name="connsiteY202" fmla="*/ 2104155 h 2323145"/>
              <a:gd name="connsiteX203" fmla="*/ 2918608 w 11269336"/>
              <a:gd name="connsiteY203" fmla="*/ 2104215 h 2323145"/>
              <a:gd name="connsiteX204" fmla="*/ 2918475 w 11269336"/>
              <a:gd name="connsiteY204" fmla="*/ 2103937 h 2323145"/>
              <a:gd name="connsiteX205" fmla="*/ 2910360 w 11269336"/>
              <a:gd name="connsiteY205" fmla="*/ 2103444 h 2323145"/>
              <a:gd name="connsiteX206" fmla="*/ 2904507 w 11269336"/>
              <a:gd name="connsiteY206" fmla="*/ 2104326 h 2323145"/>
              <a:gd name="connsiteX207" fmla="*/ 2889503 w 11269336"/>
              <a:gd name="connsiteY207" fmla="*/ 2104443 h 2323145"/>
              <a:gd name="connsiteX208" fmla="*/ 2884480 w 11269336"/>
              <a:gd name="connsiteY208" fmla="*/ 2102626 h 2323145"/>
              <a:gd name="connsiteX209" fmla="*/ 2882689 w 11269336"/>
              <a:gd name="connsiteY209" fmla="*/ 2099228 h 2323145"/>
              <a:gd name="connsiteX210" fmla="*/ 2881291 w 11269336"/>
              <a:gd name="connsiteY210" fmla="*/ 2099618 h 2323145"/>
              <a:gd name="connsiteX211" fmla="*/ 2853979 w 11269336"/>
              <a:gd name="connsiteY211" fmla="*/ 2090388 h 2323145"/>
              <a:gd name="connsiteX212" fmla="*/ 2791790 w 11269336"/>
              <a:gd name="connsiteY212" fmla="*/ 2080332 h 2323145"/>
              <a:gd name="connsiteX213" fmla="*/ 2755844 w 11269336"/>
              <a:gd name="connsiteY213" fmla="*/ 2078874 h 2323145"/>
              <a:gd name="connsiteX214" fmla="*/ 2657742 w 11269336"/>
              <a:gd name="connsiteY214" fmla="*/ 2070179 h 2323145"/>
              <a:gd name="connsiteX215" fmla="*/ 2559549 w 11269336"/>
              <a:gd name="connsiteY215" fmla="*/ 2057873 h 2323145"/>
              <a:gd name="connsiteX216" fmla="*/ 2512054 w 11269336"/>
              <a:gd name="connsiteY216" fmla="*/ 2031671 h 2323145"/>
              <a:gd name="connsiteX217" fmla="*/ 2506437 w 11269336"/>
              <a:gd name="connsiteY217" fmla="*/ 2030918 h 2323145"/>
              <a:gd name="connsiteX218" fmla="*/ 2491752 w 11269336"/>
              <a:gd name="connsiteY218" fmla="*/ 2033906 h 2323145"/>
              <a:gd name="connsiteX219" fmla="*/ 2486338 w 11269336"/>
              <a:gd name="connsiteY219" fmla="*/ 2035862 h 2323145"/>
              <a:gd name="connsiteX220" fmla="*/ 2478186 w 11269336"/>
              <a:gd name="connsiteY220" fmla="*/ 2036953 h 2323145"/>
              <a:gd name="connsiteX221" fmla="*/ 2477950 w 11269336"/>
              <a:gd name="connsiteY221" fmla="*/ 2036715 h 2323145"/>
              <a:gd name="connsiteX222" fmla="*/ 2470381 w 11269336"/>
              <a:gd name="connsiteY222" fmla="*/ 2038256 h 2323145"/>
              <a:gd name="connsiteX223" fmla="*/ 2433781 w 11269336"/>
              <a:gd name="connsiteY223" fmla="*/ 2049140 h 2323145"/>
              <a:gd name="connsiteX224" fmla="*/ 2381172 w 11269336"/>
              <a:gd name="connsiteY224" fmla="*/ 2030645 h 2323145"/>
              <a:gd name="connsiteX225" fmla="*/ 2360198 w 11269336"/>
              <a:gd name="connsiteY225" fmla="*/ 2029059 h 2323145"/>
              <a:gd name="connsiteX226" fmla="*/ 2348815 w 11269336"/>
              <a:gd name="connsiteY226" fmla="*/ 2026798 h 2323145"/>
              <a:gd name="connsiteX227" fmla="*/ 2347988 w 11269336"/>
              <a:gd name="connsiteY227" fmla="*/ 2025745 h 2323145"/>
              <a:gd name="connsiteX228" fmla="*/ 2312920 w 11269336"/>
              <a:gd name="connsiteY228" fmla="*/ 2036311 h 2323145"/>
              <a:gd name="connsiteX229" fmla="*/ 2307986 w 11269336"/>
              <a:gd name="connsiteY229" fmla="*/ 2035583 h 2323145"/>
              <a:gd name="connsiteX230" fmla="*/ 2285481 w 11269336"/>
              <a:gd name="connsiteY230" fmla="*/ 2045197 h 2323145"/>
              <a:gd name="connsiteX231" fmla="*/ 2273666 w 11269336"/>
              <a:gd name="connsiteY231" fmla="*/ 2048710 h 2323145"/>
              <a:gd name="connsiteX232" fmla="*/ 2270719 w 11269336"/>
              <a:gd name="connsiteY232" fmla="*/ 2052702 h 2323145"/>
              <a:gd name="connsiteX233" fmla="*/ 2253080 w 11269336"/>
              <a:gd name="connsiteY233" fmla="*/ 2056363 h 2323145"/>
              <a:gd name="connsiteX234" fmla="*/ 2250906 w 11269336"/>
              <a:gd name="connsiteY234" fmla="*/ 2055654 h 2323145"/>
              <a:gd name="connsiteX235" fmla="*/ 2236905 w 11269336"/>
              <a:gd name="connsiteY235" fmla="*/ 2062882 h 2323145"/>
              <a:gd name="connsiteX236" fmla="*/ 2225830 w 11269336"/>
              <a:gd name="connsiteY236" fmla="*/ 2074027 h 2323145"/>
              <a:gd name="connsiteX237" fmla="*/ 2073776 w 11269336"/>
              <a:gd name="connsiteY237" fmla="*/ 2089244 h 2323145"/>
              <a:gd name="connsiteX238" fmla="*/ 1948256 w 11269336"/>
              <a:gd name="connsiteY238" fmla="*/ 2146616 h 2323145"/>
              <a:gd name="connsiteX239" fmla="*/ 1865582 w 11269336"/>
              <a:gd name="connsiteY239" fmla="*/ 2153738 h 2323145"/>
              <a:gd name="connsiteX240" fmla="*/ 1835210 w 11269336"/>
              <a:gd name="connsiteY240" fmla="*/ 2134244 h 2323145"/>
              <a:gd name="connsiteX241" fmla="*/ 1632661 w 11269336"/>
              <a:gd name="connsiteY241" fmla="*/ 2173882 h 2323145"/>
              <a:gd name="connsiteX242" fmla="*/ 1579590 w 11269336"/>
              <a:gd name="connsiteY242" fmla="*/ 2173680 h 2323145"/>
              <a:gd name="connsiteX243" fmla="*/ 1535601 w 11269336"/>
              <a:gd name="connsiteY243" fmla="*/ 2194590 h 2323145"/>
              <a:gd name="connsiteX244" fmla="*/ 1515594 w 11269336"/>
              <a:gd name="connsiteY244" fmla="*/ 2189622 h 2323145"/>
              <a:gd name="connsiteX245" fmla="*/ 1512113 w 11269336"/>
              <a:gd name="connsiteY245" fmla="*/ 2188534 h 2323145"/>
              <a:gd name="connsiteX246" fmla="*/ 1498838 w 11269336"/>
              <a:gd name="connsiteY246" fmla="*/ 2189213 h 2323145"/>
              <a:gd name="connsiteX247" fmla="*/ 1494279 w 11269336"/>
              <a:gd name="connsiteY247" fmla="*/ 2183112 h 2323145"/>
              <a:gd name="connsiteX248" fmla="*/ 1473714 w 11269336"/>
              <a:gd name="connsiteY248" fmla="*/ 2179625 h 2323145"/>
              <a:gd name="connsiteX249" fmla="*/ 1449503 w 11269336"/>
              <a:gd name="connsiteY249" fmla="*/ 2182633 h 2323145"/>
              <a:gd name="connsiteX250" fmla="*/ 1335495 w 11269336"/>
              <a:gd name="connsiteY250" fmla="*/ 2203940 h 2323145"/>
              <a:gd name="connsiteX251" fmla="*/ 1266687 w 11269336"/>
              <a:gd name="connsiteY251" fmla="*/ 2212688 h 2323145"/>
              <a:gd name="connsiteX252" fmla="*/ 1239614 w 11269336"/>
              <a:gd name="connsiteY252" fmla="*/ 2209727 h 2323145"/>
              <a:gd name="connsiteX253" fmla="*/ 1202436 w 11269336"/>
              <a:gd name="connsiteY253" fmla="*/ 2209817 h 2323145"/>
              <a:gd name="connsiteX254" fmla="*/ 1136097 w 11269336"/>
              <a:gd name="connsiteY254" fmla="*/ 2205112 h 2323145"/>
              <a:gd name="connsiteX255" fmla="*/ 1048229 w 11269336"/>
              <a:gd name="connsiteY255" fmla="*/ 2207249 h 2323145"/>
              <a:gd name="connsiteX256" fmla="*/ 988232 w 11269336"/>
              <a:gd name="connsiteY256" fmla="*/ 2235635 h 2323145"/>
              <a:gd name="connsiteX257" fmla="*/ 981959 w 11269336"/>
              <a:gd name="connsiteY257" fmla="*/ 2231607 h 2323145"/>
              <a:gd name="connsiteX258" fmla="*/ 938600 w 11269336"/>
              <a:gd name="connsiteY258" fmla="*/ 2238113 h 2323145"/>
              <a:gd name="connsiteX259" fmla="*/ 791788 w 11269336"/>
              <a:gd name="connsiteY259" fmla="*/ 2293224 h 2323145"/>
              <a:gd name="connsiteX260" fmla="*/ 706914 w 11269336"/>
              <a:gd name="connsiteY260" fmla="*/ 2305046 h 2323145"/>
              <a:gd name="connsiteX261" fmla="*/ 675971 w 11269336"/>
              <a:gd name="connsiteY261" fmla="*/ 2304030 h 2323145"/>
              <a:gd name="connsiteX262" fmla="*/ 624180 w 11269336"/>
              <a:gd name="connsiteY262" fmla="*/ 2302650 h 2323145"/>
              <a:gd name="connsiteX263" fmla="*/ 583453 w 11269336"/>
              <a:gd name="connsiteY263" fmla="*/ 2288788 h 2323145"/>
              <a:gd name="connsiteX264" fmla="*/ 540946 w 11269336"/>
              <a:gd name="connsiteY264" fmla="*/ 2292721 h 2323145"/>
              <a:gd name="connsiteX265" fmla="*/ 533680 w 11269336"/>
              <a:gd name="connsiteY265" fmla="*/ 2310233 h 2323145"/>
              <a:gd name="connsiteX266" fmla="*/ 487366 w 11269336"/>
              <a:gd name="connsiteY266" fmla="*/ 2309053 h 2323145"/>
              <a:gd name="connsiteX267" fmla="*/ 416820 w 11269336"/>
              <a:gd name="connsiteY267" fmla="*/ 2305443 h 2323145"/>
              <a:gd name="connsiteX268" fmla="*/ 376805 w 11269336"/>
              <a:gd name="connsiteY268" fmla="*/ 2307647 h 2323145"/>
              <a:gd name="connsiteX269" fmla="*/ 266777 w 11269336"/>
              <a:gd name="connsiteY269" fmla="*/ 2309012 h 2323145"/>
              <a:gd name="connsiteX270" fmla="*/ 156013 w 11269336"/>
              <a:gd name="connsiteY270" fmla="*/ 2306832 h 2323145"/>
              <a:gd name="connsiteX271" fmla="*/ 87258 w 11269336"/>
              <a:gd name="connsiteY271" fmla="*/ 2285511 h 2323145"/>
              <a:gd name="connsiteX272" fmla="*/ 23798 w 11269336"/>
              <a:gd name="connsiteY272" fmla="*/ 2281822 h 2323145"/>
              <a:gd name="connsiteX273" fmla="*/ 0 w 11269336"/>
              <a:gd name="connsiteY273" fmla="*/ 2285369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742561 w 11269336"/>
              <a:gd name="connsiteY18" fmla="*/ 500437 h 2323145"/>
              <a:gd name="connsiteX19" fmla="*/ 9561831 w 11269336"/>
              <a:gd name="connsiteY19" fmla="*/ 547649 h 2323145"/>
              <a:gd name="connsiteX20" fmla="*/ 9380600 w 11269336"/>
              <a:gd name="connsiteY20" fmla="*/ 549821 h 2323145"/>
              <a:gd name="connsiteX21" fmla="*/ 9139429 w 11269336"/>
              <a:gd name="connsiteY21" fmla="*/ 696446 h 2323145"/>
              <a:gd name="connsiteX22" fmla="*/ 9114263 w 11269336"/>
              <a:gd name="connsiteY22" fmla="*/ 709213 h 2323145"/>
              <a:gd name="connsiteX23" fmla="*/ 9028928 w 11269336"/>
              <a:gd name="connsiteY23" fmla="*/ 745350 h 2323145"/>
              <a:gd name="connsiteX24" fmla="*/ 8977138 w 11269336"/>
              <a:gd name="connsiteY24" fmla="*/ 774970 h 2323145"/>
              <a:gd name="connsiteX25" fmla="*/ 8947030 w 11269336"/>
              <a:gd name="connsiteY25" fmla="*/ 814934 h 2323145"/>
              <a:gd name="connsiteX26" fmla="*/ 8914746 w 11269336"/>
              <a:gd name="connsiteY26" fmla="*/ 826428 h 2323145"/>
              <a:gd name="connsiteX27" fmla="*/ 8917778 w 11269336"/>
              <a:gd name="connsiteY27" fmla="*/ 835198 h 2323145"/>
              <a:gd name="connsiteX28" fmla="*/ 8905560 w 11269336"/>
              <a:gd name="connsiteY28" fmla="*/ 838358 h 2323145"/>
              <a:gd name="connsiteX29" fmla="*/ 8897564 w 11269336"/>
              <a:gd name="connsiteY29" fmla="*/ 834287 h 2323145"/>
              <a:gd name="connsiteX30" fmla="*/ 8878040 w 11269336"/>
              <a:gd name="connsiteY30" fmla="*/ 844150 h 2323145"/>
              <a:gd name="connsiteX31" fmla="*/ 8882654 w 11269336"/>
              <a:gd name="connsiteY31" fmla="*/ 892768 h 2323145"/>
              <a:gd name="connsiteX32" fmla="*/ 8837498 w 11269336"/>
              <a:gd name="connsiteY32" fmla="*/ 885664 h 2323145"/>
              <a:gd name="connsiteX33" fmla="*/ 8795998 w 11269336"/>
              <a:gd name="connsiteY33" fmla="*/ 863337 h 2323145"/>
              <a:gd name="connsiteX34" fmla="*/ 8776970 w 11269336"/>
              <a:gd name="connsiteY34" fmla="*/ 885177 h 2323145"/>
              <a:gd name="connsiteX35" fmla="*/ 8755719 w 11269336"/>
              <a:gd name="connsiteY35" fmla="*/ 889754 h 2323145"/>
              <a:gd name="connsiteX36" fmla="*/ 8743257 w 11269336"/>
              <a:gd name="connsiteY36" fmla="*/ 904723 h 2323145"/>
              <a:gd name="connsiteX37" fmla="*/ 8721366 w 11269336"/>
              <a:gd name="connsiteY37" fmla="*/ 904711 h 2323145"/>
              <a:gd name="connsiteX38" fmla="*/ 8678353 w 11269336"/>
              <a:gd name="connsiteY38" fmla="*/ 926318 h 2323145"/>
              <a:gd name="connsiteX39" fmla="*/ 8636849 w 11269336"/>
              <a:gd name="connsiteY39" fmla="*/ 937900 h 2323145"/>
              <a:gd name="connsiteX40" fmla="*/ 8620213 w 11269336"/>
              <a:gd name="connsiteY40" fmla="*/ 943068 h 2323145"/>
              <a:gd name="connsiteX41" fmla="*/ 8612581 w 11269336"/>
              <a:gd name="connsiteY41" fmla="*/ 952695 h 2323145"/>
              <a:gd name="connsiteX42" fmla="*/ 8589038 w 11269336"/>
              <a:gd name="connsiteY42" fmla="*/ 963892 h 2323145"/>
              <a:gd name="connsiteX43" fmla="*/ 8579950 w 11269336"/>
              <a:gd name="connsiteY43" fmla="*/ 960899 h 2323145"/>
              <a:gd name="connsiteX44" fmla="*/ 8579319 w 11269336"/>
              <a:gd name="connsiteY44" fmla="*/ 965630 h 2323145"/>
              <a:gd name="connsiteX45" fmla="*/ 8547429 w 11269336"/>
              <a:gd name="connsiteY45" fmla="*/ 984506 h 2323145"/>
              <a:gd name="connsiteX46" fmla="*/ 8478704 w 11269336"/>
              <a:gd name="connsiteY46" fmla="*/ 1025490 h 2323145"/>
              <a:gd name="connsiteX47" fmla="*/ 8461421 w 11269336"/>
              <a:gd name="connsiteY47" fmla="*/ 1035512 h 2323145"/>
              <a:gd name="connsiteX48" fmla="*/ 8445003 w 11269336"/>
              <a:gd name="connsiteY48" fmla="*/ 1036851 h 2323145"/>
              <a:gd name="connsiteX49" fmla="*/ 8357350 w 11269336"/>
              <a:gd name="connsiteY49" fmla="*/ 1060213 h 2323145"/>
              <a:gd name="connsiteX50" fmla="*/ 8335565 w 11269336"/>
              <a:gd name="connsiteY50" fmla="*/ 1061151 h 2323145"/>
              <a:gd name="connsiteX51" fmla="*/ 8325267 w 11269336"/>
              <a:gd name="connsiteY51" fmla="*/ 1055919 h 2323145"/>
              <a:gd name="connsiteX52" fmla="*/ 8293586 w 11269336"/>
              <a:gd name="connsiteY52" fmla="*/ 1076144 h 2323145"/>
              <a:gd name="connsiteX53" fmla="*/ 8242405 w 11269336"/>
              <a:gd name="connsiteY53" fmla="*/ 1095960 h 2323145"/>
              <a:gd name="connsiteX54" fmla="*/ 8218531 w 11269336"/>
              <a:gd name="connsiteY54" fmla="*/ 1107622 h 2323145"/>
              <a:gd name="connsiteX55" fmla="*/ 8197391 w 11269336"/>
              <a:gd name="connsiteY55" fmla="*/ 1107746 h 2323145"/>
              <a:gd name="connsiteX56" fmla="*/ 8081474 w 11269336"/>
              <a:gd name="connsiteY56" fmla="*/ 1130125 h 2323145"/>
              <a:gd name="connsiteX57" fmla="*/ 8053585 w 11269336"/>
              <a:gd name="connsiteY57" fmla="*/ 1129169 h 2323145"/>
              <a:gd name="connsiteX58" fmla="*/ 8038422 w 11269336"/>
              <a:gd name="connsiteY58" fmla="*/ 1119092 h 2323145"/>
              <a:gd name="connsiteX59" fmla="*/ 8029450 w 11269336"/>
              <a:gd name="connsiteY59" fmla="*/ 1125592 h 2323145"/>
              <a:gd name="connsiteX60" fmla="*/ 7959552 w 11269336"/>
              <a:gd name="connsiteY60" fmla="*/ 1140188 h 2323145"/>
              <a:gd name="connsiteX61" fmla="*/ 7914188 w 11269336"/>
              <a:gd name="connsiteY61" fmla="*/ 1150862 h 2323145"/>
              <a:gd name="connsiteX62" fmla="*/ 7914918 w 11269336"/>
              <a:gd name="connsiteY62" fmla="*/ 1168758 h 2323145"/>
              <a:gd name="connsiteX63" fmla="*/ 7875510 w 11269336"/>
              <a:gd name="connsiteY63" fmla="*/ 1183153 h 2323145"/>
              <a:gd name="connsiteX64" fmla="*/ 7829932 w 11269336"/>
              <a:gd name="connsiteY64" fmla="*/ 1180782 h 2323145"/>
              <a:gd name="connsiteX65" fmla="*/ 7779182 w 11269336"/>
              <a:gd name="connsiteY65" fmla="*/ 1192665 h 2323145"/>
              <a:gd name="connsiteX66" fmla="*/ 7748774 w 11269336"/>
              <a:gd name="connsiteY66" fmla="*/ 1199586 h 2323145"/>
              <a:gd name="connsiteX67" fmla="*/ 7671846 w 11269336"/>
              <a:gd name="connsiteY67" fmla="*/ 1231966 h 2323145"/>
              <a:gd name="connsiteX68" fmla="*/ 7554146 w 11269336"/>
              <a:gd name="connsiteY68" fmla="*/ 1319748 h 2323145"/>
              <a:gd name="connsiteX69" fmla="*/ 7515052 w 11269336"/>
              <a:gd name="connsiteY69" fmla="*/ 1336718 h 2323145"/>
              <a:gd name="connsiteX70" fmla="*/ 7507193 w 11269336"/>
              <a:gd name="connsiteY70" fmla="*/ 1334617 h 2323145"/>
              <a:gd name="connsiteX71" fmla="*/ 7461694 w 11269336"/>
              <a:gd name="connsiteY71" fmla="*/ 1375866 h 2323145"/>
              <a:gd name="connsiteX72" fmla="*/ 7377571 w 11269336"/>
              <a:gd name="connsiteY72" fmla="*/ 1400128 h 2323145"/>
              <a:gd name="connsiteX73" fmla="*/ 7311261 w 11269336"/>
              <a:gd name="connsiteY73" fmla="*/ 1412652 h 2323145"/>
              <a:gd name="connsiteX74" fmla="*/ 7275307 w 11269336"/>
              <a:gd name="connsiteY74" fmla="*/ 1422171 h 2323145"/>
              <a:gd name="connsiteX75" fmla="*/ 7247783 w 11269336"/>
              <a:gd name="connsiteY75" fmla="*/ 1426330 h 2323145"/>
              <a:gd name="connsiteX76" fmla="*/ 7185047 w 11269336"/>
              <a:gd name="connsiteY76" fmla="*/ 1451812 h 2323145"/>
              <a:gd name="connsiteX77" fmla="*/ 7084117 w 11269336"/>
              <a:gd name="connsiteY77" fmla="*/ 1500281 h 2323145"/>
              <a:gd name="connsiteX78" fmla="*/ 7062011 w 11269336"/>
              <a:gd name="connsiteY78" fmla="*/ 1509183 h 2323145"/>
              <a:gd name="connsiteX79" fmla="*/ 7040555 w 11269336"/>
              <a:gd name="connsiteY79" fmla="*/ 1511207 h 2323145"/>
              <a:gd name="connsiteX80" fmla="*/ 7033438 w 11269336"/>
              <a:gd name="connsiteY80" fmla="*/ 1506772 h 2323145"/>
              <a:gd name="connsiteX81" fmla="*/ 7020886 w 11269336"/>
              <a:gd name="connsiteY81" fmla="*/ 1510764 h 2323145"/>
              <a:gd name="connsiteX82" fmla="*/ 7017033 w 11269336"/>
              <a:gd name="connsiteY82" fmla="*/ 1510650 h 2323145"/>
              <a:gd name="connsiteX83" fmla="*/ 6995460 w 11269336"/>
              <a:gd name="connsiteY83" fmla="*/ 1511173 h 2323145"/>
              <a:gd name="connsiteX84" fmla="*/ 6962144 w 11269336"/>
              <a:gd name="connsiteY84" fmla="*/ 1541508 h 2323145"/>
              <a:gd name="connsiteX85" fmla="*/ 6910674 w 11269336"/>
              <a:gd name="connsiteY85" fmla="*/ 1554793 h 2323145"/>
              <a:gd name="connsiteX86" fmla="*/ 6732152 w 11269336"/>
              <a:gd name="connsiteY86" fmla="*/ 1642538 h 2323145"/>
              <a:gd name="connsiteX87" fmla="*/ 6694106 w 11269336"/>
              <a:gd name="connsiteY87" fmla="*/ 1632377 h 2323145"/>
              <a:gd name="connsiteX88" fmla="*/ 6617223 w 11269336"/>
              <a:gd name="connsiteY88" fmla="*/ 1659889 h 2323145"/>
              <a:gd name="connsiteX89" fmla="*/ 6521138 w 11269336"/>
              <a:gd name="connsiteY89" fmla="*/ 1744340 h 2323145"/>
              <a:gd name="connsiteX90" fmla="*/ 6380677 w 11269336"/>
              <a:gd name="connsiteY90" fmla="*/ 1796883 h 2323145"/>
              <a:gd name="connsiteX91" fmla="*/ 6374897 w 11269336"/>
              <a:gd name="connsiteY91" fmla="*/ 1809910 h 2323145"/>
              <a:gd name="connsiteX92" fmla="*/ 6364545 w 11269336"/>
              <a:gd name="connsiteY92" fmla="*/ 1820090 h 2323145"/>
              <a:gd name="connsiteX93" fmla="*/ 6362126 w 11269336"/>
              <a:gd name="connsiteY93" fmla="*/ 1819991 h 2323145"/>
              <a:gd name="connsiteX94" fmla="*/ 6346673 w 11269336"/>
              <a:gd name="connsiteY94" fmla="*/ 1827824 h 2323145"/>
              <a:gd name="connsiteX95" fmla="*/ 6345588 w 11269336"/>
              <a:gd name="connsiteY95" fmla="*/ 1832232 h 2323145"/>
              <a:gd name="connsiteX96" fmla="*/ 6335708 w 11269336"/>
              <a:gd name="connsiteY96" fmla="*/ 1838451 h 2323145"/>
              <a:gd name="connsiteX97" fmla="*/ 6318182 w 11269336"/>
              <a:gd name="connsiteY97" fmla="*/ 1852975 h 2323145"/>
              <a:gd name="connsiteX98" fmla="*/ 6313084 w 11269336"/>
              <a:gd name="connsiteY98" fmla="*/ 1853561 h 2323145"/>
              <a:gd name="connsiteX99" fmla="*/ 6283816 w 11269336"/>
              <a:gd name="connsiteY99" fmla="*/ 1872148 h 2323145"/>
              <a:gd name="connsiteX100" fmla="*/ 6282550 w 11269336"/>
              <a:gd name="connsiteY100" fmla="*/ 1871392 h 2323145"/>
              <a:gd name="connsiteX101" fmla="*/ 6270527 w 11269336"/>
              <a:gd name="connsiteY101" fmla="*/ 1872208 h 2323145"/>
              <a:gd name="connsiteX102" fmla="*/ 6249518 w 11269336"/>
              <a:gd name="connsiteY102" fmla="*/ 1876079 h 2323145"/>
              <a:gd name="connsiteX103" fmla="*/ 6190386 w 11269336"/>
              <a:gd name="connsiteY103" fmla="*/ 1872478 h 2323145"/>
              <a:gd name="connsiteX104" fmla="*/ 6159777 w 11269336"/>
              <a:gd name="connsiteY104" fmla="*/ 1891745 h 2323145"/>
              <a:gd name="connsiteX105" fmla="*/ 6153131 w 11269336"/>
              <a:gd name="connsiteY105" fmla="*/ 1895079 h 2323145"/>
              <a:gd name="connsiteX106" fmla="*/ 6152798 w 11269336"/>
              <a:gd name="connsiteY106" fmla="*/ 1894920 h 2323145"/>
              <a:gd name="connsiteX107" fmla="*/ 6145388 w 11269336"/>
              <a:gd name="connsiteY107" fmla="*/ 1897990 h 2323145"/>
              <a:gd name="connsiteX108" fmla="*/ 6141014 w 11269336"/>
              <a:gd name="connsiteY108" fmla="*/ 1901155 h 2323145"/>
              <a:gd name="connsiteX109" fmla="*/ 6128122 w 11269336"/>
              <a:gd name="connsiteY109" fmla="*/ 1907623 h 2323145"/>
              <a:gd name="connsiteX110" fmla="*/ 6122351 w 11269336"/>
              <a:gd name="connsiteY110" fmla="*/ 1908359 h 2323145"/>
              <a:gd name="connsiteX111" fmla="*/ 6064750 w 11269336"/>
              <a:gd name="connsiteY111" fmla="*/ 1896394 h 2323145"/>
              <a:gd name="connsiteX112" fmla="*/ 5964230 w 11269336"/>
              <a:gd name="connsiteY112" fmla="*/ 1910038 h 2323145"/>
              <a:gd name="connsiteX113" fmla="*/ 5865399 w 11269336"/>
              <a:gd name="connsiteY113" fmla="*/ 1926966 h 2323145"/>
              <a:gd name="connsiteX114" fmla="*/ 5829951 w 11269336"/>
              <a:gd name="connsiteY114" fmla="*/ 1934755 h 2323145"/>
              <a:gd name="connsiteX115" fmla="*/ 5765285 w 11269336"/>
              <a:gd name="connsiteY115" fmla="*/ 1941322 h 2323145"/>
              <a:gd name="connsiteX116" fmla="*/ 5734750 w 11269336"/>
              <a:gd name="connsiteY116" fmla="*/ 1939793 h 2323145"/>
              <a:gd name="connsiteX117" fmla="*/ 5733569 w 11269336"/>
              <a:gd name="connsiteY117" fmla="*/ 1940505 h 2323145"/>
              <a:gd name="connsiteX118" fmla="*/ 5730329 w 11269336"/>
              <a:gd name="connsiteY118" fmla="*/ 1937845 h 2323145"/>
              <a:gd name="connsiteX119" fmla="*/ 5724661 w 11269336"/>
              <a:gd name="connsiteY119" fmla="*/ 1937455 h 2323145"/>
              <a:gd name="connsiteX120" fmla="*/ 5710186 w 11269336"/>
              <a:gd name="connsiteY120" fmla="*/ 1941370 h 2323145"/>
              <a:gd name="connsiteX121" fmla="*/ 5704910 w 11269336"/>
              <a:gd name="connsiteY121" fmla="*/ 1943663 h 2323145"/>
              <a:gd name="connsiteX122" fmla="*/ 5696836 w 11269336"/>
              <a:gd name="connsiteY122" fmla="*/ 1945271 h 2323145"/>
              <a:gd name="connsiteX123" fmla="*/ 5696583 w 11269336"/>
              <a:gd name="connsiteY123" fmla="*/ 1945050 h 2323145"/>
              <a:gd name="connsiteX124" fmla="*/ 5689123 w 11269336"/>
              <a:gd name="connsiteY124" fmla="*/ 1947067 h 2323145"/>
              <a:gd name="connsiteX125" fmla="*/ 5653291 w 11269336"/>
              <a:gd name="connsiteY125" fmla="*/ 1960245 h 2323145"/>
              <a:gd name="connsiteX126" fmla="*/ 5599385 w 11269336"/>
              <a:gd name="connsiteY126" fmla="*/ 1945198 h 2323145"/>
              <a:gd name="connsiteX127" fmla="*/ 5578300 w 11269336"/>
              <a:gd name="connsiteY127" fmla="*/ 1944963 h 2323145"/>
              <a:gd name="connsiteX128" fmla="*/ 5566758 w 11269336"/>
              <a:gd name="connsiteY128" fmla="*/ 1943441 h 2323145"/>
              <a:gd name="connsiteX129" fmla="*/ 5565857 w 11269336"/>
              <a:gd name="connsiteY129" fmla="*/ 1942445 h 2323145"/>
              <a:gd name="connsiteX130" fmla="*/ 5531534 w 11269336"/>
              <a:gd name="connsiteY130" fmla="*/ 1955208 h 2323145"/>
              <a:gd name="connsiteX131" fmla="*/ 5526552 w 11269336"/>
              <a:gd name="connsiteY131" fmla="*/ 1954799 h 2323145"/>
              <a:gd name="connsiteX132" fmla="*/ 5504723 w 11269336"/>
              <a:gd name="connsiteY132" fmla="*/ 1965811 h 2323145"/>
              <a:gd name="connsiteX133" fmla="*/ 5493156 w 11269336"/>
              <a:gd name="connsiteY133" fmla="*/ 1970063 h 2323145"/>
              <a:gd name="connsiteX134" fmla="*/ 5490486 w 11269336"/>
              <a:gd name="connsiteY134" fmla="*/ 1974227 h 2323145"/>
              <a:gd name="connsiteX135" fmla="*/ 5473107 w 11269336"/>
              <a:gd name="connsiteY135" fmla="*/ 1979001 h 2323145"/>
              <a:gd name="connsiteX136" fmla="*/ 5470885 w 11269336"/>
              <a:gd name="connsiteY136" fmla="*/ 1978432 h 2323145"/>
              <a:gd name="connsiteX137" fmla="*/ 5457393 w 11269336"/>
              <a:gd name="connsiteY137" fmla="*/ 1986525 h 2323145"/>
              <a:gd name="connsiteX138" fmla="*/ 5447102 w 11269336"/>
              <a:gd name="connsiteY138" fmla="*/ 1998329 h 2323145"/>
              <a:gd name="connsiteX139" fmla="*/ 5296127 w 11269336"/>
              <a:gd name="connsiteY139" fmla="*/ 2023208 h 2323145"/>
              <a:gd name="connsiteX140" fmla="*/ 5092476 w 11269336"/>
              <a:gd name="connsiteY140" fmla="*/ 2100737 h 2323145"/>
              <a:gd name="connsiteX141" fmla="*/ 5060738 w 11269336"/>
              <a:gd name="connsiteY141" fmla="*/ 2083274 h 2323145"/>
              <a:gd name="connsiteX142" fmla="*/ 4860988 w 11269336"/>
              <a:gd name="connsiteY142" fmla="*/ 2135698 h 2323145"/>
              <a:gd name="connsiteX143" fmla="*/ 4807902 w 11269336"/>
              <a:gd name="connsiteY143" fmla="*/ 2138894 h 2323145"/>
              <a:gd name="connsiteX144" fmla="*/ 4765388 w 11269336"/>
              <a:gd name="connsiteY144" fmla="*/ 2162525 h 2323145"/>
              <a:gd name="connsiteX145" fmla="*/ 4745033 w 11269336"/>
              <a:gd name="connsiteY145" fmla="*/ 2158859 h 2323145"/>
              <a:gd name="connsiteX146" fmla="*/ 4741475 w 11269336"/>
              <a:gd name="connsiteY146" fmla="*/ 2157998 h 2323145"/>
              <a:gd name="connsiteX147" fmla="*/ 4728247 w 11269336"/>
              <a:gd name="connsiteY147" fmla="*/ 2159526 h 2323145"/>
              <a:gd name="connsiteX148" fmla="*/ 4723263 w 11269336"/>
              <a:gd name="connsiteY148" fmla="*/ 2153742 h 2323145"/>
              <a:gd name="connsiteX149" fmla="*/ 4702453 w 11269336"/>
              <a:gd name="connsiteY149" fmla="*/ 2151586 h 2323145"/>
              <a:gd name="connsiteX150" fmla="*/ 4678455 w 11269336"/>
              <a:gd name="connsiteY150" fmla="*/ 2156131 h 2323145"/>
              <a:gd name="connsiteX151" fmla="*/ 4593061 w 11269336"/>
              <a:gd name="connsiteY151" fmla="*/ 2171597 h 2323145"/>
              <a:gd name="connsiteX152" fmla="*/ 4579902 w 11269336"/>
              <a:gd name="connsiteY152" fmla="*/ 2177927 h 2323145"/>
              <a:gd name="connsiteX153" fmla="*/ 4533444 w 11269336"/>
              <a:gd name="connsiteY153" fmla="*/ 2181200 h 2323145"/>
              <a:gd name="connsiteX154" fmla="*/ 4492832 w 11269336"/>
              <a:gd name="connsiteY154" fmla="*/ 2188033 h 2323145"/>
              <a:gd name="connsiteX155" fmla="*/ 4467257 w 11269336"/>
              <a:gd name="connsiteY155" fmla="*/ 2196121 h 2323145"/>
              <a:gd name="connsiteX156" fmla="*/ 4459937 w 11269336"/>
              <a:gd name="connsiteY156" fmla="*/ 2195182 h 2323145"/>
              <a:gd name="connsiteX157" fmla="*/ 4433312 w 11269336"/>
              <a:gd name="connsiteY157" fmla="*/ 2199004 h 2323145"/>
              <a:gd name="connsiteX158" fmla="*/ 4420601 w 11269336"/>
              <a:gd name="connsiteY158" fmla="*/ 2205158 h 2323145"/>
              <a:gd name="connsiteX159" fmla="*/ 4405765 w 11269336"/>
              <a:gd name="connsiteY159" fmla="*/ 2199902 h 2323145"/>
              <a:gd name="connsiteX160" fmla="*/ 4401354 w 11269336"/>
              <a:gd name="connsiteY160" fmla="*/ 2194745 h 2323145"/>
              <a:gd name="connsiteX161" fmla="*/ 4383151 w 11269336"/>
              <a:gd name="connsiteY161" fmla="*/ 2201140 h 2323145"/>
              <a:gd name="connsiteX162" fmla="*/ 4366646 w 11269336"/>
              <a:gd name="connsiteY162" fmla="*/ 2198564 h 2323145"/>
              <a:gd name="connsiteX163" fmla="*/ 4354009 w 11269336"/>
              <a:gd name="connsiteY163" fmla="*/ 2204984 h 2323145"/>
              <a:gd name="connsiteX164" fmla="*/ 4348284 w 11269336"/>
              <a:gd name="connsiteY164" fmla="*/ 2205270 h 2323145"/>
              <a:gd name="connsiteX165" fmla="*/ 4333906 w 11269336"/>
              <a:gd name="connsiteY165" fmla="*/ 2205251 h 2323145"/>
              <a:gd name="connsiteX166" fmla="*/ 4308819 w 11269336"/>
              <a:gd name="connsiteY166" fmla="*/ 2203822 h 2323145"/>
              <a:gd name="connsiteX167" fmla="*/ 4301210 w 11269336"/>
              <a:gd name="connsiteY167" fmla="*/ 2204456 h 2323145"/>
              <a:gd name="connsiteX168" fmla="*/ 4283095 w 11269336"/>
              <a:gd name="connsiteY168" fmla="*/ 2198177 h 2323145"/>
              <a:gd name="connsiteX169" fmla="*/ 4250119 w 11269336"/>
              <a:gd name="connsiteY169" fmla="*/ 2196342 h 2323145"/>
              <a:gd name="connsiteX170" fmla="*/ 4189203 w 11269336"/>
              <a:gd name="connsiteY170" fmla="*/ 2178994 h 2323145"/>
              <a:gd name="connsiteX171" fmla="*/ 4154035 w 11269336"/>
              <a:gd name="connsiteY171" fmla="*/ 2171950 h 2323145"/>
              <a:gd name="connsiteX172" fmla="*/ 4129569 w 11269336"/>
              <a:gd name="connsiteY172" fmla="*/ 2163850 h 2323145"/>
              <a:gd name="connsiteX173" fmla="*/ 4061250 w 11269336"/>
              <a:gd name="connsiteY173" fmla="*/ 2159236 h 2323145"/>
              <a:gd name="connsiteX174" fmla="*/ 3945480 w 11269336"/>
              <a:gd name="connsiteY174" fmla="*/ 2158279 h 2323145"/>
              <a:gd name="connsiteX175" fmla="*/ 3921468 w 11269336"/>
              <a:gd name="connsiteY175" fmla="*/ 2156588 h 2323145"/>
              <a:gd name="connsiteX176" fmla="*/ 3903348 w 11269336"/>
              <a:gd name="connsiteY176" fmla="*/ 2149220 h 2323145"/>
              <a:gd name="connsiteX177" fmla="*/ 3901342 w 11269336"/>
              <a:gd name="connsiteY177" fmla="*/ 2142355 h 2323145"/>
              <a:gd name="connsiteX178" fmla="*/ 3888539 w 11269336"/>
              <a:gd name="connsiteY178" fmla="*/ 2140476 h 2323145"/>
              <a:gd name="connsiteX179" fmla="*/ 3885662 w 11269336"/>
              <a:gd name="connsiteY179" fmla="*/ 2138740 h 2323145"/>
              <a:gd name="connsiteX180" fmla="*/ 3868627 w 11269336"/>
              <a:gd name="connsiteY180" fmla="*/ 2130023 h 2323145"/>
              <a:gd name="connsiteX181" fmla="*/ 3819177 w 11269336"/>
              <a:gd name="connsiteY181" fmla="*/ 2142111 h 2323145"/>
              <a:gd name="connsiteX182" fmla="*/ 3769100 w 11269336"/>
              <a:gd name="connsiteY182" fmla="*/ 2131731 h 2323145"/>
              <a:gd name="connsiteX183" fmla="*/ 3562752 w 11269336"/>
              <a:gd name="connsiteY183" fmla="*/ 2131785 h 2323145"/>
              <a:gd name="connsiteX184" fmla="*/ 3541402 w 11269336"/>
              <a:gd name="connsiteY184" fmla="*/ 2106821 h 2323145"/>
              <a:gd name="connsiteX185" fmla="*/ 3460591 w 11269336"/>
              <a:gd name="connsiteY185" fmla="*/ 2097951 h 2323145"/>
              <a:gd name="connsiteX186" fmla="*/ 3320348 w 11269336"/>
              <a:gd name="connsiteY186" fmla="*/ 2130191 h 2323145"/>
              <a:gd name="connsiteX187" fmla="*/ 3170922 w 11269336"/>
              <a:gd name="connsiteY187" fmla="*/ 2115957 h 2323145"/>
              <a:gd name="connsiteX188" fmla="*/ 3156256 w 11269336"/>
              <a:gd name="connsiteY188" fmla="*/ 2124773 h 2323145"/>
              <a:gd name="connsiteX189" fmla="*/ 3140298 w 11269336"/>
              <a:gd name="connsiteY189" fmla="*/ 2129182 h 2323145"/>
              <a:gd name="connsiteX190" fmla="*/ 3138514 w 11269336"/>
              <a:gd name="connsiteY190" fmla="*/ 2128069 h 2323145"/>
              <a:gd name="connsiteX191" fmla="*/ 3120467 w 11269336"/>
              <a:gd name="connsiteY191" fmla="*/ 2128281 h 2323145"/>
              <a:gd name="connsiteX192" fmla="*/ 3116175 w 11269336"/>
              <a:gd name="connsiteY192" fmla="*/ 2131633 h 2323145"/>
              <a:gd name="connsiteX193" fmla="*/ 3103685 w 11269336"/>
              <a:gd name="connsiteY193" fmla="*/ 2132814 h 2323145"/>
              <a:gd name="connsiteX194" fmla="*/ 3078794 w 11269336"/>
              <a:gd name="connsiteY194" fmla="*/ 2137935 h 2323145"/>
              <a:gd name="connsiteX195" fmla="*/ 3074407 w 11269336"/>
              <a:gd name="connsiteY195" fmla="*/ 2136274 h 2323145"/>
              <a:gd name="connsiteX196" fmla="*/ 3037285 w 11269336"/>
              <a:gd name="connsiteY196" fmla="*/ 2139919 h 2323145"/>
              <a:gd name="connsiteX197" fmla="*/ 3036901 w 11269336"/>
              <a:gd name="connsiteY197" fmla="*/ 2138726 h 2323145"/>
              <a:gd name="connsiteX198" fmla="*/ 3026996 w 11269336"/>
              <a:gd name="connsiteY198" fmla="*/ 2134322 h 2323145"/>
              <a:gd name="connsiteX199" fmla="*/ 3007772 w 11269336"/>
              <a:gd name="connsiteY199" fmla="*/ 2128742 h 2323145"/>
              <a:gd name="connsiteX200" fmla="*/ 2965030 w 11269336"/>
              <a:gd name="connsiteY200" fmla="*/ 2100494 h 2323145"/>
              <a:gd name="connsiteX201" fmla="*/ 2926342 w 11269336"/>
              <a:gd name="connsiteY201" fmla="*/ 2104155 h 2323145"/>
              <a:gd name="connsiteX202" fmla="*/ 2918608 w 11269336"/>
              <a:gd name="connsiteY202" fmla="*/ 2104215 h 2323145"/>
              <a:gd name="connsiteX203" fmla="*/ 2918475 w 11269336"/>
              <a:gd name="connsiteY203" fmla="*/ 2103937 h 2323145"/>
              <a:gd name="connsiteX204" fmla="*/ 2910360 w 11269336"/>
              <a:gd name="connsiteY204" fmla="*/ 2103444 h 2323145"/>
              <a:gd name="connsiteX205" fmla="*/ 2904507 w 11269336"/>
              <a:gd name="connsiteY205" fmla="*/ 2104326 h 2323145"/>
              <a:gd name="connsiteX206" fmla="*/ 2889503 w 11269336"/>
              <a:gd name="connsiteY206" fmla="*/ 2104443 h 2323145"/>
              <a:gd name="connsiteX207" fmla="*/ 2884480 w 11269336"/>
              <a:gd name="connsiteY207" fmla="*/ 2102626 h 2323145"/>
              <a:gd name="connsiteX208" fmla="*/ 2882689 w 11269336"/>
              <a:gd name="connsiteY208" fmla="*/ 2099228 h 2323145"/>
              <a:gd name="connsiteX209" fmla="*/ 2881291 w 11269336"/>
              <a:gd name="connsiteY209" fmla="*/ 2099618 h 2323145"/>
              <a:gd name="connsiteX210" fmla="*/ 2853979 w 11269336"/>
              <a:gd name="connsiteY210" fmla="*/ 2090388 h 2323145"/>
              <a:gd name="connsiteX211" fmla="*/ 2791790 w 11269336"/>
              <a:gd name="connsiteY211" fmla="*/ 2080332 h 2323145"/>
              <a:gd name="connsiteX212" fmla="*/ 2755844 w 11269336"/>
              <a:gd name="connsiteY212" fmla="*/ 2078874 h 2323145"/>
              <a:gd name="connsiteX213" fmla="*/ 2657742 w 11269336"/>
              <a:gd name="connsiteY213" fmla="*/ 2070179 h 2323145"/>
              <a:gd name="connsiteX214" fmla="*/ 2559549 w 11269336"/>
              <a:gd name="connsiteY214" fmla="*/ 2057873 h 2323145"/>
              <a:gd name="connsiteX215" fmla="*/ 2512054 w 11269336"/>
              <a:gd name="connsiteY215" fmla="*/ 2031671 h 2323145"/>
              <a:gd name="connsiteX216" fmla="*/ 2506437 w 11269336"/>
              <a:gd name="connsiteY216" fmla="*/ 2030918 h 2323145"/>
              <a:gd name="connsiteX217" fmla="*/ 2491752 w 11269336"/>
              <a:gd name="connsiteY217" fmla="*/ 2033906 h 2323145"/>
              <a:gd name="connsiteX218" fmla="*/ 2486338 w 11269336"/>
              <a:gd name="connsiteY218" fmla="*/ 2035862 h 2323145"/>
              <a:gd name="connsiteX219" fmla="*/ 2478186 w 11269336"/>
              <a:gd name="connsiteY219" fmla="*/ 2036953 h 2323145"/>
              <a:gd name="connsiteX220" fmla="*/ 2477950 w 11269336"/>
              <a:gd name="connsiteY220" fmla="*/ 2036715 h 2323145"/>
              <a:gd name="connsiteX221" fmla="*/ 2470381 w 11269336"/>
              <a:gd name="connsiteY221" fmla="*/ 2038256 h 2323145"/>
              <a:gd name="connsiteX222" fmla="*/ 2433781 w 11269336"/>
              <a:gd name="connsiteY222" fmla="*/ 2049140 h 2323145"/>
              <a:gd name="connsiteX223" fmla="*/ 2381172 w 11269336"/>
              <a:gd name="connsiteY223" fmla="*/ 2030645 h 2323145"/>
              <a:gd name="connsiteX224" fmla="*/ 2360198 w 11269336"/>
              <a:gd name="connsiteY224" fmla="*/ 2029059 h 2323145"/>
              <a:gd name="connsiteX225" fmla="*/ 2348815 w 11269336"/>
              <a:gd name="connsiteY225" fmla="*/ 2026798 h 2323145"/>
              <a:gd name="connsiteX226" fmla="*/ 2347988 w 11269336"/>
              <a:gd name="connsiteY226" fmla="*/ 2025745 h 2323145"/>
              <a:gd name="connsiteX227" fmla="*/ 2312920 w 11269336"/>
              <a:gd name="connsiteY227" fmla="*/ 2036311 h 2323145"/>
              <a:gd name="connsiteX228" fmla="*/ 2307986 w 11269336"/>
              <a:gd name="connsiteY228" fmla="*/ 2035583 h 2323145"/>
              <a:gd name="connsiteX229" fmla="*/ 2285481 w 11269336"/>
              <a:gd name="connsiteY229" fmla="*/ 2045197 h 2323145"/>
              <a:gd name="connsiteX230" fmla="*/ 2273666 w 11269336"/>
              <a:gd name="connsiteY230" fmla="*/ 2048710 h 2323145"/>
              <a:gd name="connsiteX231" fmla="*/ 2270719 w 11269336"/>
              <a:gd name="connsiteY231" fmla="*/ 2052702 h 2323145"/>
              <a:gd name="connsiteX232" fmla="*/ 2253080 w 11269336"/>
              <a:gd name="connsiteY232" fmla="*/ 2056363 h 2323145"/>
              <a:gd name="connsiteX233" fmla="*/ 2250906 w 11269336"/>
              <a:gd name="connsiteY233" fmla="*/ 2055654 h 2323145"/>
              <a:gd name="connsiteX234" fmla="*/ 2236905 w 11269336"/>
              <a:gd name="connsiteY234" fmla="*/ 2062882 h 2323145"/>
              <a:gd name="connsiteX235" fmla="*/ 2225830 w 11269336"/>
              <a:gd name="connsiteY235" fmla="*/ 2074027 h 2323145"/>
              <a:gd name="connsiteX236" fmla="*/ 2073776 w 11269336"/>
              <a:gd name="connsiteY236" fmla="*/ 2089244 h 2323145"/>
              <a:gd name="connsiteX237" fmla="*/ 1948256 w 11269336"/>
              <a:gd name="connsiteY237" fmla="*/ 2146616 h 2323145"/>
              <a:gd name="connsiteX238" fmla="*/ 1865582 w 11269336"/>
              <a:gd name="connsiteY238" fmla="*/ 2153738 h 2323145"/>
              <a:gd name="connsiteX239" fmla="*/ 1835210 w 11269336"/>
              <a:gd name="connsiteY239" fmla="*/ 2134244 h 2323145"/>
              <a:gd name="connsiteX240" fmla="*/ 1632661 w 11269336"/>
              <a:gd name="connsiteY240" fmla="*/ 2173882 h 2323145"/>
              <a:gd name="connsiteX241" fmla="*/ 1579590 w 11269336"/>
              <a:gd name="connsiteY241" fmla="*/ 2173680 h 2323145"/>
              <a:gd name="connsiteX242" fmla="*/ 1535601 w 11269336"/>
              <a:gd name="connsiteY242" fmla="*/ 2194590 h 2323145"/>
              <a:gd name="connsiteX243" fmla="*/ 1515594 w 11269336"/>
              <a:gd name="connsiteY243" fmla="*/ 2189622 h 2323145"/>
              <a:gd name="connsiteX244" fmla="*/ 1512113 w 11269336"/>
              <a:gd name="connsiteY244" fmla="*/ 2188534 h 2323145"/>
              <a:gd name="connsiteX245" fmla="*/ 1498838 w 11269336"/>
              <a:gd name="connsiteY245" fmla="*/ 2189213 h 2323145"/>
              <a:gd name="connsiteX246" fmla="*/ 1494279 w 11269336"/>
              <a:gd name="connsiteY246" fmla="*/ 2183112 h 2323145"/>
              <a:gd name="connsiteX247" fmla="*/ 1473714 w 11269336"/>
              <a:gd name="connsiteY247" fmla="*/ 2179625 h 2323145"/>
              <a:gd name="connsiteX248" fmla="*/ 1449503 w 11269336"/>
              <a:gd name="connsiteY248" fmla="*/ 2182633 h 2323145"/>
              <a:gd name="connsiteX249" fmla="*/ 1335495 w 11269336"/>
              <a:gd name="connsiteY249" fmla="*/ 2203940 h 2323145"/>
              <a:gd name="connsiteX250" fmla="*/ 1266687 w 11269336"/>
              <a:gd name="connsiteY250" fmla="*/ 2212688 h 2323145"/>
              <a:gd name="connsiteX251" fmla="*/ 1239614 w 11269336"/>
              <a:gd name="connsiteY251" fmla="*/ 2209727 h 2323145"/>
              <a:gd name="connsiteX252" fmla="*/ 1202436 w 11269336"/>
              <a:gd name="connsiteY252" fmla="*/ 2209817 h 2323145"/>
              <a:gd name="connsiteX253" fmla="*/ 1136097 w 11269336"/>
              <a:gd name="connsiteY253" fmla="*/ 2205112 h 2323145"/>
              <a:gd name="connsiteX254" fmla="*/ 1048229 w 11269336"/>
              <a:gd name="connsiteY254" fmla="*/ 2207249 h 2323145"/>
              <a:gd name="connsiteX255" fmla="*/ 988232 w 11269336"/>
              <a:gd name="connsiteY255" fmla="*/ 2235635 h 2323145"/>
              <a:gd name="connsiteX256" fmla="*/ 981959 w 11269336"/>
              <a:gd name="connsiteY256" fmla="*/ 2231607 h 2323145"/>
              <a:gd name="connsiteX257" fmla="*/ 938600 w 11269336"/>
              <a:gd name="connsiteY257" fmla="*/ 2238113 h 2323145"/>
              <a:gd name="connsiteX258" fmla="*/ 791788 w 11269336"/>
              <a:gd name="connsiteY258" fmla="*/ 2293224 h 2323145"/>
              <a:gd name="connsiteX259" fmla="*/ 706914 w 11269336"/>
              <a:gd name="connsiteY259" fmla="*/ 2305046 h 2323145"/>
              <a:gd name="connsiteX260" fmla="*/ 675971 w 11269336"/>
              <a:gd name="connsiteY260" fmla="*/ 2304030 h 2323145"/>
              <a:gd name="connsiteX261" fmla="*/ 624180 w 11269336"/>
              <a:gd name="connsiteY261" fmla="*/ 2302650 h 2323145"/>
              <a:gd name="connsiteX262" fmla="*/ 583453 w 11269336"/>
              <a:gd name="connsiteY262" fmla="*/ 2288788 h 2323145"/>
              <a:gd name="connsiteX263" fmla="*/ 540946 w 11269336"/>
              <a:gd name="connsiteY263" fmla="*/ 2292721 h 2323145"/>
              <a:gd name="connsiteX264" fmla="*/ 533680 w 11269336"/>
              <a:gd name="connsiteY264" fmla="*/ 2310233 h 2323145"/>
              <a:gd name="connsiteX265" fmla="*/ 487366 w 11269336"/>
              <a:gd name="connsiteY265" fmla="*/ 2309053 h 2323145"/>
              <a:gd name="connsiteX266" fmla="*/ 416820 w 11269336"/>
              <a:gd name="connsiteY266" fmla="*/ 2305443 h 2323145"/>
              <a:gd name="connsiteX267" fmla="*/ 376805 w 11269336"/>
              <a:gd name="connsiteY267" fmla="*/ 2307647 h 2323145"/>
              <a:gd name="connsiteX268" fmla="*/ 266777 w 11269336"/>
              <a:gd name="connsiteY268" fmla="*/ 2309012 h 2323145"/>
              <a:gd name="connsiteX269" fmla="*/ 156013 w 11269336"/>
              <a:gd name="connsiteY269" fmla="*/ 2306832 h 2323145"/>
              <a:gd name="connsiteX270" fmla="*/ 87258 w 11269336"/>
              <a:gd name="connsiteY270" fmla="*/ 2285511 h 2323145"/>
              <a:gd name="connsiteX271" fmla="*/ 23798 w 11269336"/>
              <a:gd name="connsiteY271" fmla="*/ 2281822 h 2323145"/>
              <a:gd name="connsiteX272" fmla="*/ 0 w 11269336"/>
              <a:gd name="connsiteY272" fmla="*/ 2285369 h 2323145"/>
              <a:gd name="connsiteX273" fmla="*/ 0 w 11269336"/>
              <a:gd name="connsiteY273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742561 w 11269336"/>
              <a:gd name="connsiteY18" fmla="*/ 500437 h 2323145"/>
              <a:gd name="connsiteX19" fmla="*/ 9561831 w 11269336"/>
              <a:gd name="connsiteY19" fmla="*/ 547649 h 2323145"/>
              <a:gd name="connsiteX20" fmla="*/ 9380600 w 11269336"/>
              <a:gd name="connsiteY20" fmla="*/ 549821 h 2323145"/>
              <a:gd name="connsiteX21" fmla="*/ 9139429 w 11269336"/>
              <a:gd name="connsiteY21" fmla="*/ 696446 h 2323145"/>
              <a:gd name="connsiteX22" fmla="*/ 9114263 w 11269336"/>
              <a:gd name="connsiteY22" fmla="*/ 709213 h 2323145"/>
              <a:gd name="connsiteX23" fmla="*/ 9028928 w 11269336"/>
              <a:gd name="connsiteY23" fmla="*/ 745350 h 2323145"/>
              <a:gd name="connsiteX24" fmla="*/ 8977138 w 11269336"/>
              <a:gd name="connsiteY24" fmla="*/ 774970 h 2323145"/>
              <a:gd name="connsiteX25" fmla="*/ 8947030 w 11269336"/>
              <a:gd name="connsiteY25" fmla="*/ 814934 h 2323145"/>
              <a:gd name="connsiteX26" fmla="*/ 8914746 w 11269336"/>
              <a:gd name="connsiteY26" fmla="*/ 826428 h 2323145"/>
              <a:gd name="connsiteX27" fmla="*/ 8917778 w 11269336"/>
              <a:gd name="connsiteY27" fmla="*/ 835198 h 2323145"/>
              <a:gd name="connsiteX28" fmla="*/ 8905560 w 11269336"/>
              <a:gd name="connsiteY28" fmla="*/ 838358 h 2323145"/>
              <a:gd name="connsiteX29" fmla="*/ 8897564 w 11269336"/>
              <a:gd name="connsiteY29" fmla="*/ 834287 h 2323145"/>
              <a:gd name="connsiteX30" fmla="*/ 8878040 w 11269336"/>
              <a:gd name="connsiteY30" fmla="*/ 844150 h 2323145"/>
              <a:gd name="connsiteX31" fmla="*/ 8882654 w 11269336"/>
              <a:gd name="connsiteY31" fmla="*/ 892768 h 2323145"/>
              <a:gd name="connsiteX32" fmla="*/ 8837498 w 11269336"/>
              <a:gd name="connsiteY32" fmla="*/ 885664 h 2323145"/>
              <a:gd name="connsiteX33" fmla="*/ 8795998 w 11269336"/>
              <a:gd name="connsiteY33" fmla="*/ 863337 h 2323145"/>
              <a:gd name="connsiteX34" fmla="*/ 8776970 w 11269336"/>
              <a:gd name="connsiteY34" fmla="*/ 885177 h 2323145"/>
              <a:gd name="connsiteX35" fmla="*/ 8755719 w 11269336"/>
              <a:gd name="connsiteY35" fmla="*/ 889754 h 2323145"/>
              <a:gd name="connsiteX36" fmla="*/ 8743257 w 11269336"/>
              <a:gd name="connsiteY36" fmla="*/ 904723 h 2323145"/>
              <a:gd name="connsiteX37" fmla="*/ 8721366 w 11269336"/>
              <a:gd name="connsiteY37" fmla="*/ 904711 h 2323145"/>
              <a:gd name="connsiteX38" fmla="*/ 8678353 w 11269336"/>
              <a:gd name="connsiteY38" fmla="*/ 926318 h 2323145"/>
              <a:gd name="connsiteX39" fmla="*/ 8636849 w 11269336"/>
              <a:gd name="connsiteY39" fmla="*/ 937900 h 2323145"/>
              <a:gd name="connsiteX40" fmla="*/ 8620213 w 11269336"/>
              <a:gd name="connsiteY40" fmla="*/ 943068 h 2323145"/>
              <a:gd name="connsiteX41" fmla="*/ 8612581 w 11269336"/>
              <a:gd name="connsiteY41" fmla="*/ 952695 h 2323145"/>
              <a:gd name="connsiteX42" fmla="*/ 8589038 w 11269336"/>
              <a:gd name="connsiteY42" fmla="*/ 963892 h 2323145"/>
              <a:gd name="connsiteX43" fmla="*/ 8579950 w 11269336"/>
              <a:gd name="connsiteY43" fmla="*/ 960899 h 2323145"/>
              <a:gd name="connsiteX44" fmla="*/ 8579319 w 11269336"/>
              <a:gd name="connsiteY44" fmla="*/ 965630 h 2323145"/>
              <a:gd name="connsiteX45" fmla="*/ 8547429 w 11269336"/>
              <a:gd name="connsiteY45" fmla="*/ 984506 h 2323145"/>
              <a:gd name="connsiteX46" fmla="*/ 8478704 w 11269336"/>
              <a:gd name="connsiteY46" fmla="*/ 1025490 h 2323145"/>
              <a:gd name="connsiteX47" fmla="*/ 8461421 w 11269336"/>
              <a:gd name="connsiteY47" fmla="*/ 1035512 h 2323145"/>
              <a:gd name="connsiteX48" fmla="*/ 8445003 w 11269336"/>
              <a:gd name="connsiteY48" fmla="*/ 1036851 h 2323145"/>
              <a:gd name="connsiteX49" fmla="*/ 8357350 w 11269336"/>
              <a:gd name="connsiteY49" fmla="*/ 1060213 h 2323145"/>
              <a:gd name="connsiteX50" fmla="*/ 8335565 w 11269336"/>
              <a:gd name="connsiteY50" fmla="*/ 1061151 h 2323145"/>
              <a:gd name="connsiteX51" fmla="*/ 8325267 w 11269336"/>
              <a:gd name="connsiteY51" fmla="*/ 1055919 h 2323145"/>
              <a:gd name="connsiteX52" fmla="*/ 8293586 w 11269336"/>
              <a:gd name="connsiteY52" fmla="*/ 1076144 h 2323145"/>
              <a:gd name="connsiteX53" fmla="*/ 8242405 w 11269336"/>
              <a:gd name="connsiteY53" fmla="*/ 1095960 h 2323145"/>
              <a:gd name="connsiteX54" fmla="*/ 8218531 w 11269336"/>
              <a:gd name="connsiteY54" fmla="*/ 1107622 h 2323145"/>
              <a:gd name="connsiteX55" fmla="*/ 8197391 w 11269336"/>
              <a:gd name="connsiteY55" fmla="*/ 1107746 h 2323145"/>
              <a:gd name="connsiteX56" fmla="*/ 8081474 w 11269336"/>
              <a:gd name="connsiteY56" fmla="*/ 1130125 h 2323145"/>
              <a:gd name="connsiteX57" fmla="*/ 8053585 w 11269336"/>
              <a:gd name="connsiteY57" fmla="*/ 1129169 h 2323145"/>
              <a:gd name="connsiteX58" fmla="*/ 8038422 w 11269336"/>
              <a:gd name="connsiteY58" fmla="*/ 1119092 h 2323145"/>
              <a:gd name="connsiteX59" fmla="*/ 8029450 w 11269336"/>
              <a:gd name="connsiteY59" fmla="*/ 1125592 h 2323145"/>
              <a:gd name="connsiteX60" fmla="*/ 7959552 w 11269336"/>
              <a:gd name="connsiteY60" fmla="*/ 1140188 h 2323145"/>
              <a:gd name="connsiteX61" fmla="*/ 7914188 w 11269336"/>
              <a:gd name="connsiteY61" fmla="*/ 1150862 h 2323145"/>
              <a:gd name="connsiteX62" fmla="*/ 7914918 w 11269336"/>
              <a:gd name="connsiteY62" fmla="*/ 1168758 h 2323145"/>
              <a:gd name="connsiteX63" fmla="*/ 7875510 w 11269336"/>
              <a:gd name="connsiteY63" fmla="*/ 1183153 h 2323145"/>
              <a:gd name="connsiteX64" fmla="*/ 7829932 w 11269336"/>
              <a:gd name="connsiteY64" fmla="*/ 1180782 h 2323145"/>
              <a:gd name="connsiteX65" fmla="*/ 7779182 w 11269336"/>
              <a:gd name="connsiteY65" fmla="*/ 1192665 h 2323145"/>
              <a:gd name="connsiteX66" fmla="*/ 7748774 w 11269336"/>
              <a:gd name="connsiteY66" fmla="*/ 1199586 h 2323145"/>
              <a:gd name="connsiteX67" fmla="*/ 7671846 w 11269336"/>
              <a:gd name="connsiteY67" fmla="*/ 1231966 h 2323145"/>
              <a:gd name="connsiteX68" fmla="*/ 7554146 w 11269336"/>
              <a:gd name="connsiteY68" fmla="*/ 1319748 h 2323145"/>
              <a:gd name="connsiteX69" fmla="*/ 7515052 w 11269336"/>
              <a:gd name="connsiteY69" fmla="*/ 1336718 h 2323145"/>
              <a:gd name="connsiteX70" fmla="*/ 7507193 w 11269336"/>
              <a:gd name="connsiteY70" fmla="*/ 1334617 h 2323145"/>
              <a:gd name="connsiteX71" fmla="*/ 7461694 w 11269336"/>
              <a:gd name="connsiteY71" fmla="*/ 1375866 h 2323145"/>
              <a:gd name="connsiteX72" fmla="*/ 7377571 w 11269336"/>
              <a:gd name="connsiteY72" fmla="*/ 1400128 h 2323145"/>
              <a:gd name="connsiteX73" fmla="*/ 7311261 w 11269336"/>
              <a:gd name="connsiteY73" fmla="*/ 1412652 h 2323145"/>
              <a:gd name="connsiteX74" fmla="*/ 7275307 w 11269336"/>
              <a:gd name="connsiteY74" fmla="*/ 1422171 h 2323145"/>
              <a:gd name="connsiteX75" fmla="*/ 7247783 w 11269336"/>
              <a:gd name="connsiteY75" fmla="*/ 1426330 h 2323145"/>
              <a:gd name="connsiteX76" fmla="*/ 7185047 w 11269336"/>
              <a:gd name="connsiteY76" fmla="*/ 1451812 h 2323145"/>
              <a:gd name="connsiteX77" fmla="*/ 7084117 w 11269336"/>
              <a:gd name="connsiteY77" fmla="*/ 1500281 h 2323145"/>
              <a:gd name="connsiteX78" fmla="*/ 7062011 w 11269336"/>
              <a:gd name="connsiteY78" fmla="*/ 1509183 h 2323145"/>
              <a:gd name="connsiteX79" fmla="*/ 7040555 w 11269336"/>
              <a:gd name="connsiteY79" fmla="*/ 1511207 h 2323145"/>
              <a:gd name="connsiteX80" fmla="*/ 7033438 w 11269336"/>
              <a:gd name="connsiteY80" fmla="*/ 1506772 h 2323145"/>
              <a:gd name="connsiteX81" fmla="*/ 7020886 w 11269336"/>
              <a:gd name="connsiteY81" fmla="*/ 1510764 h 2323145"/>
              <a:gd name="connsiteX82" fmla="*/ 7017033 w 11269336"/>
              <a:gd name="connsiteY82" fmla="*/ 1510650 h 2323145"/>
              <a:gd name="connsiteX83" fmla="*/ 6995460 w 11269336"/>
              <a:gd name="connsiteY83" fmla="*/ 1511173 h 2323145"/>
              <a:gd name="connsiteX84" fmla="*/ 6962144 w 11269336"/>
              <a:gd name="connsiteY84" fmla="*/ 1541508 h 2323145"/>
              <a:gd name="connsiteX85" fmla="*/ 6910674 w 11269336"/>
              <a:gd name="connsiteY85" fmla="*/ 1554793 h 2323145"/>
              <a:gd name="connsiteX86" fmla="*/ 6732152 w 11269336"/>
              <a:gd name="connsiteY86" fmla="*/ 1642538 h 2323145"/>
              <a:gd name="connsiteX87" fmla="*/ 6694106 w 11269336"/>
              <a:gd name="connsiteY87" fmla="*/ 1632377 h 2323145"/>
              <a:gd name="connsiteX88" fmla="*/ 6617223 w 11269336"/>
              <a:gd name="connsiteY88" fmla="*/ 1659889 h 2323145"/>
              <a:gd name="connsiteX89" fmla="*/ 6521138 w 11269336"/>
              <a:gd name="connsiteY89" fmla="*/ 1744340 h 2323145"/>
              <a:gd name="connsiteX90" fmla="*/ 6380677 w 11269336"/>
              <a:gd name="connsiteY90" fmla="*/ 1796883 h 2323145"/>
              <a:gd name="connsiteX91" fmla="*/ 6374897 w 11269336"/>
              <a:gd name="connsiteY91" fmla="*/ 1809910 h 2323145"/>
              <a:gd name="connsiteX92" fmla="*/ 6364545 w 11269336"/>
              <a:gd name="connsiteY92" fmla="*/ 1820090 h 2323145"/>
              <a:gd name="connsiteX93" fmla="*/ 6362126 w 11269336"/>
              <a:gd name="connsiteY93" fmla="*/ 1819991 h 2323145"/>
              <a:gd name="connsiteX94" fmla="*/ 6346673 w 11269336"/>
              <a:gd name="connsiteY94" fmla="*/ 1827824 h 2323145"/>
              <a:gd name="connsiteX95" fmla="*/ 6345588 w 11269336"/>
              <a:gd name="connsiteY95" fmla="*/ 1832232 h 2323145"/>
              <a:gd name="connsiteX96" fmla="*/ 6335708 w 11269336"/>
              <a:gd name="connsiteY96" fmla="*/ 1838451 h 2323145"/>
              <a:gd name="connsiteX97" fmla="*/ 6318182 w 11269336"/>
              <a:gd name="connsiteY97" fmla="*/ 1852975 h 2323145"/>
              <a:gd name="connsiteX98" fmla="*/ 6313084 w 11269336"/>
              <a:gd name="connsiteY98" fmla="*/ 1853561 h 2323145"/>
              <a:gd name="connsiteX99" fmla="*/ 6283816 w 11269336"/>
              <a:gd name="connsiteY99" fmla="*/ 1872148 h 2323145"/>
              <a:gd name="connsiteX100" fmla="*/ 6282550 w 11269336"/>
              <a:gd name="connsiteY100" fmla="*/ 1871392 h 2323145"/>
              <a:gd name="connsiteX101" fmla="*/ 6270527 w 11269336"/>
              <a:gd name="connsiteY101" fmla="*/ 1872208 h 2323145"/>
              <a:gd name="connsiteX102" fmla="*/ 6249518 w 11269336"/>
              <a:gd name="connsiteY102" fmla="*/ 1876079 h 2323145"/>
              <a:gd name="connsiteX103" fmla="*/ 6190386 w 11269336"/>
              <a:gd name="connsiteY103" fmla="*/ 1872478 h 2323145"/>
              <a:gd name="connsiteX104" fmla="*/ 6159777 w 11269336"/>
              <a:gd name="connsiteY104" fmla="*/ 1891745 h 2323145"/>
              <a:gd name="connsiteX105" fmla="*/ 6153131 w 11269336"/>
              <a:gd name="connsiteY105" fmla="*/ 1895079 h 2323145"/>
              <a:gd name="connsiteX106" fmla="*/ 6152798 w 11269336"/>
              <a:gd name="connsiteY106" fmla="*/ 1894920 h 2323145"/>
              <a:gd name="connsiteX107" fmla="*/ 6145388 w 11269336"/>
              <a:gd name="connsiteY107" fmla="*/ 1897990 h 2323145"/>
              <a:gd name="connsiteX108" fmla="*/ 6141014 w 11269336"/>
              <a:gd name="connsiteY108" fmla="*/ 1901155 h 2323145"/>
              <a:gd name="connsiteX109" fmla="*/ 6128122 w 11269336"/>
              <a:gd name="connsiteY109" fmla="*/ 1907623 h 2323145"/>
              <a:gd name="connsiteX110" fmla="*/ 6122351 w 11269336"/>
              <a:gd name="connsiteY110" fmla="*/ 1908359 h 2323145"/>
              <a:gd name="connsiteX111" fmla="*/ 6064750 w 11269336"/>
              <a:gd name="connsiteY111" fmla="*/ 1896394 h 2323145"/>
              <a:gd name="connsiteX112" fmla="*/ 5964230 w 11269336"/>
              <a:gd name="connsiteY112" fmla="*/ 1910038 h 2323145"/>
              <a:gd name="connsiteX113" fmla="*/ 5865399 w 11269336"/>
              <a:gd name="connsiteY113" fmla="*/ 1926966 h 2323145"/>
              <a:gd name="connsiteX114" fmla="*/ 5829951 w 11269336"/>
              <a:gd name="connsiteY114" fmla="*/ 1934755 h 2323145"/>
              <a:gd name="connsiteX115" fmla="*/ 5765285 w 11269336"/>
              <a:gd name="connsiteY115" fmla="*/ 1941322 h 2323145"/>
              <a:gd name="connsiteX116" fmla="*/ 5734750 w 11269336"/>
              <a:gd name="connsiteY116" fmla="*/ 1939793 h 2323145"/>
              <a:gd name="connsiteX117" fmla="*/ 5733569 w 11269336"/>
              <a:gd name="connsiteY117" fmla="*/ 1940505 h 2323145"/>
              <a:gd name="connsiteX118" fmla="*/ 5730329 w 11269336"/>
              <a:gd name="connsiteY118" fmla="*/ 1937845 h 2323145"/>
              <a:gd name="connsiteX119" fmla="*/ 5724661 w 11269336"/>
              <a:gd name="connsiteY119" fmla="*/ 1937455 h 2323145"/>
              <a:gd name="connsiteX120" fmla="*/ 5710186 w 11269336"/>
              <a:gd name="connsiteY120" fmla="*/ 1941370 h 2323145"/>
              <a:gd name="connsiteX121" fmla="*/ 5704910 w 11269336"/>
              <a:gd name="connsiteY121" fmla="*/ 1943663 h 2323145"/>
              <a:gd name="connsiteX122" fmla="*/ 5696836 w 11269336"/>
              <a:gd name="connsiteY122" fmla="*/ 1945271 h 2323145"/>
              <a:gd name="connsiteX123" fmla="*/ 5696583 w 11269336"/>
              <a:gd name="connsiteY123" fmla="*/ 1945050 h 2323145"/>
              <a:gd name="connsiteX124" fmla="*/ 5689123 w 11269336"/>
              <a:gd name="connsiteY124" fmla="*/ 1947067 h 2323145"/>
              <a:gd name="connsiteX125" fmla="*/ 5653291 w 11269336"/>
              <a:gd name="connsiteY125" fmla="*/ 1960245 h 2323145"/>
              <a:gd name="connsiteX126" fmla="*/ 5599385 w 11269336"/>
              <a:gd name="connsiteY126" fmla="*/ 1945198 h 2323145"/>
              <a:gd name="connsiteX127" fmla="*/ 5578300 w 11269336"/>
              <a:gd name="connsiteY127" fmla="*/ 1944963 h 2323145"/>
              <a:gd name="connsiteX128" fmla="*/ 5566758 w 11269336"/>
              <a:gd name="connsiteY128" fmla="*/ 1943441 h 2323145"/>
              <a:gd name="connsiteX129" fmla="*/ 5565857 w 11269336"/>
              <a:gd name="connsiteY129" fmla="*/ 1942445 h 2323145"/>
              <a:gd name="connsiteX130" fmla="*/ 5531534 w 11269336"/>
              <a:gd name="connsiteY130" fmla="*/ 1955208 h 2323145"/>
              <a:gd name="connsiteX131" fmla="*/ 5526552 w 11269336"/>
              <a:gd name="connsiteY131" fmla="*/ 1954799 h 2323145"/>
              <a:gd name="connsiteX132" fmla="*/ 5504723 w 11269336"/>
              <a:gd name="connsiteY132" fmla="*/ 1965811 h 2323145"/>
              <a:gd name="connsiteX133" fmla="*/ 5493156 w 11269336"/>
              <a:gd name="connsiteY133" fmla="*/ 1970063 h 2323145"/>
              <a:gd name="connsiteX134" fmla="*/ 5490486 w 11269336"/>
              <a:gd name="connsiteY134" fmla="*/ 1974227 h 2323145"/>
              <a:gd name="connsiteX135" fmla="*/ 5473107 w 11269336"/>
              <a:gd name="connsiteY135" fmla="*/ 1979001 h 2323145"/>
              <a:gd name="connsiteX136" fmla="*/ 5470885 w 11269336"/>
              <a:gd name="connsiteY136" fmla="*/ 1978432 h 2323145"/>
              <a:gd name="connsiteX137" fmla="*/ 5457393 w 11269336"/>
              <a:gd name="connsiteY137" fmla="*/ 1986525 h 2323145"/>
              <a:gd name="connsiteX138" fmla="*/ 5447102 w 11269336"/>
              <a:gd name="connsiteY138" fmla="*/ 1998329 h 2323145"/>
              <a:gd name="connsiteX139" fmla="*/ 5092476 w 11269336"/>
              <a:gd name="connsiteY139" fmla="*/ 2100737 h 2323145"/>
              <a:gd name="connsiteX140" fmla="*/ 5060738 w 11269336"/>
              <a:gd name="connsiteY140" fmla="*/ 2083274 h 2323145"/>
              <a:gd name="connsiteX141" fmla="*/ 4860988 w 11269336"/>
              <a:gd name="connsiteY141" fmla="*/ 2135698 h 2323145"/>
              <a:gd name="connsiteX142" fmla="*/ 4807902 w 11269336"/>
              <a:gd name="connsiteY142" fmla="*/ 2138894 h 2323145"/>
              <a:gd name="connsiteX143" fmla="*/ 4765388 w 11269336"/>
              <a:gd name="connsiteY143" fmla="*/ 2162525 h 2323145"/>
              <a:gd name="connsiteX144" fmla="*/ 4745033 w 11269336"/>
              <a:gd name="connsiteY144" fmla="*/ 2158859 h 2323145"/>
              <a:gd name="connsiteX145" fmla="*/ 4741475 w 11269336"/>
              <a:gd name="connsiteY145" fmla="*/ 2157998 h 2323145"/>
              <a:gd name="connsiteX146" fmla="*/ 4728247 w 11269336"/>
              <a:gd name="connsiteY146" fmla="*/ 2159526 h 2323145"/>
              <a:gd name="connsiteX147" fmla="*/ 4723263 w 11269336"/>
              <a:gd name="connsiteY147" fmla="*/ 2153742 h 2323145"/>
              <a:gd name="connsiteX148" fmla="*/ 4702453 w 11269336"/>
              <a:gd name="connsiteY148" fmla="*/ 2151586 h 2323145"/>
              <a:gd name="connsiteX149" fmla="*/ 4678455 w 11269336"/>
              <a:gd name="connsiteY149" fmla="*/ 2156131 h 2323145"/>
              <a:gd name="connsiteX150" fmla="*/ 4593061 w 11269336"/>
              <a:gd name="connsiteY150" fmla="*/ 2171597 h 2323145"/>
              <a:gd name="connsiteX151" fmla="*/ 4579902 w 11269336"/>
              <a:gd name="connsiteY151" fmla="*/ 2177927 h 2323145"/>
              <a:gd name="connsiteX152" fmla="*/ 4533444 w 11269336"/>
              <a:gd name="connsiteY152" fmla="*/ 2181200 h 2323145"/>
              <a:gd name="connsiteX153" fmla="*/ 4492832 w 11269336"/>
              <a:gd name="connsiteY153" fmla="*/ 2188033 h 2323145"/>
              <a:gd name="connsiteX154" fmla="*/ 4467257 w 11269336"/>
              <a:gd name="connsiteY154" fmla="*/ 2196121 h 2323145"/>
              <a:gd name="connsiteX155" fmla="*/ 4459937 w 11269336"/>
              <a:gd name="connsiteY155" fmla="*/ 2195182 h 2323145"/>
              <a:gd name="connsiteX156" fmla="*/ 4433312 w 11269336"/>
              <a:gd name="connsiteY156" fmla="*/ 2199004 h 2323145"/>
              <a:gd name="connsiteX157" fmla="*/ 4420601 w 11269336"/>
              <a:gd name="connsiteY157" fmla="*/ 2205158 h 2323145"/>
              <a:gd name="connsiteX158" fmla="*/ 4405765 w 11269336"/>
              <a:gd name="connsiteY158" fmla="*/ 2199902 h 2323145"/>
              <a:gd name="connsiteX159" fmla="*/ 4401354 w 11269336"/>
              <a:gd name="connsiteY159" fmla="*/ 2194745 h 2323145"/>
              <a:gd name="connsiteX160" fmla="*/ 4383151 w 11269336"/>
              <a:gd name="connsiteY160" fmla="*/ 2201140 h 2323145"/>
              <a:gd name="connsiteX161" fmla="*/ 4366646 w 11269336"/>
              <a:gd name="connsiteY161" fmla="*/ 2198564 h 2323145"/>
              <a:gd name="connsiteX162" fmla="*/ 4354009 w 11269336"/>
              <a:gd name="connsiteY162" fmla="*/ 2204984 h 2323145"/>
              <a:gd name="connsiteX163" fmla="*/ 4348284 w 11269336"/>
              <a:gd name="connsiteY163" fmla="*/ 2205270 h 2323145"/>
              <a:gd name="connsiteX164" fmla="*/ 4333906 w 11269336"/>
              <a:gd name="connsiteY164" fmla="*/ 2205251 h 2323145"/>
              <a:gd name="connsiteX165" fmla="*/ 4308819 w 11269336"/>
              <a:gd name="connsiteY165" fmla="*/ 2203822 h 2323145"/>
              <a:gd name="connsiteX166" fmla="*/ 4301210 w 11269336"/>
              <a:gd name="connsiteY166" fmla="*/ 2204456 h 2323145"/>
              <a:gd name="connsiteX167" fmla="*/ 4283095 w 11269336"/>
              <a:gd name="connsiteY167" fmla="*/ 2198177 h 2323145"/>
              <a:gd name="connsiteX168" fmla="*/ 4250119 w 11269336"/>
              <a:gd name="connsiteY168" fmla="*/ 2196342 h 2323145"/>
              <a:gd name="connsiteX169" fmla="*/ 4189203 w 11269336"/>
              <a:gd name="connsiteY169" fmla="*/ 2178994 h 2323145"/>
              <a:gd name="connsiteX170" fmla="*/ 4154035 w 11269336"/>
              <a:gd name="connsiteY170" fmla="*/ 2171950 h 2323145"/>
              <a:gd name="connsiteX171" fmla="*/ 4129569 w 11269336"/>
              <a:gd name="connsiteY171" fmla="*/ 2163850 h 2323145"/>
              <a:gd name="connsiteX172" fmla="*/ 4061250 w 11269336"/>
              <a:gd name="connsiteY172" fmla="*/ 2159236 h 2323145"/>
              <a:gd name="connsiteX173" fmla="*/ 3945480 w 11269336"/>
              <a:gd name="connsiteY173" fmla="*/ 2158279 h 2323145"/>
              <a:gd name="connsiteX174" fmla="*/ 3921468 w 11269336"/>
              <a:gd name="connsiteY174" fmla="*/ 2156588 h 2323145"/>
              <a:gd name="connsiteX175" fmla="*/ 3903348 w 11269336"/>
              <a:gd name="connsiteY175" fmla="*/ 2149220 h 2323145"/>
              <a:gd name="connsiteX176" fmla="*/ 3901342 w 11269336"/>
              <a:gd name="connsiteY176" fmla="*/ 2142355 h 2323145"/>
              <a:gd name="connsiteX177" fmla="*/ 3888539 w 11269336"/>
              <a:gd name="connsiteY177" fmla="*/ 2140476 h 2323145"/>
              <a:gd name="connsiteX178" fmla="*/ 3885662 w 11269336"/>
              <a:gd name="connsiteY178" fmla="*/ 2138740 h 2323145"/>
              <a:gd name="connsiteX179" fmla="*/ 3868627 w 11269336"/>
              <a:gd name="connsiteY179" fmla="*/ 2130023 h 2323145"/>
              <a:gd name="connsiteX180" fmla="*/ 3819177 w 11269336"/>
              <a:gd name="connsiteY180" fmla="*/ 2142111 h 2323145"/>
              <a:gd name="connsiteX181" fmla="*/ 3769100 w 11269336"/>
              <a:gd name="connsiteY181" fmla="*/ 2131731 h 2323145"/>
              <a:gd name="connsiteX182" fmla="*/ 3562752 w 11269336"/>
              <a:gd name="connsiteY182" fmla="*/ 2131785 h 2323145"/>
              <a:gd name="connsiteX183" fmla="*/ 3541402 w 11269336"/>
              <a:gd name="connsiteY183" fmla="*/ 2106821 h 2323145"/>
              <a:gd name="connsiteX184" fmla="*/ 3460591 w 11269336"/>
              <a:gd name="connsiteY184" fmla="*/ 2097951 h 2323145"/>
              <a:gd name="connsiteX185" fmla="*/ 3320348 w 11269336"/>
              <a:gd name="connsiteY185" fmla="*/ 2130191 h 2323145"/>
              <a:gd name="connsiteX186" fmla="*/ 3170922 w 11269336"/>
              <a:gd name="connsiteY186" fmla="*/ 2115957 h 2323145"/>
              <a:gd name="connsiteX187" fmla="*/ 3156256 w 11269336"/>
              <a:gd name="connsiteY187" fmla="*/ 2124773 h 2323145"/>
              <a:gd name="connsiteX188" fmla="*/ 3140298 w 11269336"/>
              <a:gd name="connsiteY188" fmla="*/ 2129182 h 2323145"/>
              <a:gd name="connsiteX189" fmla="*/ 3138514 w 11269336"/>
              <a:gd name="connsiteY189" fmla="*/ 2128069 h 2323145"/>
              <a:gd name="connsiteX190" fmla="*/ 3120467 w 11269336"/>
              <a:gd name="connsiteY190" fmla="*/ 2128281 h 2323145"/>
              <a:gd name="connsiteX191" fmla="*/ 3116175 w 11269336"/>
              <a:gd name="connsiteY191" fmla="*/ 2131633 h 2323145"/>
              <a:gd name="connsiteX192" fmla="*/ 3103685 w 11269336"/>
              <a:gd name="connsiteY192" fmla="*/ 2132814 h 2323145"/>
              <a:gd name="connsiteX193" fmla="*/ 3078794 w 11269336"/>
              <a:gd name="connsiteY193" fmla="*/ 2137935 h 2323145"/>
              <a:gd name="connsiteX194" fmla="*/ 3074407 w 11269336"/>
              <a:gd name="connsiteY194" fmla="*/ 2136274 h 2323145"/>
              <a:gd name="connsiteX195" fmla="*/ 3037285 w 11269336"/>
              <a:gd name="connsiteY195" fmla="*/ 2139919 h 2323145"/>
              <a:gd name="connsiteX196" fmla="*/ 3036901 w 11269336"/>
              <a:gd name="connsiteY196" fmla="*/ 2138726 h 2323145"/>
              <a:gd name="connsiteX197" fmla="*/ 3026996 w 11269336"/>
              <a:gd name="connsiteY197" fmla="*/ 2134322 h 2323145"/>
              <a:gd name="connsiteX198" fmla="*/ 3007772 w 11269336"/>
              <a:gd name="connsiteY198" fmla="*/ 2128742 h 2323145"/>
              <a:gd name="connsiteX199" fmla="*/ 2965030 w 11269336"/>
              <a:gd name="connsiteY199" fmla="*/ 2100494 h 2323145"/>
              <a:gd name="connsiteX200" fmla="*/ 2926342 w 11269336"/>
              <a:gd name="connsiteY200" fmla="*/ 2104155 h 2323145"/>
              <a:gd name="connsiteX201" fmla="*/ 2918608 w 11269336"/>
              <a:gd name="connsiteY201" fmla="*/ 2104215 h 2323145"/>
              <a:gd name="connsiteX202" fmla="*/ 2918475 w 11269336"/>
              <a:gd name="connsiteY202" fmla="*/ 2103937 h 2323145"/>
              <a:gd name="connsiteX203" fmla="*/ 2910360 w 11269336"/>
              <a:gd name="connsiteY203" fmla="*/ 2103444 h 2323145"/>
              <a:gd name="connsiteX204" fmla="*/ 2904507 w 11269336"/>
              <a:gd name="connsiteY204" fmla="*/ 2104326 h 2323145"/>
              <a:gd name="connsiteX205" fmla="*/ 2889503 w 11269336"/>
              <a:gd name="connsiteY205" fmla="*/ 2104443 h 2323145"/>
              <a:gd name="connsiteX206" fmla="*/ 2884480 w 11269336"/>
              <a:gd name="connsiteY206" fmla="*/ 2102626 h 2323145"/>
              <a:gd name="connsiteX207" fmla="*/ 2882689 w 11269336"/>
              <a:gd name="connsiteY207" fmla="*/ 2099228 h 2323145"/>
              <a:gd name="connsiteX208" fmla="*/ 2881291 w 11269336"/>
              <a:gd name="connsiteY208" fmla="*/ 2099618 h 2323145"/>
              <a:gd name="connsiteX209" fmla="*/ 2853979 w 11269336"/>
              <a:gd name="connsiteY209" fmla="*/ 2090388 h 2323145"/>
              <a:gd name="connsiteX210" fmla="*/ 2791790 w 11269336"/>
              <a:gd name="connsiteY210" fmla="*/ 2080332 h 2323145"/>
              <a:gd name="connsiteX211" fmla="*/ 2755844 w 11269336"/>
              <a:gd name="connsiteY211" fmla="*/ 2078874 h 2323145"/>
              <a:gd name="connsiteX212" fmla="*/ 2657742 w 11269336"/>
              <a:gd name="connsiteY212" fmla="*/ 2070179 h 2323145"/>
              <a:gd name="connsiteX213" fmla="*/ 2559549 w 11269336"/>
              <a:gd name="connsiteY213" fmla="*/ 2057873 h 2323145"/>
              <a:gd name="connsiteX214" fmla="*/ 2512054 w 11269336"/>
              <a:gd name="connsiteY214" fmla="*/ 2031671 h 2323145"/>
              <a:gd name="connsiteX215" fmla="*/ 2506437 w 11269336"/>
              <a:gd name="connsiteY215" fmla="*/ 2030918 h 2323145"/>
              <a:gd name="connsiteX216" fmla="*/ 2491752 w 11269336"/>
              <a:gd name="connsiteY216" fmla="*/ 2033906 h 2323145"/>
              <a:gd name="connsiteX217" fmla="*/ 2486338 w 11269336"/>
              <a:gd name="connsiteY217" fmla="*/ 2035862 h 2323145"/>
              <a:gd name="connsiteX218" fmla="*/ 2478186 w 11269336"/>
              <a:gd name="connsiteY218" fmla="*/ 2036953 h 2323145"/>
              <a:gd name="connsiteX219" fmla="*/ 2477950 w 11269336"/>
              <a:gd name="connsiteY219" fmla="*/ 2036715 h 2323145"/>
              <a:gd name="connsiteX220" fmla="*/ 2470381 w 11269336"/>
              <a:gd name="connsiteY220" fmla="*/ 2038256 h 2323145"/>
              <a:gd name="connsiteX221" fmla="*/ 2433781 w 11269336"/>
              <a:gd name="connsiteY221" fmla="*/ 2049140 h 2323145"/>
              <a:gd name="connsiteX222" fmla="*/ 2381172 w 11269336"/>
              <a:gd name="connsiteY222" fmla="*/ 2030645 h 2323145"/>
              <a:gd name="connsiteX223" fmla="*/ 2360198 w 11269336"/>
              <a:gd name="connsiteY223" fmla="*/ 2029059 h 2323145"/>
              <a:gd name="connsiteX224" fmla="*/ 2348815 w 11269336"/>
              <a:gd name="connsiteY224" fmla="*/ 2026798 h 2323145"/>
              <a:gd name="connsiteX225" fmla="*/ 2347988 w 11269336"/>
              <a:gd name="connsiteY225" fmla="*/ 2025745 h 2323145"/>
              <a:gd name="connsiteX226" fmla="*/ 2312920 w 11269336"/>
              <a:gd name="connsiteY226" fmla="*/ 2036311 h 2323145"/>
              <a:gd name="connsiteX227" fmla="*/ 2307986 w 11269336"/>
              <a:gd name="connsiteY227" fmla="*/ 2035583 h 2323145"/>
              <a:gd name="connsiteX228" fmla="*/ 2285481 w 11269336"/>
              <a:gd name="connsiteY228" fmla="*/ 2045197 h 2323145"/>
              <a:gd name="connsiteX229" fmla="*/ 2273666 w 11269336"/>
              <a:gd name="connsiteY229" fmla="*/ 2048710 h 2323145"/>
              <a:gd name="connsiteX230" fmla="*/ 2270719 w 11269336"/>
              <a:gd name="connsiteY230" fmla="*/ 2052702 h 2323145"/>
              <a:gd name="connsiteX231" fmla="*/ 2253080 w 11269336"/>
              <a:gd name="connsiteY231" fmla="*/ 2056363 h 2323145"/>
              <a:gd name="connsiteX232" fmla="*/ 2250906 w 11269336"/>
              <a:gd name="connsiteY232" fmla="*/ 2055654 h 2323145"/>
              <a:gd name="connsiteX233" fmla="*/ 2236905 w 11269336"/>
              <a:gd name="connsiteY233" fmla="*/ 2062882 h 2323145"/>
              <a:gd name="connsiteX234" fmla="*/ 2225830 w 11269336"/>
              <a:gd name="connsiteY234" fmla="*/ 2074027 h 2323145"/>
              <a:gd name="connsiteX235" fmla="*/ 2073776 w 11269336"/>
              <a:gd name="connsiteY235" fmla="*/ 2089244 h 2323145"/>
              <a:gd name="connsiteX236" fmla="*/ 1948256 w 11269336"/>
              <a:gd name="connsiteY236" fmla="*/ 2146616 h 2323145"/>
              <a:gd name="connsiteX237" fmla="*/ 1865582 w 11269336"/>
              <a:gd name="connsiteY237" fmla="*/ 2153738 h 2323145"/>
              <a:gd name="connsiteX238" fmla="*/ 1835210 w 11269336"/>
              <a:gd name="connsiteY238" fmla="*/ 2134244 h 2323145"/>
              <a:gd name="connsiteX239" fmla="*/ 1632661 w 11269336"/>
              <a:gd name="connsiteY239" fmla="*/ 2173882 h 2323145"/>
              <a:gd name="connsiteX240" fmla="*/ 1579590 w 11269336"/>
              <a:gd name="connsiteY240" fmla="*/ 2173680 h 2323145"/>
              <a:gd name="connsiteX241" fmla="*/ 1535601 w 11269336"/>
              <a:gd name="connsiteY241" fmla="*/ 2194590 h 2323145"/>
              <a:gd name="connsiteX242" fmla="*/ 1515594 w 11269336"/>
              <a:gd name="connsiteY242" fmla="*/ 2189622 h 2323145"/>
              <a:gd name="connsiteX243" fmla="*/ 1512113 w 11269336"/>
              <a:gd name="connsiteY243" fmla="*/ 2188534 h 2323145"/>
              <a:gd name="connsiteX244" fmla="*/ 1498838 w 11269336"/>
              <a:gd name="connsiteY244" fmla="*/ 2189213 h 2323145"/>
              <a:gd name="connsiteX245" fmla="*/ 1494279 w 11269336"/>
              <a:gd name="connsiteY245" fmla="*/ 2183112 h 2323145"/>
              <a:gd name="connsiteX246" fmla="*/ 1473714 w 11269336"/>
              <a:gd name="connsiteY246" fmla="*/ 2179625 h 2323145"/>
              <a:gd name="connsiteX247" fmla="*/ 1449503 w 11269336"/>
              <a:gd name="connsiteY247" fmla="*/ 2182633 h 2323145"/>
              <a:gd name="connsiteX248" fmla="*/ 1335495 w 11269336"/>
              <a:gd name="connsiteY248" fmla="*/ 2203940 h 2323145"/>
              <a:gd name="connsiteX249" fmla="*/ 1266687 w 11269336"/>
              <a:gd name="connsiteY249" fmla="*/ 2212688 h 2323145"/>
              <a:gd name="connsiteX250" fmla="*/ 1239614 w 11269336"/>
              <a:gd name="connsiteY250" fmla="*/ 2209727 h 2323145"/>
              <a:gd name="connsiteX251" fmla="*/ 1202436 w 11269336"/>
              <a:gd name="connsiteY251" fmla="*/ 2209817 h 2323145"/>
              <a:gd name="connsiteX252" fmla="*/ 1136097 w 11269336"/>
              <a:gd name="connsiteY252" fmla="*/ 2205112 h 2323145"/>
              <a:gd name="connsiteX253" fmla="*/ 1048229 w 11269336"/>
              <a:gd name="connsiteY253" fmla="*/ 2207249 h 2323145"/>
              <a:gd name="connsiteX254" fmla="*/ 988232 w 11269336"/>
              <a:gd name="connsiteY254" fmla="*/ 2235635 h 2323145"/>
              <a:gd name="connsiteX255" fmla="*/ 981959 w 11269336"/>
              <a:gd name="connsiteY255" fmla="*/ 2231607 h 2323145"/>
              <a:gd name="connsiteX256" fmla="*/ 938600 w 11269336"/>
              <a:gd name="connsiteY256" fmla="*/ 2238113 h 2323145"/>
              <a:gd name="connsiteX257" fmla="*/ 791788 w 11269336"/>
              <a:gd name="connsiteY257" fmla="*/ 2293224 h 2323145"/>
              <a:gd name="connsiteX258" fmla="*/ 706914 w 11269336"/>
              <a:gd name="connsiteY258" fmla="*/ 2305046 h 2323145"/>
              <a:gd name="connsiteX259" fmla="*/ 675971 w 11269336"/>
              <a:gd name="connsiteY259" fmla="*/ 2304030 h 2323145"/>
              <a:gd name="connsiteX260" fmla="*/ 624180 w 11269336"/>
              <a:gd name="connsiteY260" fmla="*/ 2302650 h 2323145"/>
              <a:gd name="connsiteX261" fmla="*/ 583453 w 11269336"/>
              <a:gd name="connsiteY261" fmla="*/ 2288788 h 2323145"/>
              <a:gd name="connsiteX262" fmla="*/ 540946 w 11269336"/>
              <a:gd name="connsiteY262" fmla="*/ 2292721 h 2323145"/>
              <a:gd name="connsiteX263" fmla="*/ 533680 w 11269336"/>
              <a:gd name="connsiteY263" fmla="*/ 2310233 h 2323145"/>
              <a:gd name="connsiteX264" fmla="*/ 487366 w 11269336"/>
              <a:gd name="connsiteY264" fmla="*/ 2309053 h 2323145"/>
              <a:gd name="connsiteX265" fmla="*/ 416820 w 11269336"/>
              <a:gd name="connsiteY265" fmla="*/ 2305443 h 2323145"/>
              <a:gd name="connsiteX266" fmla="*/ 376805 w 11269336"/>
              <a:gd name="connsiteY266" fmla="*/ 2307647 h 2323145"/>
              <a:gd name="connsiteX267" fmla="*/ 266777 w 11269336"/>
              <a:gd name="connsiteY267" fmla="*/ 2309012 h 2323145"/>
              <a:gd name="connsiteX268" fmla="*/ 156013 w 11269336"/>
              <a:gd name="connsiteY268" fmla="*/ 2306832 h 2323145"/>
              <a:gd name="connsiteX269" fmla="*/ 87258 w 11269336"/>
              <a:gd name="connsiteY269" fmla="*/ 2285511 h 2323145"/>
              <a:gd name="connsiteX270" fmla="*/ 23798 w 11269336"/>
              <a:gd name="connsiteY270" fmla="*/ 2281822 h 2323145"/>
              <a:gd name="connsiteX271" fmla="*/ 0 w 11269336"/>
              <a:gd name="connsiteY271" fmla="*/ 2285369 h 2323145"/>
              <a:gd name="connsiteX272" fmla="*/ 0 w 11269336"/>
              <a:gd name="connsiteY272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742561 w 11269336"/>
              <a:gd name="connsiteY18" fmla="*/ 500437 h 2323145"/>
              <a:gd name="connsiteX19" fmla="*/ 9561831 w 11269336"/>
              <a:gd name="connsiteY19" fmla="*/ 547649 h 2323145"/>
              <a:gd name="connsiteX20" fmla="*/ 9380600 w 11269336"/>
              <a:gd name="connsiteY20" fmla="*/ 549821 h 2323145"/>
              <a:gd name="connsiteX21" fmla="*/ 9139429 w 11269336"/>
              <a:gd name="connsiteY21" fmla="*/ 696446 h 2323145"/>
              <a:gd name="connsiteX22" fmla="*/ 9114263 w 11269336"/>
              <a:gd name="connsiteY22" fmla="*/ 709213 h 2323145"/>
              <a:gd name="connsiteX23" fmla="*/ 9028928 w 11269336"/>
              <a:gd name="connsiteY23" fmla="*/ 745350 h 2323145"/>
              <a:gd name="connsiteX24" fmla="*/ 8977138 w 11269336"/>
              <a:gd name="connsiteY24" fmla="*/ 774970 h 2323145"/>
              <a:gd name="connsiteX25" fmla="*/ 8947030 w 11269336"/>
              <a:gd name="connsiteY25" fmla="*/ 814934 h 2323145"/>
              <a:gd name="connsiteX26" fmla="*/ 8914746 w 11269336"/>
              <a:gd name="connsiteY26" fmla="*/ 826428 h 2323145"/>
              <a:gd name="connsiteX27" fmla="*/ 8917778 w 11269336"/>
              <a:gd name="connsiteY27" fmla="*/ 835198 h 2323145"/>
              <a:gd name="connsiteX28" fmla="*/ 8905560 w 11269336"/>
              <a:gd name="connsiteY28" fmla="*/ 838358 h 2323145"/>
              <a:gd name="connsiteX29" fmla="*/ 8897564 w 11269336"/>
              <a:gd name="connsiteY29" fmla="*/ 834287 h 2323145"/>
              <a:gd name="connsiteX30" fmla="*/ 8878040 w 11269336"/>
              <a:gd name="connsiteY30" fmla="*/ 844150 h 2323145"/>
              <a:gd name="connsiteX31" fmla="*/ 8882654 w 11269336"/>
              <a:gd name="connsiteY31" fmla="*/ 892768 h 2323145"/>
              <a:gd name="connsiteX32" fmla="*/ 8837498 w 11269336"/>
              <a:gd name="connsiteY32" fmla="*/ 885664 h 2323145"/>
              <a:gd name="connsiteX33" fmla="*/ 8795998 w 11269336"/>
              <a:gd name="connsiteY33" fmla="*/ 863337 h 2323145"/>
              <a:gd name="connsiteX34" fmla="*/ 8776970 w 11269336"/>
              <a:gd name="connsiteY34" fmla="*/ 885177 h 2323145"/>
              <a:gd name="connsiteX35" fmla="*/ 8755719 w 11269336"/>
              <a:gd name="connsiteY35" fmla="*/ 889754 h 2323145"/>
              <a:gd name="connsiteX36" fmla="*/ 8743257 w 11269336"/>
              <a:gd name="connsiteY36" fmla="*/ 904723 h 2323145"/>
              <a:gd name="connsiteX37" fmla="*/ 8721366 w 11269336"/>
              <a:gd name="connsiteY37" fmla="*/ 904711 h 2323145"/>
              <a:gd name="connsiteX38" fmla="*/ 8678353 w 11269336"/>
              <a:gd name="connsiteY38" fmla="*/ 926318 h 2323145"/>
              <a:gd name="connsiteX39" fmla="*/ 8636849 w 11269336"/>
              <a:gd name="connsiteY39" fmla="*/ 937900 h 2323145"/>
              <a:gd name="connsiteX40" fmla="*/ 8620213 w 11269336"/>
              <a:gd name="connsiteY40" fmla="*/ 943068 h 2323145"/>
              <a:gd name="connsiteX41" fmla="*/ 8612581 w 11269336"/>
              <a:gd name="connsiteY41" fmla="*/ 952695 h 2323145"/>
              <a:gd name="connsiteX42" fmla="*/ 8589038 w 11269336"/>
              <a:gd name="connsiteY42" fmla="*/ 963892 h 2323145"/>
              <a:gd name="connsiteX43" fmla="*/ 8579950 w 11269336"/>
              <a:gd name="connsiteY43" fmla="*/ 960899 h 2323145"/>
              <a:gd name="connsiteX44" fmla="*/ 8579319 w 11269336"/>
              <a:gd name="connsiteY44" fmla="*/ 965630 h 2323145"/>
              <a:gd name="connsiteX45" fmla="*/ 8547429 w 11269336"/>
              <a:gd name="connsiteY45" fmla="*/ 984506 h 2323145"/>
              <a:gd name="connsiteX46" fmla="*/ 8478704 w 11269336"/>
              <a:gd name="connsiteY46" fmla="*/ 1025490 h 2323145"/>
              <a:gd name="connsiteX47" fmla="*/ 8461421 w 11269336"/>
              <a:gd name="connsiteY47" fmla="*/ 1035512 h 2323145"/>
              <a:gd name="connsiteX48" fmla="*/ 8445003 w 11269336"/>
              <a:gd name="connsiteY48" fmla="*/ 1036851 h 2323145"/>
              <a:gd name="connsiteX49" fmla="*/ 8357350 w 11269336"/>
              <a:gd name="connsiteY49" fmla="*/ 1060213 h 2323145"/>
              <a:gd name="connsiteX50" fmla="*/ 8335565 w 11269336"/>
              <a:gd name="connsiteY50" fmla="*/ 1061151 h 2323145"/>
              <a:gd name="connsiteX51" fmla="*/ 8325267 w 11269336"/>
              <a:gd name="connsiteY51" fmla="*/ 1055919 h 2323145"/>
              <a:gd name="connsiteX52" fmla="*/ 8293586 w 11269336"/>
              <a:gd name="connsiteY52" fmla="*/ 1076144 h 2323145"/>
              <a:gd name="connsiteX53" fmla="*/ 8242405 w 11269336"/>
              <a:gd name="connsiteY53" fmla="*/ 1095960 h 2323145"/>
              <a:gd name="connsiteX54" fmla="*/ 8218531 w 11269336"/>
              <a:gd name="connsiteY54" fmla="*/ 1107622 h 2323145"/>
              <a:gd name="connsiteX55" fmla="*/ 8197391 w 11269336"/>
              <a:gd name="connsiteY55" fmla="*/ 1107746 h 2323145"/>
              <a:gd name="connsiteX56" fmla="*/ 8081474 w 11269336"/>
              <a:gd name="connsiteY56" fmla="*/ 1130125 h 2323145"/>
              <a:gd name="connsiteX57" fmla="*/ 8053585 w 11269336"/>
              <a:gd name="connsiteY57" fmla="*/ 1129169 h 2323145"/>
              <a:gd name="connsiteX58" fmla="*/ 8038422 w 11269336"/>
              <a:gd name="connsiteY58" fmla="*/ 1119092 h 2323145"/>
              <a:gd name="connsiteX59" fmla="*/ 8029450 w 11269336"/>
              <a:gd name="connsiteY59" fmla="*/ 1125592 h 2323145"/>
              <a:gd name="connsiteX60" fmla="*/ 7959552 w 11269336"/>
              <a:gd name="connsiteY60" fmla="*/ 1140188 h 2323145"/>
              <a:gd name="connsiteX61" fmla="*/ 7914188 w 11269336"/>
              <a:gd name="connsiteY61" fmla="*/ 1150862 h 2323145"/>
              <a:gd name="connsiteX62" fmla="*/ 7914918 w 11269336"/>
              <a:gd name="connsiteY62" fmla="*/ 1168758 h 2323145"/>
              <a:gd name="connsiteX63" fmla="*/ 7875510 w 11269336"/>
              <a:gd name="connsiteY63" fmla="*/ 1183153 h 2323145"/>
              <a:gd name="connsiteX64" fmla="*/ 7829932 w 11269336"/>
              <a:gd name="connsiteY64" fmla="*/ 1180782 h 2323145"/>
              <a:gd name="connsiteX65" fmla="*/ 7779182 w 11269336"/>
              <a:gd name="connsiteY65" fmla="*/ 1192665 h 2323145"/>
              <a:gd name="connsiteX66" fmla="*/ 7748774 w 11269336"/>
              <a:gd name="connsiteY66" fmla="*/ 1199586 h 2323145"/>
              <a:gd name="connsiteX67" fmla="*/ 7671846 w 11269336"/>
              <a:gd name="connsiteY67" fmla="*/ 1231966 h 2323145"/>
              <a:gd name="connsiteX68" fmla="*/ 7554146 w 11269336"/>
              <a:gd name="connsiteY68" fmla="*/ 1319748 h 2323145"/>
              <a:gd name="connsiteX69" fmla="*/ 7515052 w 11269336"/>
              <a:gd name="connsiteY69" fmla="*/ 1336718 h 2323145"/>
              <a:gd name="connsiteX70" fmla="*/ 7507193 w 11269336"/>
              <a:gd name="connsiteY70" fmla="*/ 1334617 h 2323145"/>
              <a:gd name="connsiteX71" fmla="*/ 7461694 w 11269336"/>
              <a:gd name="connsiteY71" fmla="*/ 1375866 h 2323145"/>
              <a:gd name="connsiteX72" fmla="*/ 7377571 w 11269336"/>
              <a:gd name="connsiteY72" fmla="*/ 1400128 h 2323145"/>
              <a:gd name="connsiteX73" fmla="*/ 7311261 w 11269336"/>
              <a:gd name="connsiteY73" fmla="*/ 1412652 h 2323145"/>
              <a:gd name="connsiteX74" fmla="*/ 7275307 w 11269336"/>
              <a:gd name="connsiteY74" fmla="*/ 1422171 h 2323145"/>
              <a:gd name="connsiteX75" fmla="*/ 7247783 w 11269336"/>
              <a:gd name="connsiteY75" fmla="*/ 1426330 h 2323145"/>
              <a:gd name="connsiteX76" fmla="*/ 7185047 w 11269336"/>
              <a:gd name="connsiteY76" fmla="*/ 1451812 h 2323145"/>
              <a:gd name="connsiteX77" fmla="*/ 7084117 w 11269336"/>
              <a:gd name="connsiteY77" fmla="*/ 1500281 h 2323145"/>
              <a:gd name="connsiteX78" fmla="*/ 7062011 w 11269336"/>
              <a:gd name="connsiteY78" fmla="*/ 1509183 h 2323145"/>
              <a:gd name="connsiteX79" fmla="*/ 7040555 w 11269336"/>
              <a:gd name="connsiteY79" fmla="*/ 1511207 h 2323145"/>
              <a:gd name="connsiteX80" fmla="*/ 7033438 w 11269336"/>
              <a:gd name="connsiteY80" fmla="*/ 1506772 h 2323145"/>
              <a:gd name="connsiteX81" fmla="*/ 7020886 w 11269336"/>
              <a:gd name="connsiteY81" fmla="*/ 1510764 h 2323145"/>
              <a:gd name="connsiteX82" fmla="*/ 7017033 w 11269336"/>
              <a:gd name="connsiteY82" fmla="*/ 1510650 h 2323145"/>
              <a:gd name="connsiteX83" fmla="*/ 6995460 w 11269336"/>
              <a:gd name="connsiteY83" fmla="*/ 1511173 h 2323145"/>
              <a:gd name="connsiteX84" fmla="*/ 6962144 w 11269336"/>
              <a:gd name="connsiteY84" fmla="*/ 1541508 h 2323145"/>
              <a:gd name="connsiteX85" fmla="*/ 6910674 w 11269336"/>
              <a:gd name="connsiteY85" fmla="*/ 1554793 h 2323145"/>
              <a:gd name="connsiteX86" fmla="*/ 6732152 w 11269336"/>
              <a:gd name="connsiteY86" fmla="*/ 1642538 h 2323145"/>
              <a:gd name="connsiteX87" fmla="*/ 6694106 w 11269336"/>
              <a:gd name="connsiteY87" fmla="*/ 1632377 h 2323145"/>
              <a:gd name="connsiteX88" fmla="*/ 6617223 w 11269336"/>
              <a:gd name="connsiteY88" fmla="*/ 1659889 h 2323145"/>
              <a:gd name="connsiteX89" fmla="*/ 6521138 w 11269336"/>
              <a:gd name="connsiteY89" fmla="*/ 1744340 h 2323145"/>
              <a:gd name="connsiteX90" fmla="*/ 6380677 w 11269336"/>
              <a:gd name="connsiteY90" fmla="*/ 1796883 h 2323145"/>
              <a:gd name="connsiteX91" fmla="*/ 6374897 w 11269336"/>
              <a:gd name="connsiteY91" fmla="*/ 1809910 h 2323145"/>
              <a:gd name="connsiteX92" fmla="*/ 6364545 w 11269336"/>
              <a:gd name="connsiteY92" fmla="*/ 1820090 h 2323145"/>
              <a:gd name="connsiteX93" fmla="*/ 6362126 w 11269336"/>
              <a:gd name="connsiteY93" fmla="*/ 1819991 h 2323145"/>
              <a:gd name="connsiteX94" fmla="*/ 6346673 w 11269336"/>
              <a:gd name="connsiteY94" fmla="*/ 1827824 h 2323145"/>
              <a:gd name="connsiteX95" fmla="*/ 6345588 w 11269336"/>
              <a:gd name="connsiteY95" fmla="*/ 1832232 h 2323145"/>
              <a:gd name="connsiteX96" fmla="*/ 6335708 w 11269336"/>
              <a:gd name="connsiteY96" fmla="*/ 1838451 h 2323145"/>
              <a:gd name="connsiteX97" fmla="*/ 6318182 w 11269336"/>
              <a:gd name="connsiteY97" fmla="*/ 1852975 h 2323145"/>
              <a:gd name="connsiteX98" fmla="*/ 6313084 w 11269336"/>
              <a:gd name="connsiteY98" fmla="*/ 1853561 h 2323145"/>
              <a:gd name="connsiteX99" fmla="*/ 6283816 w 11269336"/>
              <a:gd name="connsiteY99" fmla="*/ 1872148 h 2323145"/>
              <a:gd name="connsiteX100" fmla="*/ 6282550 w 11269336"/>
              <a:gd name="connsiteY100" fmla="*/ 1871392 h 2323145"/>
              <a:gd name="connsiteX101" fmla="*/ 6270527 w 11269336"/>
              <a:gd name="connsiteY101" fmla="*/ 1872208 h 2323145"/>
              <a:gd name="connsiteX102" fmla="*/ 6249518 w 11269336"/>
              <a:gd name="connsiteY102" fmla="*/ 1876079 h 2323145"/>
              <a:gd name="connsiteX103" fmla="*/ 6190386 w 11269336"/>
              <a:gd name="connsiteY103" fmla="*/ 1872478 h 2323145"/>
              <a:gd name="connsiteX104" fmla="*/ 6159777 w 11269336"/>
              <a:gd name="connsiteY104" fmla="*/ 1891745 h 2323145"/>
              <a:gd name="connsiteX105" fmla="*/ 6153131 w 11269336"/>
              <a:gd name="connsiteY105" fmla="*/ 1895079 h 2323145"/>
              <a:gd name="connsiteX106" fmla="*/ 6152798 w 11269336"/>
              <a:gd name="connsiteY106" fmla="*/ 1894920 h 2323145"/>
              <a:gd name="connsiteX107" fmla="*/ 6145388 w 11269336"/>
              <a:gd name="connsiteY107" fmla="*/ 1897990 h 2323145"/>
              <a:gd name="connsiteX108" fmla="*/ 6141014 w 11269336"/>
              <a:gd name="connsiteY108" fmla="*/ 1901155 h 2323145"/>
              <a:gd name="connsiteX109" fmla="*/ 6128122 w 11269336"/>
              <a:gd name="connsiteY109" fmla="*/ 1907623 h 2323145"/>
              <a:gd name="connsiteX110" fmla="*/ 6122351 w 11269336"/>
              <a:gd name="connsiteY110" fmla="*/ 1908359 h 2323145"/>
              <a:gd name="connsiteX111" fmla="*/ 6064750 w 11269336"/>
              <a:gd name="connsiteY111" fmla="*/ 1896394 h 2323145"/>
              <a:gd name="connsiteX112" fmla="*/ 5964230 w 11269336"/>
              <a:gd name="connsiteY112" fmla="*/ 1910038 h 2323145"/>
              <a:gd name="connsiteX113" fmla="*/ 5865399 w 11269336"/>
              <a:gd name="connsiteY113" fmla="*/ 1926966 h 2323145"/>
              <a:gd name="connsiteX114" fmla="*/ 5829951 w 11269336"/>
              <a:gd name="connsiteY114" fmla="*/ 1934755 h 2323145"/>
              <a:gd name="connsiteX115" fmla="*/ 5765285 w 11269336"/>
              <a:gd name="connsiteY115" fmla="*/ 1941322 h 2323145"/>
              <a:gd name="connsiteX116" fmla="*/ 5734750 w 11269336"/>
              <a:gd name="connsiteY116" fmla="*/ 1939793 h 2323145"/>
              <a:gd name="connsiteX117" fmla="*/ 5733569 w 11269336"/>
              <a:gd name="connsiteY117" fmla="*/ 1940505 h 2323145"/>
              <a:gd name="connsiteX118" fmla="*/ 5730329 w 11269336"/>
              <a:gd name="connsiteY118" fmla="*/ 1937845 h 2323145"/>
              <a:gd name="connsiteX119" fmla="*/ 5724661 w 11269336"/>
              <a:gd name="connsiteY119" fmla="*/ 1937455 h 2323145"/>
              <a:gd name="connsiteX120" fmla="*/ 5710186 w 11269336"/>
              <a:gd name="connsiteY120" fmla="*/ 1941370 h 2323145"/>
              <a:gd name="connsiteX121" fmla="*/ 5704910 w 11269336"/>
              <a:gd name="connsiteY121" fmla="*/ 1943663 h 2323145"/>
              <a:gd name="connsiteX122" fmla="*/ 5696836 w 11269336"/>
              <a:gd name="connsiteY122" fmla="*/ 1945271 h 2323145"/>
              <a:gd name="connsiteX123" fmla="*/ 5696583 w 11269336"/>
              <a:gd name="connsiteY123" fmla="*/ 1945050 h 2323145"/>
              <a:gd name="connsiteX124" fmla="*/ 5689123 w 11269336"/>
              <a:gd name="connsiteY124" fmla="*/ 1947067 h 2323145"/>
              <a:gd name="connsiteX125" fmla="*/ 5653291 w 11269336"/>
              <a:gd name="connsiteY125" fmla="*/ 1960245 h 2323145"/>
              <a:gd name="connsiteX126" fmla="*/ 5599385 w 11269336"/>
              <a:gd name="connsiteY126" fmla="*/ 1945198 h 2323145"/>
              <a:gd name="connsiteX127" fmla="*/ 5578300 w 11269336"/>
              <a:gd name="connsiteY127" fmla="*/ 1944963 h 2323145"/>
              <a:gd name="connsiteX128" fmla="*/ 5566758 w 11269336"/>
              <a:gd name="connsiteY128" fmla="*/ 1943441 h 2323145"/>
              <a:gd name="connsiteX129" fmla="*/ 5565857 w 11269336"/>
              <a:gd name="connsiteY129" fmla="*/ 1942445 h 2323145"/>
              <a:gd name="connsiteX130" fmla="*/ 5531534 w 11269336"/>
              <a:gd name="connsiteY130" fmla="*/ 1955208 h 2323145"/>
              <a:gd name="connsiteX131" fmla="*/ 5526552 w 11269336"/>
              <a:gd name="connsiteY131" fmla="*/ 1954799 h 2323145"/>
              <a:gd name="connsiteX132" fmla="*/ 5504723 w 11269336"/>
              <a:gd name="connsiteY132" fmla="*/ 1965811 h 2323145"/>
              <a:gd name="connsiteX133" fmla="*/ 5493156 w 11269336"/>
              <a:gd name="connsiteY133" fmla="*/ 1970063 h 2323145"/>
              <a:gd name="connsiteX134" fmla="*/ 5490486 w 11269336"/>
              <a:gd name="connsiteY134" fmla="*/ 1974227 h 2323145"/>
              <a:gd name="connsiteX135" fmla="*/ 5473107 w 11269336"/>
              <a:gd name="connsiteY135" fmla="*/ 1979001 h 2323145"/>
              <a:gd name="connsiteX136" fmla="*/ 5470885 w 11269336"/>
              <a:gd name="connsiteY136" fmla="*/ 1978432 h 2323145"/>
              <a:gd name="connsiteX137" fmla="*/ 5457393 w 11269336"/>
              <a:gd name="connsiteY137" fmla="*/ 1986525 h 2323145"/>
              <a:gd name="connsiteX138" fmla="*/ 5447102 w 11269336"/>
              <a:gd name="connsiteY138" fmla="*/ 1998329 h 2323145"/>
              <a:gd name="connsiteX139" fmla="*/ 5159151 w 11269336"/>
              <a:gd name="connsiteY139" fmla="*/ 2029640 h 2323145"/>
              <a:gd name="connsiteX140" fmla="*/ 5060738 w 11269336"/>
              <a:gd name="connsiteY140" fmla="*/ 2083274 h 2323145"/>
              <a:gd name="connsiteX141" fmla="*/ 4860988 w 11269336"/>
              <a:gd name="connsiteY141" fmla="*/ 2135698 h 2323145"/>
              <a:gd name="connsiteX142" fmla="*/ 4807902 w 11269336"/>
              <a:gd name="connsiteY142" fmla="*/ 2138894 h 2323145"/>
              <a:gd name="connsiteX143" fmla="*/ 4765388 w 11269336"/>
              <a:gd name="connsiteY143" fmla="*/ 2162525 h 2323145"/>
              <a:gd name="connsiteX144" fmla="*/ 4745033 w 11269336"/>
              <a:gd name="connsiteY144" fmla="*/ 2158859 h 2323145"/>
              <a:gd name="connsiteX145" fmla="*/ 4741475 w 11269336"/>
              <a:gd name="connsiteY145" fmla="*/ 2157998 h 2323145"/>
              <a:gd name="connsiteX146" fmla="*/ 4728247 w 11269336"/>
              <a:gd name="connsiteY146" fmla="*/ 2159526 h 2323145"/>
              <a:gd name="connsiteX147" fmla="*/ 4723263 w 11269336"/>
              <a:gd name="connsiteY147" fmla="*/ 2153742 h 2323145"/>
              <a:gd name="connsiteX148" fmla="*/ 4702453 w 11269336"/>
              <a:gd name="connsiteY148" fmla="*/ 2151586 h 2323145"/>
              <a:gd name="connsiteX149" fmla="*/ 4678455 w 11269336"/>
              <a:gd name="connsiteY149" fmla="*/ 2156131 h 2323145"/>
              <a:gd name="connsiteX150" fmla="*/ 4593061 w 11269336"/>
              <a:gd name="connsiteY150" fmla="*/ 2171597 h 2323145"/>
              <a:gd name="connsiteX151" fmla="*/ 4579902 w 11269336"/>
              <a:gd name="connsiteY151" fmla="*/ 2177927 h 2323145"/>
              <a:gd name="connsiteX152" fmla="*/ 4533444 w 11269336"/>
              <a:gd name="connsiteY152" fmla="*/ 2181200 h 2323145"/>
              <a:gd name="connsiteX153" fmla="*/ 4492832 w 11269336"/>
              <a:gd name="connsiteY153" fmla="*/ 2188033 h 2323145"/>
              <a:gd name="connsiteX154" fmla="*/ 4467257 w 11269336"/>
              <a:gd name="connsiteY154" fmla="*/ 2196121 h 2323145"/>
              <a:gd name="connsiteX155" fmla="*/ 4459937 w 11269336"/>
              <a:gd name="connsiteY155" fmla="*/ 2195182 h 2323145"/>
              <a:gd name="connsiteX156" fmla="*/ 4433312 w 11269336"/>
              <a:gd name="connsiteY156" fmla="*/ 2199004 h 2323145"/>
              <a:gd name="connsiteX157" fmla="*/ 4420601 w 11269336"/>
              <a:gd name="connsiteY157" fmla="*/ 2205158 h 2323145"/>
              <a:gd name="connsiteX158" fmla="*/ 4405765 w 11269336"/>
              <a:gd name="connsiteY158" fmla="*/ 2199902 h 2323145"/>
              <a:gd name="connsiteX159" fmla="*/ 4401354 w 11269336"/>
              <a:gd name="connsiteY159" fmla="*/ 2194745 h 2323145"/>
              <a:gd name="connsiteX160" fmla="*/ 4383151 w 11269336"/>
              <a:gd name="connsiteY160" fmla="*/ 2201140 h 2323145"/>
              <a:gd name="connsiteX161" fmla="*/ 4366646 w 11269336"/>
              <a:gd name="connsiteY161" fmla="*/ 2198564 h 2323145"/>
              <a:gd name="connsiteX162" fmla="*/ 4354009 w 11269336"/>
              <a:gd name="connsiteY162" fmla="*/ 2204984 h 2323145"/>
              <a:gd name="connsiteX163" fmla="*/ 4348284 w 11269336"/>
              <a:gd name="connsiteY163" fmla="*/ 2205270 h 2323145"/>
              <a:gd name="connsiteX164" fmla="*/ 4333906 w 11269336"/>
              <a:gd name="connsiteY164" fmla="*/ 2205251 h 2323145"/>
              <a:gd name="connsiteX165" fmla="*/ 4308819 w 11269336"/>
              <a:gd name="connsiteY165" fmla="*/ 2203822 h 2323145"/>
              <a:gd name="connsiteX166" fmla="*/ 4301210 w 11269336"/>
              <a:gd name="connsiteY166" fmla="*/ 2204456 h 2323145"/>
              <a:gd name="connsiteX167" fmla="*/ 4283095 w 11269336"/>
              <a:gd name="connsiteY167" fmla="*/ 2198177 h 2323145"/>
              <a:gd name="connsiteX168" fmla="*/ 4250119 w 11269336"/>
              <a:gd name="connsiteY168" fmla="*/ 2196342 h 2323145"/>
              <a:gd name="connsiteX169" fmla="*/ 4189203 w 11269336"/>
              <a:gd name="connsiteY169" fmla="*/ 2178994 h 2323145"/>
              <a:gd name="connsiteX170" fmla="*/ 4154035 w 11269336"/>
              <a:gd name="connsiteY170" fmla="*/ 2171950 h 2323145"/>
              <a:gd name="connsiteX171" fmla="*/ 4129569 w 11269336"/>
              <a:gd name="connsiteY171" fmla="*/ 2163850 h 2323145"/>
              <a:gd name="connsiteX172" fmla="*/ 4061250 w 11269336"/>
              <a:gd name="connsiteY172" fmla="*/ 2159236 h 2323145"/>
              <a:gd name="connsiteX173" fmla="*/ 3945480 w 11269336"/>
              <a:gd name="connsiteY173" fmla="*/ 2158279 h 2323145"/>
              <a:gd name="connsiteX174" fmla="*/ 3921468 w 11269336"/>
              <a:gd name="connsiteY174" fmla="*/ 2156588 h 2323145"/>
              <a:gd name="connsiteX175" fmla="*/ 3903348 w 11269336"/>
              <a:gd name="connsiteY175" fmla="*/ 2149220 h 2323145"/>
              <a:gd name="connsiteX176" fmla="*/ 3901342 w 11269336"/>
              <a:gd name="connsiteY176" fmla="*/ 2142355 h 2323145"/>
              <a:gd name="connsiteX177" fmla="*/ 3888539 w 11269336"/>
              <a:gd name="connsiteY177" fmla="*/ 2140476 h 2323145"/>
              <a:gd name="connsiteX178" fmla="*/ 3885662 w 11269336"/>
              <a:gd name="connsiteY178" fmla="*/ 2138740 h 2323145"/>
              <a:gd name="connsiteX179" fmla="*/ 3868627 w 11269336"/>
              <a:gd name="connsiteY179" fmla="*/ 2130023 h 2323145"/>
              <a:gd name="connsiteX180" fmla="*/ 3819177 w 11269336"/>
              <a:gd name="connsiteY180" fmla="*/ 2142111 h 2323145"/>
              <a:gd name="connsiteX181" fmla="*/ 3769100 w 11269336"/>
              <a:gd name="connsiteY181" fmla="*/ 2131731 h 2323145"/>
              <a:gd name="connsiteX182" fmla="*/ 3562752 w 11269336"/>
              <a:gd name="connsiteY182" fmla="*/ 2131785 h 2323145"/>
              <a:gd name="connsiteX183" fmla="*/ 3541402 w 11269336"/>
              <a:gd name="connsiteY183" fmla="*/ 2106821 h 2323145"/>
              <a:gd name="connsiteX184" fmla="*/ 3460591 w 11269336"/>
              <a:gd name="connsiteY184" fmla="*/ 2097951 h 2323145"/>
              <a:gd name="connsiteX185" fmla="*/ 3320348 w 11269336"/>
              <a:gd name="connsiteY185" fmla="*/ 2130191 h 2323145"/>
              <a:gd name="connsiteX186" fmla="*/ 3170922 w 11269336"/>
              <a:gd name="connsiteY186" fmla="*/ 2115957 h 2323145"/>
              <a:gd name="connsiteX187" fmla="*/ 3156256 w 11269336"/>
              <a:gd name="connsiteY187" fmla="*/ 2124773 h 2323145"/>
              <a:gd name="connsiteX188" fmla="*/ 3140298 w 11269336"/>
              <a:gd name="connsiteY188" fmla="*/ 2129182 h 2323145"/>
              <a:gd name="connsiteX189" fmla="*/ 3138514 w 11269336"/>
              <a:gd name="connsiteY189" fmla="*/ 2128069 h 2323145"/>
              <a:gd name="connsiteX190" fmla="*/ 3120467 w 11269336"/>
              <a:gd name="connsiteY190" fmla="*/ 2128281 h 2323145"/>
              <a:gd name="connsiteX191" fmla="*/ 3116175 w 11269336"/>
              <a:gd name="connsiteY191" fmla="*/ 2131633 h 2323145"/>
              <a:gd name="connsiteX192" fmla="*/ 3103685 w 11269336"/>
              <a:gd name="connsiteY192" fmla="*/ 2132814 h 2323145"/>
              <a:gd name="connsiteX193" fmla="*/ 3078794 w 11269336"/>
              <a:gd name="connsiteY193" fmla="*/ 2137935 h 2323145"/>
              <a:gd name="connsiteX194" fmla="*/ 3074407 w 11269336"/>
              <a:gd name="connsiteY194" fmla="*/ 2136274 h 2323145"/>
              <a:gd name="connsiteX195" fmla="*/ 3037285 w 11269336"/>
              <a:gd name="connsiteY195" fmla="*/ 2139919 h 2323145"/>
              <a:gd name="connsiteX196" fmla="*/ 3036901 w 11269336"/>
              <a:gd name="connsiteY196" fmla="*/ 2138726 h 2323145"/>
              <a:gd name="connsiteX197" fmla="*/ 3026996 w 11269336"/>
              <a:gd name="connsiteY197" fmla="*/ 2134322 h 2323145"/>
              <a:gd name="connsiteX198" fmla="*/ 3007772 w 11269336"/>
              <a:gd name="connsiteY198" fmla="*/ 2128742 h 2323145"/>
              <a:gd name="connsiteX199" fmla="*/ 2965030 w 11269336"/>
              <a:gd name="connsiteY199" fmla="*/ 2100494 h 2323145"/>
              <a:gd name="connsiteX200" fmla="*/ 2926342 w 11269336"/>
              <a:gd name="connsiteY200" fmla="*/ 2104155 h 2323145"/>
              <a:gd name="connsiteX201" fmla="*/ 2918608 w 11269336"/>
              <a:gd name="connsiteY201" fmla="*/ 2104215 h 2323145"/>
              <a:gd name="connsiteX202" fmla="*/ 2918475 w 11269336"/>
              <a:gd name="connsiteY202" fmla="*/ 2103937 h 2323145"/>
              <a:gd name="connsiteX203" fmla="*/ 2910360 w 11269336"/>
              <a:gd name="connsiteY203" fmla="*/ 2103444 h 2323145"/>
              <a:gd name="connsiteX204" fmla="*/ 2904507 w 11269336"/>
              <a:gd name="connsiteY204" fmla="*/ 2104326 h 2323145"/>
              <a:gd name="connsiteX205" fmla="*/ 2889503 w 11269336"/>
              <a:gd name="connsiteY205" fmla="*/ 2104443 h 2323145"/>
              <a:gd name="connsiteX206" fmla="*/ 2884480 w 11269336"/>
              <a:gd name="connsiteY206" fmla="*/ 2102626 h 2323145"/>
              <a:gd name="connsiteX207" fmla="*/ 2882689 w 11269336"/>
              <a:gd name="connsiteY207" fmla="*/ 2099228 h 2323145"/>
              <a:gd name="connsiteX208" fmla="*/ 2881291 w 11269336"/>
              <a:gd name="connsiteY208" fmla="*/ 2099618 h 2323145"/>
              <a:gd name="connsiteX209" fmla="*/ 2853979 w 11269336"/>
              <a:gd name="connsiteY209" fmla="*/ 2090388 h 2323145"/>
              <a:gd name="connsiteX210" fmla="*/ 2791790 w 11269336"/>
              <a:gd name="connsiteY210" fmla="*/ 2080332 h 2323145"/>
              <a:gd name="connsiteX211" fmla="*/ 2755844 w 11269336"/>
              <a:gd name="connsiteY211" fmla="*/ 2078874 h 2323145"/>
              <a:gd name="connsiteX212" fmla="*/ 2657742 w 11269336"/>
              <a:gd name="connsiteY212" fmla="*/ 2070179 h 2323145"/>
              <a:gd name="connsiteX213" fmla="*/ 2559549 w 11269336"/>
              <a:gd name="connsiteY213" fmla="*/ 2057873 h 2323145"/>
              <a:gd name="connsiteX214" fmla="*/ 2512054 w 11269336"/>
              <a:gd name="connsiteY214" fmla="*/ 2031671 h 2323145"/>
              <a:gd name="connsiteX215" fmla="*/ 2506437 w 11269336"/>
              <a:gd name="connsiteY215" fmla="*/ 2030918 h 2323145"/>
              <a:gd name="connsiteX216" fmla="*/ 2491752 w 11269336"/>
              <a:gd name="connsiteY216" fmla="*/ 2033906 h 2323145"/>
              <a:gd name="connsiteX217" fmla="*/ 2486338 w 11269336"/>
              <a:gd name="connsiteY217" fmla="*/ 2035862 h 2323145"/>
              <a:gd name="connsiteX218" fmla="*/ 2478186 w 11269336"/>
              <a:gd name="connsiteY218" fmla="*/ 2036953 h 2323145"/>
              <a:gd name="connsiteX219" fmla="*/ 2477950 w 11269336"/>
              <a:gd name="connsiteY219" fmla="*/ 2036715 h 2323145"/>
              <a:gd name="connsiteX220" fmla="*/ 2470381 w 11269336"/>
              <a:gd name="connsiteY220" fmla="*/ 2038256 h 2323145"/>
              <a:gd name="connsiteX221" fmla="*/ 2433781 w 11269336"/>
              <a:gd name="connsiteY221" fmla="*/ 2049140 h 2323145"/>
              <a:gd name="connsiteX222" fmla="*/ 2381172 w 11269336"/>
              <a:gd name="connsiteY222" fmla="*/ 2030645 h 2323145"/>
              <a:gd name="connsiteX223" fmla="*/ 2360198 w 11269336"/>
              <a:gd name="connsiteY223" fmla="*/ 2029059 h 2323145"/>
              <a:gd name="connsiteX224" fmla="*/ 2348815 w 11269336"/>
              <a:gd name="connsiteY224" fmla="*/ 2026798 h 2323145"/>
              <a:gd name="connsiteX225" fmla="*/ 2347988 w 11269336"/>
              <a:gd name="connsiteY225" fmla="*/ 2025745 h 2323145"/>
              <a:gd name="connsiteX226" fmla="*/ 2312920 w 11269336"/>
              <a:gd name="connsiteY226" fmla="*/ 2036311 h 2323145"/>
              <a:gd name="connsiteX227" fmla="*/ 2307986 w 11269336"/>
              <a:gd name="connsiteY227" fmla="*/ 2035583 h 2323145"/>
              <a:gd name="connsiteX228" fmla="*/ 2285481 w 11269336"/>
              <a:gd name="connsiteY228" fmla="*/ 2045197 h 2323145"/>
              <a:gd name="connsiteX229" fmla="*/ 2273666 w 11269336"/>
              <a:gd name="connsiteY229" fmla="*/ 2048710 h 2323145"/>
              <a:gd name="connsiteX230" fmla="*/ 2270719 w 11269336"/>
              <a:gd name="connsiteY230" fmla="*/ 2052702 h 2323145"/>
              <a:gd name="connsiteX231" fmla="*/ 2253080 w 11269336"/>
              <a:gd name="connsiteY231" fmla="*/ 2056363 h 2323145"/>
              <a:gd name="connsiteX232" fmla="*/ 2250906 w 11269336"/>
              <a:gd name="connsiteY232" fmla="*/ 2055654 h 2323145"/>
              <a:gd name="connsiteX233" fmla="*/ 2236905 w 11269336"/>
              <a:gd name="connsiteY233" fmla="*/ 2062882 h 2323145"/>
              <a:gd name="connsiteX234" fmla="*/ 2225830 w 11269336"/>
              <a:gd name="connsiteY234" fmla="*/ 2074027 h 2323145"/>
              <a:gd name="connsiteX235" fmla="*/ 2073776 w 11269336"/>
              <a:gd name="connsiteY235" fmla="*/ 2089244 h 2323145"/>
              <a:gd name="connsiteX236" fmla="*/ 1948256 w 11269336"/>
              <a:gd name="connsiteY236" fmla="*/ 2146616 h 2323145"/>
              <a:gd name="connsiteX237" fmla="*/ 1865582 w 11269336"/>
              <a:gd name="connsiteY237" fmla="*/ 2153738 h 2323145"/>
              <a:gd name="connsiteX238" fmla="*/ 1835210 w 11269336"/>
              <a:gd name="connsiteY238" fmla="*/ 2134244 h 2323145"/>
              <a:gd name="connsiteX239" fmla="*/ 1632661 w 11269336"/>
              <a:gd name="connsiteY239" fmla="*/ 2173882 h 2323145"/>
              <a:gd name="connsiteX240" fmla="*/ 1579590 w 11269336"/>
              <a:gd name="connsiteY240" fmla="*/ 2173680 h 2323145"/>
              <a:gd name="connsiteX241" fmla="*/ 1535601 w 11269336"/>
              <a:gd name="connsiteY241" fmla="*/ 2194590 h 2323145"/>
              <a:gd name="connsiteX242" fmla="*/ 1515594 w 11269336"/>
              <a:gd name="connsiteY242" fmla="*/ 2189622 h 2323145"/>
              <a:gd name="connsiteX243" fmla="*/ 1512113 w 11269336"/>
              <a:gd name="connsiteY243" fmla="*/ 2188534 h 2323145"/>
              <a:gd name="connsiteX244" fmla="*/ 1498838 w 11269336"/>
              <a:gd name="connsiteY244" fmla="*/ 2189213 h 2323145"/>
              <a:gd name="connsiteX245" fmla="*/ 1494279 w 11269336"/>
              <a:gd name="connsiteY245" fmla="*/ 2183112 h 2323145"/>
              <a:gd name="connsiteX246" fmla="*/ 1473714 w 11269336"/>
              <a:gd name="connsiteY246" fmla="*/ 2179625 h 2323145"/>
              <a:gd name="connsiteX247" fmla="*/ 1449503 w 11269336"/>
              <a:gd name="connsiteY247" fmla="*/ 2182633 h 2323145"/>
              <a:gd name="connsiteX248" fmla="*/ 1335495 w 11269336"/>
              <a:gd name="connsiteY248" fmla="*/ 2203940 h 2323145"/>
              <a:gd name="connsiteX249" fmla="*/ 1266687 w 11269336"/>
              <a:gd name="connsiteY249" fmla="*/ 2212688 h 2323145"/>
              <a:gd name="connsiteX250" fmla="*/ 1239614 w 11269336"/>
              <a:gd name="connsiteY250" fmla="*/ 2209727 h 2323145"/>
              <a:gd name="connsiteX251" fmla="*/ 1202436 w 11269336"/>
              <a:gd name="connsiteY251" fmla="*/ 2209817 h 2323145"/>
              <a:gd name="connsiteX252" fmla="*/ 1136097 w 11269336"/>
              <a:gd name="connsiteY252" fmla="*/ 2205112 h 2323145"/>
              <a:gd name="connsiteX253" fmla="*/ 1048229 w 11269336"/>
              <a:gd name="connsiteY253" fmla="*/ 2207249 h 2323145"/>
              <a:gd name="connsiteX254" fmla="*/ 988232 w 11269336"/>
              <a:gd name="connsiteY254" fmla="*/ 2235635 h 2323145"/>
              <a:gd name="connsiteX255" fmla="*/ 981959 w 11269336"/>
              <a:gd name="connsiteY255" fmla="*/ 2231607 h 2323145"/>
              <a:gd name="connsiteX256" fmla="*/ 938600 w 11269336"/>
              <a:gd name="connsiteY256" fmla="*/ 2238113 h 2323145"/>
              <a:gd name="connsiteX257" fmla="*/ 791788 w 11269336"/>
              <a:gd name="connsiteY257" fmla="*/ 2293224 h 2323145"/>
              <a:gd name="connsiteX258" fmla="*/ 706914 w 11269336"/>
              <a:gd name="connsiteY258" fmla="*/ 2305046 h 2323145"/>
              <a:gd name="connsiteX259" fmla="*/ 675971 w 11269336"/>
              <a:gd name="connsiteY259" fmla="*/ 2304030 h 2323145"/>
              <a:gd name="connsiteX260" fmla="*/ 624180 w 11269336"/>
              <a:gd name="connsiteY260" fmla="*/ 2302650 h 2323145"/>
              <a:gd name="connsiteX261" fmla="*/ 583453 w 11269336"/>
              <a:gd name="connsiteY261" fmla="*/ 2288788 h 2323145"/>
              <a:gd name="connsiteX262" fmla="*/ 540946 w 11269336"/>
              <a:gd name="connsiteY262" fmla="*/ 2292721 h 2323145"/>
              <a:gd name="connsiteX263" fmla="*/ 533680 w 11269336"/>
              <a:gd name="connsiteY263" fmla="*/ 2310233 h 2323145"/>
              <a:gd name="connsiteX264" fmla="*/ 487366 w 11269336"/>
              <a:gd name="connsiteY264" fmla="*/ 2309053 h 2323145"/>
              <a:gd name="connsiteX265" fmla="*/ 416820 w 11269336"/>
              <a:gd name="connsiteY265" fmla="*/ 2305443 h 2323145"/>
              <a:gd name="connsiteX266" fmla="*/ 376805 w 11269336"/>
              <a:gd name="connsiteY266" fmla="*/ 2307647 h 2323145"/>
              <a:gd name="connsiteX267" fmla="*/ 266777 w 11269336"/>
              <a:gd name="connsiteY267" fmla="*/ 2309012 h 2323145"/>
              <a:gd name="connsiteX268" fmla="*/ 156013 w 11269336"/>
              <a:gd name="connsiteY268" fmla="*/ 2306832 h 2323145"/>
              <a:gd name="connsiteX269" fmla="*/ 87258 w 11269336"/>
              <a:gd name="connsiteY269" fmla="*/ 2285511 h 2323145"/>
              <a:gd name="connsiteX270" fmla="*/ 23798 w 11269336"/>
              <a:gd name="connsiteY270" fmla="*/ 2281822 h 2323145"/>
              <a:gd name="connsiteX271" fmla="*/ 0 w 11269336"/>
              <a:gd name="connsiteY271" fmla="*/ 2285369 h 2323145"/>
              <a:gd name="connsiteX272" fmla="*/ 0 w 11269336"/>
              <a:gd name="connsiteY272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742561 w 11269336"/>
              <a:gd name="connsiteY18" fmla="*/ 500437 h 2323145"/>
              <a:gd name="connsiteX19" fmla="*/ 9561831 w 11269336"/>
              <a:gd name="connsiteY19" fmla="*/ 547649 h 2323145"/>
              <a:gd name="connsiteX20" fmla="*/ 9380600 w 11269336"/>
              <a:gd name="connsiteY20" fmla="*/ 549821 h 2323145"/>
              <a:gd name="connsiteX21" fmla="*/ 9139429 w 11269336"/>
              <a:gd name="connsiteY21" fmla="*/ 696446 h 2323145"/>
              <a:gd name="connsiteX22" fmla="*/ 9114263 w 11269336"/>
              <a:gd name="connsiteY22" fmla="*/ 709213 h 2323145"/>
              <a:gd name="connsiteX23" fmla="*/ 9028928 w 11269336"/>
              <a:gd name="connsiteY23" fmla="*/ 745350 h 2323145"/>
              <a:gd name="connsiteX24" fmla="*/ 8977138 w 11269336"/>
              <a:gd name="connsiteY24" fmla="*/ 774970 h 2323145"/>
              <a:gd name="connsiteX25" fmla="*/ 8947030 w 11269336"/>
              <a:gd name="connsiteY25" fmla="*/ 814934 h 2323145"/>
              <a:gd name="connsiteX26" fmla="*/ 8914746 w 11269336"/>
              <a:gd name="connsiteY26" fmla="*/ 826428 h 2323145"/>
              <a:gd name="connsiteX27" fmla="*/ 8917778 w 11269336"/>
              <a:gd name="connsiteY27" fmla="*/ 835198 h 2323145"/>
              <a:gd name="connsiteX28" fmla="*/ 8905560 w 11269336"/>
              <a:gd name="connsiteY28" fmla="*/ 838358 h 2323145"/>
              <a:gd name="connsiteX29" fmla="*/ 8897564 w 11269336"/>
              <a:gd name="connsiteY29" fmla="*/ 834287 h 2323145"/>
              <a:gd name="connsiteX30" fmla="*/ 8878040 w 11269336"/>
              <a:gd name="connsiteY30" fmla="*/ 844150 h 2323145"/>
              <a:gd name="connsiteX31" fmla="*/ 8882654 w 11269336"/>
              <a:gd name="connsiteY31" fmla="*/ 892768 h 2323145"/>
              <a:gd name="connsiteX32" fmla="*/ 8837498 w 11269336"/>
              <a:gd name="connsiteY32" fmla="*/ 885664 h 2323145"/>
              <a:gd name="connsiteX33" fmla="*/ 8795998 w 11269336"/>
              <a:gd name="connsiteY33" fmla="*/ 863337 h 2323145"/>
              <a:gd name="connsiteX34" fmla="*/ 8776970 w 11269336"/>
              <a:gd name="connsiteY34" fmla="*/ 885177 h 2323145"/>
              <a:gd name="connsiteX35" fmla="*/ 8755719 w 11269336"/>
              <a:gd name="connsiteY35" fmla="*/ 889754 h 2323145"/>
              <a:gd name="connsiteX36" fmla="*/ 8743257 w 11269336"/>
              <a:gd name="connsiteY36" fmla="*/ 904723 h 2323145"/>
              <a:gd name="connsiteX37" fmla="*/ 8721366 w 11269336"/>
              <a:gd name="connsiteY37" fmla="*/ 904711 h 2323145"/>
              <a:gd name="connsiteX38" fmla="*/ 8678353 w 11269336"/>
              <a:gd name="connsiteY38" fmla="*/ 926318 h 2323145"/>
              <a:gd name="connsiteX39" fmla="*/ 8636849 w 11269336"/>
              <a:gd name="connsiteY39" fmla="*/ 937900 h 2323145"/>
              <a:gd name="connsiteX40" fmla="*/ 8620213 w 11269336"/>
              <a:gd name="connsiteY40" fmla="*/ 943068 h 2323145"/>
              <a:gd name="connsiteX41" fmla="*/ 8612581 w 11269336"/>
              <a:gd name="connsiteY41" fmla="*/ 952695 h 2323145"/>
              <a:gd name="connsiteX42" fmla="*/ 8589038 w 11269336"/>
              <a:gd name="connsiteY42" fmla="*/ 963892 h 2323145"/>
              <a:gd name="connsiteX43" fmla="*/ 8579950 w 11269336"/>
              <a:gd name="connsiteY43" fmla="*/ 960899 h 2323145"/>
              <a:gd name="connsiteX44" fmla="*/ 8579319 w 11269336"/>
              <a:gd name="connsiteY44" fmla="*/ 965630 h 2323145"/>
              <a:gd name="connsiteX45" fmla="*/ 8547429 w 11269336"/>
              <a:gd name="connsiteY45" fmla="*/ 984506 h 2323145"/>
              <a:gd name="connsiteX46" fmla="*/ 8478704 w 11269336"/>
              <a:gd name="connsiteY46" fmla="*/ 1025490 h 2323145"/>
              <a:gd name="connsiteX47" fmla="*/ 8461421 w 11269336"/>
              <a:gd name="connsiteY47" fmla="*/ 1035512 h 2323145"/>
              <a:gd name="connsiteX48" fmla="*/ 8445003 w 11269336"/>
              <a:gd name="connsiteY48" fmla="*/ 1036851 h 2323145"/>
              <a:gd name="connsiteX49" fmla="*/ 8357350 w 11269336"/>
              <a:gd name="connsiteY49" fmla="*/ 1060213 h 2323145"/>
              <a:gd name="connsiteX50" fmla="*/ 8335565 w 11269336"/>
              <a:gd name="connsiteY50" fmla="*/ 1061151 h 2323145"/>
              <a:gd name="connsiteX51" fmla="*/ 8325267 w 11269336"/>
              <a:gd name="connsiteY51" fmla="*/ 1055919 h 2323145"/>
              <a:gd name="connsiteX52" fmla="*/ 8293586 w 11269336"/>
              <a:gd name="connsiteY52" fmla="*/ 1076144 h 2323145"/>
              <a:gd name="connsiteX53" fmla="*/ 8242405 w 11269336"/>
              <a:gd name="connsiteY53" fmla="*/ 1095960 h 2323145"/>
              <a:gd name="connsiteX54" fmla="*/ 8218531 w 11269336"/>
              <a:gd name="connsiteY54" fmla="*/ 1107622 h 2323145"/>
              <a:gd name="connsiteX55" fmla="*/ 8197391 w 11269336"/>
              <a:gd name="connsiteY55" fmla="*/ 1107746 h 2323145"/>
              <a:gd name="connsiteX56" fmla="*/ 8081474 w 11269336"/>
              <a:gd name="connsiteY56" fmla="*/ 1130125 h 2323145"/>
              <a:gd name="connsiteX57" fmla="*/ 8053585 w 11269336"/>
              <a:gd name="connsiteY57" fmla="*/ 1129169 h 2323145"/>
              <a:gd name="connsiteX58" fmla="*/ 8038422 w 11269336"/>
              <a:gd name="connsiteY58" fmla="*/ 1119092 h 2323145"/>
              <a:gd name="connsiteX59" fmla="*/ 8029450 w 11269336"/>
              <a:gd name="connsiteY59" fmla="*/ 1125592 h 2323145"/>
              <a:gd name="connsiteX60" fmla="*/ 7959552 w 11269336"/>
              <a:gd name="connsiteY60" fmla="*/ 1140188 h 2323145"/>
              <a:gd name="connsiteX61" fmla="*/ 7914188 w 11269336"/>
              <a:gd name="connsiteY61" fmla="*/ 1150862 h 2323145"/>
              <a:gd name="connsiteX62" fmla="*/ 7914918 w 11269336"/>
              <a:gd name="connsiteY62" fmla="*/ 1168758 h 2323145"/>
              <a:gd name="connsiteX63" fmla="*/ 7875510 w 11269336"/>
              <a:gd name="connsiteY63" fmla="*/ 1183153 h 2323145"/>
              <a:gd name="connsiteX64" fmla="*/ 7829932 w 11269336"/>
              <a:gd name="connsiteY64" fmla="*/ 1180782 h 2323145"/>
              <a:gd name="connsiteX65" fmla="*/ 7779182 w 11269336"/>
              <a:gd name="connsiteY65" fmla="*/ 1192665 h 2323145"/>
              <a:gd name="connsiteX66" fmla="*/ 7748774 w 11269336"/>
              <a:gd name="connsiteY66" fmla="*/ 1199586 h 2323145"/>
              <a:gd name="connsiteX67" fmla="*/ 7671846 w 11269336"/>
              <a:gd name="connsiteY67" fmla="*/ 1231966 h 2323145"/>
              <a:gd name="connsiteX68" fmla="*/ 7554146 w 11269336"/>
              <a:gd name="connsiteY68" fmla="*/ 1319748 h 2323145"/>
              <a:gd name="connsiteX69" fmla="*/ 7515052 w 11269336"/>
              <a:gd name="connsiteY69" fmla="*/ 1336718 h 2323145"/>
              <a:gd name="connsiteX70" fmla="*/ 7507193 w 11269336"/>
              <a:gd name="connsiteY70" fmla="*/ 1334617 h 2323145"/>
              <a:gd name="connsiteX71" fmla="*/ 7461694 w 11269336"/>
              <a:gd name="connsiteY71" fmla="*/ 1375866 h 2323145"/>
              <a:gd name="connsiteX72" fmla="*/ 7377571 w 11269336"/>
              <a:gd name="connsiteY72" fmla="*/ 1400128 h 2323145"/>
              <a:gd name="connsiteX73" fmla="*/ 7311261 w 11269336"/>
              <a:gd name="connsiteY73" fmla="*/ 1412652 h 2323145"/>
              <a:gd name="connsiteX74" fmla="*/ 7275307 w 11269336"/>
              <a:gd name="connsiteY74" fmla="*/ 1422171 h 2323145"/>
              <a:gd name="connsiteX75" fmla="*/ 7247783 w 11269336"/>
              <a:gd name="connsiteY75" fmla="*/ 1426330 h 2323145"/>
              <a:gd name="connsiteX76" fmla="*/ 7185047 w 11269336"/>
              <a:gd name="connsiteY76" fmla="*/ 1451812 h 2323145"/>
              <a:gd name="connsiteX77" fmla="*/ 7084117 w 11269336"/>
              <a:gd name="connsiteY77" fmla="*/ 1500281 h 2323145"/>
              <a:gd name="connsiteX78" fmla="*/ 7062011 w 11269336"/>
              <a:gd name="connsiteY78" fmla="*/ 1509183 h 2323145"/>
              <a:gd name="connsiteX79" fmla="*/ 7040555 w 11269336"/>
              <a:gd name="connsiteY79" fmla="*/ 1511207 h 2323145"/>
              <a:gd name="connsiteX80" fmla="*/ 7033438 w 11269336"/>
              <a:gd name="connsiteY80" fmla="*/ 1506772 h 2323145"/>
              <a:gd name="connsiteX81" fmla="*/ 7020886 w 11269336"/>
              <a:gd name="connsiteY81" fmla="*/ 1510764 h 2323145"/>
              <a:gd name="connsiteX82" fmla="*/ 7017033 w 11269336"/>
              <a:gd name="connsiteY82" fmla="*/ 1510650 h 2323145"/>
              <a:gd name="connsiteX83" fmla="*/ 6995460 w 11269336"/>
              <a:gd name="connsiteY83" fmla="*/ 1511173 h 2323145"/>
              <a:gd name="connsiteX84" fmla="*/ 6962144 w 11269336"/>
              <a:gd name="connsiteY84" fmla="*/ 1541508 h 2323145"/>
              <a:gd name="connsiteX85" fmla="*/ 6910674 w 11269336"/>
              <a:gd name="connsiteY85" fmla="*/ 1554793 h 2323145"/>
              <a:gd name="connsiteX86" fmla="*/ 6732152 w 11269336"/>
              <a:gd name="connsiteY86" fmla="*/ 1642538 h 2323145"/>
              <a:gd name="connsiteX87" fmla="*/ 6694106 w 11269336"/>
              <a:gd name="connsiteY87" fmla="*/ 1632377 h 2323145"/>
              <a:gd name="connsiteX88" fmla="*/ 6617223 w 11269336"/>
              <a:gd name="connsiteY88" fmla="*/ 1659889 h 2323145"/>
              <a:gd name="connsiteX89" fmla="*/ 6521138 w 11269336"/>
              <a:gd name="connsiteY89" fmla="*/ 1744340 h 2323145"/>
              <a:gd name="connsiteX90" fmla="*/ 6380677 w 11269336"/>
              <a:gd name="connsiteY90" fmla="*/ 1796883 h 2323145"/>
              <a:gd name="connsiteX91" fmla="*/ 6374897 w 11269336"/>
              <a:gd name="connsiteY91" fmla="*/ 1809910 h 2323145"/>
              <a:gd name="connsiteX92" fmla="*/ 6364545 w 11269336"/>
              <a:gd name="connsiteY92" fmla="*/ 1820090 h 2323145"/>
              <a:gd name="connsiteX93" fmla="*/ 6362126 w 11269336"/>
              <a:gd name="connsiteY93" fmla="*/ 1819991 h 2323145"/>
              <a:gd name="connsiteX94" fmla="*/ 6346673 w 11269336"/>
              <a:gd name="connsiteY94" fmla="*/ 1827824 h 2323145"/>
              <a:gd name="connsiteX95" fmla="*/ 6345588 w 11269336"/>
              <a:gd name="connsiteY95" fmla="*/ 1832232 h 2323145"/>
              <a:gd name="connsiteX96" fmla="*/ 6335708 w 11269336"/>
              <a:gd name="connsiteY96" fmla="*/ 1838451 h 2323145"/>
              <a:gd name="connsiteX97" fmla="*/ 6318182 w 11269336"/>
              <a:gd name="connsiteY97" fmla="*/ 1852975 h 2323145"/>
              <a:gd name="connsiteX98" fmla="*/ 6313084 w 11269336"/>
              <a:gd name="connsiteY98" fmla="*/ 1853561 h 2323145"/>
              <a:gd name="connsiteX99" fmla="*/ 6283816 w 11269336"/>
              <a:gd name="connsiteY99" fmla="*/ 1872148 h 2323145"/>
              <a:gd name="connsiteX100" fmla="*/ 6282550 w 11269336"/>
              <a:gd name="connsiteY100" fmla="*/ 1871392 h 2323145"/>
              <a:gd name="connsiteX101" fmla="*/ 6270527 w 11269336"/>
              <a:gd name="connsiteY101" fmla="*/ 1872208 h 2323145"/>
              <a:gd name="connsiteX102" fmla="*/ 6249518 w 11269336"/>
              <a:gd name="connsiteY102" fmla="*/ 1876079 h 2323145"/>
              <a:gd name="connsiteX103" fmla="*/ 6190386 w 11269336"/>
              <a:gd name="connsiteY103" fmla="*/ 1872478 h 2323145"/>
              <a:gd name="connsiteX104" fmla="*/ 6159777 w 11269336"/>
              <a:gd name="connsiteY104" fmla="*/ 1891745 h 2323145"/>
              <a:gd name="connsiteX105" fmla="*/ 6153131 w 11269336"/>
              <a:gd name="connsiteY105" fmla="*/ 1895079 h 2323145"/>
              <a:gd name="connsiteX106" fmla="*/ 6152798 w 11269336"/>
              <a:gd name="connsiteY106" fmla="*/ 1894920 h 2323145"/>
              <a:gd name="connsiteX107" fmla="*/ 6145388 w 11269336"/>
              <a:gd name="connsiteY107" fmla="*/ 1897990 h 2323145"/>
              <a:gd name="connsiteX108" fmla="*/ 6141014 w 11269336"/>
              <a:gd name="connsiteY108" fmla="*/ 1901155 h 2323145"/>
              <a:gd name="connsiteX109" fmla="*/ 6128122 w 11269336"/>
              <a:gd name="connsiteY109" fmla="*/ 1907623 h 2323145"/>
              <a:gd name="connsiteX110" fmla="*/ 6122351 w 11269336"/>
              <a:gd name="connsiteY110" fmla="*/ 1908359 h 2323145"/>
              <a:gd name="connsiteX111" fmla="*/ 6064750 w 11269336"/>
              <a:gd name="connsiteY111" fmla="*/ 1896394 h 2323145"/>
              <a:gd name="connsiteX112" fmla="*/ 5964230 w 11269336"/>
              <a:gd name="connsiteY112" fmla="*/ 1910038 h 2323145"/>
              <a:gd name="connsiteX113" fmla="*/ 5865399 w 11269336"/>
              <a:gd name="connsiteY113" fmla="*/ 1926966 h 2323145"/>
              <a:gd name="connsiteX114" fmla="*/ 5829951 w 11269336"/>
              <a:gd name="connsiteY114" fmla="*/ 1934755 h 2323145"/>
              <a:gd name="connsiteX115" fmla="*/ 5765285 w 11269336"/>
              <a:gd name="connsiteY115" fmla="*/ 1941322 h 2323145"/>
              <a:gd name="connsiteX116" fmla="*/ 5734750 w 11269336"/>
              <a:gd name="connsiteY116" fmla="*/ 1939793 h 2323145"/>
              <a:gd name="connsiteX117" fmla="*/ 5733569 w 11269336"/>
              <a:gd name="connsiteY117" fmla="*/ 1940505 h 2323145"/>
              <a:gd name="connsiteX118" fmla="*/ 5730329 w 11269336"/>
              <a:gd name="connsiteY118" fmla="*/ 1937845 h 2323145"/>
              <a:gd name="connsiteX119" fmla="*/ 5724661 w 11269336"/>
              <a:gd name="connsiteY119" fmla="*/ 1937455 h 2323145"/>
              <a:gd name="connsiteX120" fmla="*/ 5710186 w 11269336"/>
              <a:gd name="connsiteY120" fmla="*/ 1941370 h 2323145"/>
              <a:gd name="connsiteX121" fmla="*/ 5704910 w 11269336"/>
              <a:gd name="connsiteY121" fmla="*/ 1943663 h 2323145"/>
              <a:gd name="connsiteX122" fmla="*/ 5696836 w 11269336"/>
              <a:gd name="connsiteY122" fmla="*/ 1945271 h 2323145"/>
              <a:gd name="connsiteX123" fmla="*/ 5696583 w 11269336"/>
              <a:gd name="connsiteY123" fmla="*/ 1945050 h 2323145"/>
              <a:gd name="connsiteX124" fmla="*/ 5689123 w 11269336"/>
              <a:gd name="connsiteY124" fmla="*/ 1947067 h 2323145"/>
              <a:gd name="connsiteX125" fmla="*/ 5653291 w 11269336"/>
              <a:gd name="connsiteY125" fmla="*/ 1960245 h 2323145"/>
              <a:gd name="connsiteX126" fmla="*/ 5599385 w 11269336"/>
              <a:gd name="connsiteY126" fmla="*/ 1945198 h 2323145"/>
              <a:gd name="connsiteX127" fmla="*/ 5578300 w 11269336"/>
              <a:gd name="connsiteY127" fmla="*/ 1944963 h 2323145"/>
              <a:gd name="connsiteX128" fmla="*/ 5566758 w 11269336"/>
              <a:gd name="connsiteY128" fmla="*/ 1943441 h 2323145"/>
              <a:gd name="connsiteX129" fmla="*/ 5565857 w 11269336"/>
              <a:gd name="connsiteY129" fmla="*/ 1942445 h 2323145"/>
              <a:gd name="connsiteX130" fmla="*/ 5531534 w 11269336"/>
              <a:gd name="connsiteY130" fmla="*/ 1955208 h 2323145"/>
              <a:gd name="connsiteX131" fmla="*/ 5526552 w 11269336"/>
              <a:gd name="connsiteY131" fmla="*/ 1954799 h 2323145"/>
              <a:gd name="connsiteX132" fmla="*/ 5504723 w 11269336"/>
              <a:gd name="connsiteY132" fmla="*/ 1965811 h 2323145"/>
              <a:gd name="connsiteX133" fmla="*/ 5493156 w 11269336"/>
              <a:gd name="connsiteY133" fmla="*/ 1970063 h 2323145"/>
              <a:gd name="connsiteX134" fmla="*/ 5490486 w 11269336"/>
              <a:gd name="connsiteY134" fmla="*/ 1974227 h 2323145"/>
              <a:gd name="connsiteX135" fmla="*/ 5473107 w 11269336"/>
              <a:gd name="connsiteY135" fmla="*/ 1979001 h 2323145"/>
              <a:gd name="connsiteX136" fmla="*/ 5470885 w 11269336"/>
              <a:gd name="connsiteY136" fmla="*/ 1978432 h 2323145"/>
              <a:gd name="connsiteX137" fmla="*/ 5457393 w 11269336"/>
              <a:gd name="connsiteY137" fmla="*/ 1986525 h 2323145"/>
              <a:gd name="connsiteX138" fmla="*/ 5447102 w 11269336"/>
              <a:gd name="connsiteY138" fmla="*/ 1998329 h 2323145"/>
              <a:gd name="connsiteX139" fmla="*/ 5159151 w 11269336"/>
              <a:gd name="connsiteY139" fmla="*/ 2029640 h 2323145"/>
              <a:gd name="connsiteX140" fmla="*/ 5041688 w 11269336"/>
              <a:gd name="connsiteY140" fmla="*/ 2022334 h 2323145"/>
              <a:gd name="connsiteX141" fmla="*/ 4860988 w 11269336"/>
              <a:gd name="connsiteY141" fmla="*/ 2135698 h 2323145"/>
              <a:gd name="connsiteX142" fmla="*/ 4807902 w 11269336"/>
              <a:gd name="connsiteY142" fmla="*/ 2138894 h 2323145"/>
              <a:gd name="connsiteX143" fmla="*/ 4765388 w 11269336"/>
              <a:gd name="connsiteY143" fmla="*/ 2162525 h 2323145"/>
              <a:gd name="connsiteX144" fmla="*/ 4745033 w 11269336"/>
              <a:gd name="connsiteY144" fmla="*/ 2158859 h 2323145"/>
              <a:gd name="connsiteX145" fmla="*/ 4741475 w 11269336"/>
              <a:gd name="connsiteY145" fmla="*/ 2157998 h 2323145"/>
              <a:gd name="connsiteX146" fmla="*/ 4728247 w 11269336"/>
              <a:gd name="connsiteY146" fmla="*/ 2159526 h 2323145"/>
              <a:gd name="connsiteX147" fmla="*/ 4723263 w 11269336"/>
              <a:gd name="connsiteY147" fmla="*/ 2153742 h 2323145"/>
              <a:gd name="connsiteX148" fmla="*/ 4702453 w 11269336"/>
              <a:gd name="connsiteY148" fmla="*/ 2151586 h 2323145"/>
              <a:gd name="connsiteX149" fmla="*/ 4678455 w 11269336"/>
              <a:gd name="connsiteY149" fmla="*/ 2156131 h 2323145"/>
              <a:gd name="connsiteX150" fmla="*/ 4593061 w 11269336"/>
              <a:gd name="connsiteY150" fmla="*/ 2171597 h 2323145"/>
              <a:gd name="connsiteX151" fmla="*/ 4579902 w 11269336"/>
              <a:gd name="connsiteY151" fmla="*/ 2177927 h 2323145"/>
              <a:gd name="connsiteX152" fmla="*/ 4533444 w 11269336"/>
              <a:gd name="connsiteY152" fmla="*/ 2181200 h 2323145"/>
              <a:gd name="connsiteX153" fmla="*/ 4492832 w 11269336"/>
              <a:gd name="connsiteY153" fmla="*/ 2188033 h 2323145"/>
              <a:gd name="connsiteX154" fmla="*/ 4467257 w 11269336"/>
              <a:gd name="connsiteY154" fmla="*/ 2196121 h 2323145"/>
              <a:gd name="connsiteX155" fmla="*/ 4459937 w 11269336"/>
              <a:gd name="connsiteY155" fmla="*/ 2195182 h 2323145"/>
              <a:gd name="connsiteX156" fmla="*/ 4433312 w 11269336"/>
              <a:gd name="connsiteY156" fmla="*/ 2199004 h 2323145"/>
              <a:gd name="connsiteX157" fmla="*/ 4420601 w 11269336"/>
              <a:gd name="connsiteY157" fmla="*/ 2205158 h 2323145"/>
              <a:gd name="connsiteX158" fmla="*/ 4405765 w 11269336"/>
              <a:gd name="connsiteY158" fmla="*/ 2199902 h 2323145"/>
              <a:gd name="connsiteX159" fmla="*/ 4401354 w 11269336"/>
              <a:gd name="connsiteY159" fmla="*/ 2194745 h 2323145"/>
              <a:gd name="connsiteX160" fmla="*/ 4383151 w 11269336"/>
              <a:gd name="connsiteY160" fmla="*/ 2201140 h 2323145"/>
              <a:gd name="connsiteX161" fmla="*/ 4366646 w 11269336"/>
              <a:gd name="connsiteY161" fmla="*/ 2198564 h 2323145"/>
              <a:gd name="connsiteX162" fmla="*/ 4354009 w 11269336"/>
              <a:gd name="connsiteY162" fmla="*/ 2204984 h 2323145"/>
              <a:gd name="connsiteX163" fmla="*/ 4348284 w 11269336"/>
              <a:gd name="connsiteY163" fmla="*/ 2205270 h 2323145"/>
              <a:gd name="connsiteX164" fmla="*/ 4333906 w 11269336"/>
              <a:gd name="connsiteY164" fmla="*/ 2205251 h 2323145"/>
              <a:gd name="connsiteX165" fmla="*/ 4308819 w 11269336"/>
              <a:gd name="connsiteY165" fmla="*/ 2203822 h 2323145"/>
              <a:gd name="connsiteX166" fmla="*/ 4301210 w 11269336"/>
              <a:gd name="connsiteY166" fmla="*/ 2204456 h 2323145"/>
              <a:gd name="connsiteX167" fmla="*/ 4283095 w 11269336"/>
              <a:gd name="connsiteY167" fmla="*/ 2198177 h 2323145"/>
              <a:gd name="connsiteX168" fmla="*/ 4250119 w 11269336"/>
              <a:gd name="connsiteY168" fmla="*/ 2196342 h 2323145"/>
              <a:gd name="connsiteX169" fmla="*/ 4189203 w 11269336"/>
              <a:gd name="connsiteY169" fmla="*/ 2178994 h 2323145"/>
              <a:gd name="connsiteX170" fmla="*/ 4154035 w 11269336"/>
              <a:gd name="connsiteY170" fmla="*/ 2171950 h 2323145"/>
              <a:gd name="connsiteX171" fmla="*/ 4129569 w 11269336"/>
              <a:gd name="connsiteY171" fmla="*/ 2163850 h 2323145"/>
              <a:gd name="connsiteX172" fmla="*/ 4061250 w 11269336"/>
              <a:gd name="connsiteY172" fmla="*/ 2159236 h 2323145"/>
              <a:gd name="connsiteX173" fmla="*/ 3945480 w 11269336"/>
              <a:gd name="connsiteY173" fmla="*/ 2158279 h 2323145"/>
              <a:gd name="connsiteX174" fmla="*/ 3921468 w 11269336"/>
              <a:gd name="connsiteY174" fmla="*/ 2156588 h 2323145"/>
              <a:gd name="connsiteX175" fmla="*/ 3903348 w 11269336"/>
              <a:gd name="connsiteY175" fmla="*/ 2149220 h 2323145"/>
              <a:gd name="connsiteX176" fmla="*/ 3901342 w 11269336"/>
              <a:gd name="connsiteY176" fmla="*/ 2142355 h 2323145"/>
              <a:gd name="connsiteX177" fmla="*/ 3888539 w 11269336"/>
              <a:gd name="connsiteY177" fmla="*/ 2140476 h 2323145"/>
              <a:gd name="connsiteX178" fmla="*/ 3885662 w 11269336"/>
              <a:gd name="connsiteY178" fmla="*/ 2138740 h 2323145"/>
              <a:gd name="connsiteX179" fmla="*/ 3868627 w 11269336"/>
              <a:gd name="connsiteY179" fmla="*/ 2130023 h 2323145"/>
              <a:gd name="connsiteX180" fmla="*/ 3819177 w 11269336"/>
              <a:gd name="connsiteY180" fmla="*/ 2142111 h 2323145"/>
              <a:gd name="connsiteX181" fmla="*/ 3769100 w 11269336"/>
              <a:gd name="connsiteY181" fmla="*/ 2131731 h 2323145"/>
              <a:gd name="connsiteX182" fmla="*/ 3562752 w 11269336"/>
              <a:gd name="connsiteY182" fmla="*/ 2131785 h 2323145"/>
              <a:gd name="connsiteX183" fmla="*/ 3541402 w 11269336"/>
              <a:gd name="connsiteY183" fmla="*/ 2106821 h 2323145"/>
              <a:gd name="connsiteX184" fmla="*/ 3460591 w 11269336"/>
              <a:gd name="connsiteY184" fmla="*/ 2097951 h 2323145"/>
              <a:gd name="connsiteX185" fmla="*/ 3320348 w 11269336"/>
              <a:gd name="connsiteY185" fmla="*/ 2130191 h 2323145"/>
              <a:gd name="connsiteX186" fmla="*/ 3170922 w 11269336"/>
              <a:gd name="connsiteY186" fmla="*/ 2115957 h 2323145"/>
              <a:gd name="connsiteX187" fmla="*/ 3156256 w 11269336"/>
              <a:gd name="connsiteY187" fmla="*/ 2124773 h 2323145"/>
              <a:gd name="connsiteX188" fmla="*/ 3140298 w 11269336"/>
              <a:gd name="connsiteY188" fmla="*/ 2129182 h 2323145"/>
              <a:gd name="connsiteX189" fmla="*/ 3138514 w 11269336"/>
              <a:gd name="connsiteY189" fmla="*/ 2128069 h 2323145"/>
              <a:gd name="connsiteX190" fmla="*/ 3120467 w 11269336"/>
              <a:gd name="connsiteY190" fmla="*/ 2128281 h 2323145"/>
              <a:gd name="connsiteX191" fmla="*/ 3116175 w 11269336"/>
              <a:gd name="connsiteY191" fmla="*/ 2131633 h 2323145"/>
              <a:gd name="connsiteX192" fmla="*/ 3103685 w 11269336"/>
              <a:gd name="connsiteY192" fmla="*/ 2132814 h 2323145"/>
              <a:gd name="connsiteX193" fmla="*/ 3078794 w 11269336"/>
              <a:gd name="connsiteY193" fmla="*/ 2137935 h 2323145"/>
              <a:gd name="connsiteX194" fmla="*/ 3074407 w 11269336"/>
              <a:gd name="connsiteY194" fmla="*/ 2136274 h 2323145"/>
              <a:gd name="connsiteX195" fmla="*/ 3037285 w 11269336"/>
              <a:gd name="connsiteY195" fmla="*/ 2139919 h 2323145"/>
              <a:gd name="connsiteX196" fmla="*/ 3036901 w 11269336"/>
              <a:gd name="connsiteY196" fmla="*/ 2138726 h 2323145"/>
              <a:gd name="connsiteX197" fmla="*/ 3026996 w 11269336"/>
              <a:gd name="connsiteY197" fmla="*/ 2134322 h 2323145"/>
              <a:gd name="connsiteX198" fmla="*/ 3007772 w 11269336"/>
              <a:gd name="connsiteY198" fmla="*/ 2128742 h 2323145"/>
              <a:gd name="connsiteX199" fmla="*/ 2965030 w 11269336"/>
              <a:gd name="connsiteY199" fmla="*/ 2100494 h 2323145"/>
              <a:gd name="connsiteX200" fmla="*/ 2926342 w 11269336"/>
              <a:gd name="connsiteY200" fmla="*/ 2104155 h 2323145"/>
              <a:gd name="connsiteX201" fmla="*/ 2918608 w 11269336"/>
              <a:gd name="connsiteY201" fmla="*/ 2104215 h 2323145"/>
              <a:gd name="connsiteX202" fmla="*/ 2918475 w 11269336"/>
              <a:gd name="connsiteY202" fmla="*/ 2103937 h 2323145"/>
              <a:gd name="connsiteX203" fmla="*/ 2910360 w 11269336"/>
              <a:gd name="connsiteY203" fmla="*/ 2103444 h 2323145"/>
              <a:gd name="connsiteX204" fmla="*/ 2904507 w 11269336"/>
              <a:gd name="connsiteY204" fmla="*/ 2104326 h 2323145"/>
              <a:gd name="connsiteX205" fmla="*/ 2889503 w 11269336"/>
              <a:gd name="connsiteY205" fmla="*/ 2104443 h 2323145"/>
              <a:gd name="connsiteX206" fmla="*/ 2884480 w 11269336"/>
              <a:gd name="connsiteY206" fmla="*/ 2102626 h 2323145"/>
              <a:gd name="connsiteX207" fmla="*/ 2882689 w 11269336"/>
              <a:gd name="connsiteY207" fmla="*/ 2099228 h 2323145"/>
              <a:gd name="connsiteX208" fmla="*/ 2881291 w 11269336"/>
              <a:gd name="connsiteY208" fmla="*/ 2099618 h 2323145"/>
              <a:gd name="connsiteX209" fmla="*/ 2853979 w 11269336"/>
              <a:gd name="connsiteY209" fmla="*/ 2090388 h 2323145"/>
              <a:gd name="connsiteX210" fmla="*/ 2791790 w 11269336"/>
              <a:gd name="connsiteY210" fmla="*/ 2080332 h 2323145"/>
              <a:gd name="connsiteX211" fmla="*/ 2755844 w 11269336"/>
              <a:gd name="connsiteY211" fmla="*/ 2078874 h 2323145"/>
              <a:gd name="connsiteX212" fmla="*/ 2657742 w 11269336"/>
              <a:gd name="connsiteY212" fmla="*/ 2070179 h 2323145"/>
              <a:gd name="connsiteX213" fmla="*/ 2559549 w 11269336"/>
              <a:gd name="connsiteY213" fmla="*/ 2057873 h 2323145"/>
              <a:gd name="connsiteX214" fmla="*/ 2512054 w 11269336"/>
              <a:gd name="connsiteY214" fmla="*/ 2031671 h 2323145"/>
              <a:gd name="connsiteX215" fmla="*/ 2506437 w 11269336"/>
              <a:gd name="connsiteY215" fmla="*/ 2030918 h 2323145"/>
              <a:gd name="connsiteX216" fmla="*/ 2491752 w 11269336"/>
              <a:gd name="connsiteY216" fmla="*/ 2033906 h 2323145"/>
              <a:gd name="connsiteX217" fmla="*/ 2486338 w 11269336"/>
              <a:gd name="connsiteY217" fmla="*/ 2035862 h 2323145"/>
              <a:gd name="connsiteX218" fmla="*/ 2478186 w 11269336"/>
              <a:gd name="connsiteY218" fmla="*/ 2036953 h 2323145"/>
              <a:gd name="connsiteX219" fmla="*/ 2477950 w 11269336"/>
              <a:gd name="connsiteY219" fmla="*/ 2036715 h 2323145"/>
              <a:gd name="connsiteX220" fmla="*/ 2470381 w 11269336"/>
              <a:gd name="connsiteY220" fmla="*/ 2038256 h 2323145"/>
              <a:gd name="connsiteX221" fmla="*/ 2433781 w 11269336"/>
              <a:gd name="connsiteY221" fmla="*/ 2049140 h 2323145"/>
              <a:gd name="connsiteX222" fmla="*/ 2381172 w 11269336"/>
              <a:gd name="connsiteY222" fmla="*/ 2030645 h 2323145"/>
              <a:gd name="connsiteX223" fmla="*/ 2360198 w 11269336"/>
              <a:gd name="connsiteY223" fmla="*/ 2029059 h 2323145"/>
              <a:gd name="connsiteX224" fmla="*/ 2348815 w 11269336"/>
              <a:gd name="connsiteY224" fmla="*/ 2026798 h 2323145"/>
              <a:gd name="connsiteX225" fmla="*/ 2347988 w 11269336"/>
              <a:gd name="connsiteY225" fmla="*/ 2025745 h 2323145"/>
              <a:gd name="connsiteX226" fmla="*/ 2312920 w 11269336"/>
              <a:gd name="connsiteY226" fmla="*/ 2036311 h 2323145"/>
              <a:gd name="connsiteX227" fmla="*/ 2307986 w 11269336"/>
              <a:gd name="connsiteY227" fmla="*/ 2035583 h 2323145"/>
              <a:gd name="connsiteX228" fmla="*/ 2285481 w 11269336"/>
              <a:gd name="connsiteY228" fmla="*/ 2045197 h 2323145"/>
              <a:gd name="connsiteX229" fmla="*/ 2273666 w 11269336"/>
              <a:gd name="connsiteY229" fmla="*/ 2048710 h 2323145"/>
              <a:gd name="connsiteX230" fmla="*/ 2270719 w 11269336"/>
              <a:gd name="connsiteY230" fmla="*/ 2052702 h 2323145"/>
              <a:gd name="connsiteX231" fmla="*/ 2253080 w 11269336"/>
              <a:gd name="connsiteY231" fmla="*/ 2056363 h 2323145"/>
              <a:gd name="connsiteX232" fmla="*/ 2250906 w 11269336"/>
              <a:gd name="connsiteY232" fmla="*/ 2055654 h 2323145"/>
              <a:gd name="connsiteX233" fmla="*/ 2236905 w 11269336"/>
              <a:gd name="connsiteY233" fmla="*/ 2062882 h 2323145"/>
              <a:gd name="connsiteX234" fmla="*/ 2225830 w 11269336"/>
              <a:gd name="connsiteY234" fmla="*/ 2074027 h 2323145"/>
              <a:gd name="connsiteX235" fmla="*/ 2073776 w 11269336"/>
              <a:gd name="connsiteY235" fmla="*/ 2089244 h 2323145"/>
              <a:gd name="connsiteX236" fmla="*/ 1948256 w 11269336"/>
              <a:gd name="connsiteY236" fmla="*/ 2146616 h 2323145"/>
              <a:gd name="connsiteX237" fmla="*/ 1865582 w 11269336"/>
              <a:gd name="connsiteY237" fmla="*/ 2153738 h 2323145"/>
              <a:gd name="connsiteX238" fmla="*/ 1835210 w 11269336"/>
              <a:gd name="connsiteY238" fmla="*/ 2134244 h 2323145"/>
              <a:gd name="connsiteX239" fmla="*/ 1632661 w 11269336"/>
              <a:gd name="connsiteY239" fmla="*/ 2173882 h 2323145"/>
              <a:gd name="connsiteX240" fmla="*/ 1579590 w 11269336"/>
              <a:gd name="connsiteY240" fmla="*/ 2173680 h 2323145"/>
              <a:gd name="connsiteX241" fmla="*/ 1535601 w 11269336"/>
              <a:gd name="connsiteY241" fmla="*/ 2194590 h 2323145"/>
              <a:gd name="connsiteX242" fmla="*/ 1515594 w 11269336"/>
              <a:gd name="connsiteY242" fmla="*/ 2189622 h 2323145"/>
              <a:gd name="connsiteX243" fmla="*/ 1512113 w 11269336"/>
              <a:gd name="connsiteY243" fmla="*/ 2188534 h 2323145"/>
              <a:gd name="connsiteX244" fmla="*/ 1498838 w 11269336"/>
              <a:gd name="connsiteY244" fmla="*/ 2189213 h 2323145"/>
              <a:gd name="connsiteX245" fmla="*/ 1494279 w 11269336"/>
              <a:gd name="connsiteY245" fmla="*/ 2183112 h 2323145"/>
              <a:gd name="connsiteX246" fmla="*/ 1473714 w 11269336"/>
              <a:gd name="connsiteY246" fmla="*/ 2179625 h 2323145"/>
              <a:gd name="connsiteX247" fmla="*/ 1449503 w 11269336"/>
              <a:gd name="connsiteY247" fmla="*/ 2182633 h 2323145"/>
              <a:gd name="connsiteX248" fmla="*/ 1335495 w 11269336"/>
              <a:gd name="connsiteY248" fmla="*/ 2203940 h 2323145"/>
              <a:gd name="connsiteX249" fmla="*/ 1266687 w 11269336"/>
              <a:gd name="connsiteY249" fmla="*/ 2212688 h 2323145"/>
              <a:gd name="connsiteX250" fmla="*/ 1239614 w 11269336"/>
              <a:gd name="connsiteY250" fmla="*/ 2209727 h 2323145"/>
              <a:gd name="connsiteX251" fmla="*/ 1202436 w 11269336"/>
              <a:gd name="connsiteY251" fmla="*/ 2209817 h 2323145"/>
              <a:gd name="connsiteX252" fmla="*/ 1136097 w 11269336"/>
              <a:gd name="connsiteY252" fmla="*/ 2205112 h 2323145"/>
              <a:gd name="connsiteX253" fmla="*/ 1048229 w 11269336"/>
              <a:gd name="connsiteY253" fmla="*/ 2207249 h 2323145"/>
              <a:gd name="connsiteX254" fmla="*/ 988232 w 11269336"/>
              <a:gd name="connsiteY254" fmla="*/ 2235635 h 2323145"/>
              <a:gd name="connsiteX255" fmla="*/ 981959 w 11269336"/>
              <a:gd name="connsiteY255" fmla="*/ 2231607 h 2323145"/>
              <a:gd name="connsiteX256" fmla="*/ 938600 w 11269336"/>
              <a:gd name="connsiteY256" fmla="*/ 2238113 h 2323145"/>
              <a:gd name="connsiteX257" fmla="*/ 791788 w 11269336"/>
              <a:gd name="connsiteY257" fmla="*/ 2293224 h 2323145"/>
              <a:gd name="connsiteX258" fmla="*/ 706914 w 11269336"/>
              <a:gd name="connsiteY258" fmla="*/ 2305046 h 2323145"/>
              <a:gd name="connsiteX259" fmla="*/ 675971 w 11269336"/>
              <a:gd name="connsiteY259" fmla="*/ 2304030 h 2323145"/>
              <a:gd name="connsiteX260" fmla="*/ 624180 w 11269336"/>
              <a:gd name="connsiteY260" fmla="*/ 2302650 h 2323145"/>
              <a:gd name="connsiteX261" fmla="*/ 583453 w 11269336"/>
              <a:gd name="connsiteY261" fmla="*/ 2288788 h 2323145"/>
              <a:gd name="connsiteX262" fmla="*/ 540946 w 11269336"/>
              <a:gd name="connsiteY262" fmla="*/ 2292721 h 2323145"/>
              <a:gd name="connsiteX263" fmla="*/ 533680 w 11269336"/>
              <a:gd name="connsiteY263" fmla="*/ 2310233 h 2323145"/>
              <a:gd name="connsiteX264" fmla="*/ 487366 w 11269336"/>
              <a:gd name="connsiteY264" fmla="*/ 2309053 h 2323145"/>
              <a:gd name="connsiteX265" fmla="*/ 416820 w 11269336"/>
              <a:gd name="connsiteY265" fmla="*/ 2305443 h 2323145"/>
              <a:gd name="connsiteX266" fmla="*/ 376805 w 11269336"/>
              <a:gd name="connsiteY266" fmla="*/ 2307647 h 2323145"/>
              <a:gd name="connsiteX267" fmla="*/ 266777 w 11269336"/>
              <a:gd name="connsiteY267" fmla="*/ 2309012 h 2323145"/>
              <a:gd name="connsiteX268" fmla="*/ 156013 w 11269336"/>
              <a:gd name="connsiteY268" fmla="*/ 2306832 h 2323145"/>
              <a:gd name="connsiteX269" fmla="*/ 87258 w 11269336"/>
              <a:gd name="connsiteY269" fmla="*/ 2285511 h 2323145"/>
              <a:gd name="connsiteX270" fmla="*/ 23798 w 11269336"/>
              <a:gd name="connsiteY270" fmla="*/ 2281822 h 2323145"/>
              <a:gd name="connsiteX271" fmla="*/ 0 w 11269336"/>
              <a:gd name="connsiteY271" fmla="*/ 2285369 h 2323145"/>
              <a:gd name="connsiteX272" fmla="*/ 0 w 11269336"/>
              <a:gd name="connsiteY272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742561 w 11269336"/>
              <a:gd name="connsiteY18" fmla="*/ 500437 h 2323145"/>
              <a:gd name="connsiteX19" fmla="*/ 9561831 w 11269336"/>
              <a:gd name="connsiteY19" fmla="*/ 547649 h 2323145"/>
              <a:gd name="connsiteX20" fmla="*/ 9380600 w 11269336"/>
              <a:gd name="connsiteY20" fmla="*/ 549821 h 2323145"/>
              <a:gd name="connsiteX21" fmla="*/ 9139429 w 11269336"/>
              <a:gd name="connsiteY21" fmla="*/ 696446 h 2323145"/>
              <a:gd name="connsiteX22" fmla="*/ 9114263 w 11269336"/>
              <a:gd name="connsiteY22" fmla="*/ 709213 h 2323145"/>
              <a:gd name="connsiteX23" fmla="*/ 9028928 w 11269336"/>
              <a:gd name="connsiteY23" fmla="*/ 745350 h 2323145"/>
              <a:gd name="connsiteX24" fmla="*/ 8977138 w 11269336"/>
              <a:gd name="connsiteY24" fmla="*/ 774970 h 2323145"/>
              <a:gd name="connsiteX25" fmla="*/ 8947030 w 11269336"/>
              <a:gd name="connsiteY25" fmla="*/ 814934 h 2323145"/>
              <a:gd name="connsiteX26" fmla="*/ 8914746 w 11269336"/>
              <a:gd name="connsiteY26" fmla="*/ 826428 h 2323145"/>
              <a:gd name="connsiteX27" fmla="*/ 8917778 w 11269336"/>
              <a:gd name="connsiteY27" fmla="*/ 835198 h 2323145"/>
              <a:gd name="connsiteX28" fmla="*/ 8905560 w 11269336"/>
              <a:gd name="connsiteY28" fmla="*/ 838358 h 2323145"/>
              <a:gd name="connsiteX29" fmla="*/ 8897564 w 11269336"/>
              <a:gd name="connsiteY29" fmla="*/ 834287 h 2323145"/>
              <a:gd name="connsiteX30" fmla="*/ 8878040 w 11269336"/>
              <a:gd name="connsiteY30" fmla="*/ 844150 h 2323145"/>
              <a:gd name="connsiteX31" fmla="*/ 8882654 w 11269336"/>
              <a:gd name="connsiteY31" fmla="*/ 892768 h 2323145"/>
              <a:gd name="connsiteX32" fmla="*/ 8837498 w 11269336"/>
              <a:gd name="connsiteY32" fmla="*/ 885664 h 2323145"/>
              <a:gd name="connsiteX33" fmla="*/ 8795998 w 11269336"/>
              <a:gd name="connsiteY33" fmla="*/ 863337 h 2323145"/>
              <a:gd name="connsiteX34" fmla="*/ 8776970 w 11269336"/>
              <a:gd name="connsiteY34" fmla="*/ 885177 h 2323145"/>
              <a:gd name="connsiteX35" fmla="*/ 8755719 w 11269336"/>
              <a:gd name="connsiteY35" fmla="*/ 889754 h 2323145"/>
              <a:gd name="connsiteX36" fmla="*/ 8743257 w 11269336"/>
              <a:gd name="connsiteY36" fmla="*/ 904723 h 2323145"/>
              <a:gd name="connsiteX37" fmla="*/ 8721366 w 11269336"/>
              <a:gd name="connsiteY37" fmla="*/ 904711 h 2323145"/>
              <a:gd name="connsiteX38" fmla="*/ 8678353 w 11269336"/>
              <a:gd name="connsiteY38" fmla="*/ 926318 h 2323145"/>
              <a:gd name="connsiteX39" fmla="*/ 8636849 w 11269336"/>
              <a:gd name="connsiteY39" fmla="*/ 937900 h 2323145"/>
              <a:gd name="connsiteX40" fmla="*/ 8620213 w 11269336"/>
              <a:gd name="connsiteY40" fmla="*/ 943068 h 2323145"/>
              <a:gd name="connsiteX41" fmla="*/ 8612581 w 11269336"/>
              <a:gd name="connsiteY41" fmla="*/ 952695 h 2323145"/>
              <a:gd name="connsiteX42" fmla="*/ 8589038 w 11269336"/>
              <a:gd name="connsiteY42" fmla="*/ 963892 h 2323145"/>
              <a:gd name="connsiteX43" fmla="*/ 8579950 w 11269336"/>
              <a:gd name="connsiteY43" fmla="*/ 960899 h 2323145"/>
              <a:gd name="connsiteX44" fmla="*/ 8579319 w 11269336"/>
              <a:gd name="connsiteY44" fmla="*/ 965630 h 2323145"/>
              <a:gd name="connsiteX45" fmla="*/ 8547429 w 11269336"/>
              <a:gd name="connsiteY45" fmla="*/ 984506 h 2323145"/>
              <a:gd name="connsiteX46" fmla="*/ 8478704 w 11269336"/>
              <a:gd name="connsiteY46" fmla="*/ 1025490 h 2323145"/>
              <a:gd name="connsiteX47" fmla="*/ 8461421 w 11269336"/>
              <a:gd name="connsiteY47" fmla="*/ 1035512 h 2323145"/>
              <a:gd name="connsiteX48" fmla="*/ 8445003 w 11269336"/>
              <a:gd name="connsiteY48" fmla="*/ 1036851 h 2323145"/>
              <a:gd name="connsiteX49" fmla="*/ 8357350 w 11269336"/>
              <a:gd name="connsiteY49" fmla="*/ 1060213 h 2323145"/>
              <a:gd name="connsiteX50" fmla="*/ 8335565 w 11269336"/>
              <a:gd name="connsiteY50" fmla="*/ 1061151 h 2323145"/>
              <a:gd name="connsiteX51" fmla="*/ 8325267 w 11269336"/>
              <a:gd name="connsiteY51" fmla="*/ 1055919 h 2323145"/>
              <a:gd name="connsiteX52" fmla="*/ 8293586 w 11269336"/>
              <a:gd name="connsiteY52" fmla="*/ 1076144 h 2323145"/>
              <a:gd name="connsiteX53" fmla="*/ 8242405 w 11269336"/>
              <a:gd name="connsiteY53" fmla="*/ 1095960 h 2323145"/>
              <a:gd name="connsiteX54" fmla="*/ 8218531 w 11269336"/>
              <a:gd name="connsiteY54" fmla="*/ 1107622 h 2323145"/>
              <a:gd name="connsiteX55" fmla="*/ 8197391 w 11269336"/>
              <a:gd name="connsiteY55" fmla="*/ 1107746 h 2323145"/>
              <a:gd name="connsiteX56" fmla="*/ 8081474 w 11269336"/>
              <a:gd name="connsiteY56" fmla="*/ 1130125 h 2323145"/>
              <a:gd name="connsiteX57" fmla="*/ 8053585 w 11269336"/>
              <a:gd name="connsiteY57" fmla="*/ 1129169 h 2323145"/>
              <a:gd name="connsiteX58" fmla="*/ 8038422 w 11269336"/>
              <a:gd name="connsiteY58" fmla="*/ 1119092 h 2323145"/>
              <a:gd name="connsiteX59" fmla="*/ 8029450 w 11269336"/>
              <a:gd name="connsiteY59" fmla="*/ 1125592 h 2323145"/>
              <a:gd name="connsiteX60" fmla="*/ 7959552 w 11269336"/>
              <a:gd name="connsiteY60" fmla="*/ 1140188 h 2323145"/>
              <a:gd name="connsiteX61" fmla="*/ 7914188 w 11269336"/>
              <a:gd name="connsiteY61" fmla="*/ 1150862 h 2323145"/>
              <a:gd name="connsiteX62" fmla="*/ 7914918 w 11269336"/>
              <a:gd name="connsiteY62" fmla="*/ 1168758 h 2323145"/>
              <a:gd name="connsiteX63" fmla="*/ 7875510 w 11269336"/>
              <a:gd name="connsiteY63" fmla="*/ 1183153 h 2323145"/>
              <a:gd name="connsiteX64" fmla="*/ 7829932 w 11269336"/>
              <a:gd name="connsiteY64" fmla="*/ 1180782 h 2323145"/>
              <a:gd name="connsiteX65" fmla="*/ 7779182 w 11269336"/>
              <a:gd name="connsiteY65" fmla="*/ 1192665 h 2323145"/>
              <a:gd name="connsiteX66" fmla="*/ 7748774 w 11269336"/>
              <a:gd name="connsiteY66" fmla="*/ 1199586 h 2323145"/>
              <a:gd name="connsiteX67" fmla="*/ 7671846 w 11269336"/>
              <a:gd name="connsiteY67" fmla="*/ 1231966 h 2323145"/>
              <a:gd name="connsiteX68" fmla="*/ 7554146 w 11269336"/>
              <a:gd name="connsiteY68" fmla="*/ 1319748 h 2323145"/>
              <a:gd name="connsiteX69" fmla="*/ 7515052 w 11269336"/>
              <a:gd name="connsiteY69" fmla="*/ 1336718 h 2323145"/>
              <a:gd name="connsiteX70" fmla="*/ 7507193 w 11269336"/>
              <a:gd name="connsiteY70" fmla="*/ 1334617 h 2323145"/>
              <a:gd name="connsiteX71" fmla="*/ 7461694 w 11269336"/>
              <a:gd name="connsiteY71" fmla="*/ 1375866 h 2323145"/>
              <a:gd name="connsiteX72" fmla="*/ 7377571 w 11269336"/>
              <a:gd name="connsiteY72" fmla="*/ 1400128 h 2323145"/>
              <a:gd name="connsiteX73" fmla="*/ 7311261 w 11269336"/>
              <a:gd name="connsiteY73" fmla="*/ 1412652 h 2323145"/>
              <a:gd name="connsiteX74" fmla="*/ 7275307 w 11269336"/>
              <a:gd name="connsiteY74" fmla="*/ 1422171 h 2323145"/>
              <a:gd name="connsiteX75" fmla="*/ 7247783 w 11269336"/>
              <a:gd name="connsiteY75" fmla="*/ 1426330 h 2323145"/>
              <a:gd name="connsiteX76" fmla="*/ 7185047 w 11269336"/>
              <a:gd name="connsiteY76" fmla="*/ 1451812 h 2323145"/>
              <a:gd name="connsiteX77" fmla="*/ 7084117 w 11269336"/>
              <a:gd name="connsiteY77" fmla="*/ 1500281 h 2323145"/>
              <a:gd name="connsiteX78" fmla="*/ 7062011 w 11269336"/>
              <a:gd name="connsiteY78" fmla="*/ 1509183 h 2323145"/>
              <a:gd name="connsiteX79" fmla="*/ 7040555 w 11269336"/>
              <a:gd name="connsiteY79" fmla="*/ 1511207 h 2323145"/>
              <a:gd name="connsiteX80" fmla="*/ 7033438 w 11269336"/>
              <a:gd name="connsiteY80" fmla="*/ 1506772 h 2323145"/>
              <a:gd name="connsiteX81" fmla="*/ 7020886 w 11269336"/>
              <a:gd name="connsiteY81" fmla="*/ 1510764 h 2323145"/>
              <a:gd name="connsiteX82" fmla="*/ 7017033 w 11269336"/>
              <a:gd name="connsiteY82" fmla="*/ 1510650 h 2323145"/>
              <a:gd name="connsiteX83" fmla="*/ 6995460 w 11269336"/>
              <a:gd name="connsiteY83" fmla="*/ 1511173 h 2323145"/>
              <a:gd name="connsiteX84" fmla="*/ 6962144 w 11269336"/>
              <a:gd name="connsiteY84" fmla="*/ 1541508 h 2323145"/>
              <a:gd name="connsiteX85" fmla="*/ 6910674 w 11269336"/>
              <a:gd name="connsiteY85" fmla="*/ 1554793 h 2323145"/>
              <a:gd name="connsiteX86" fmla="*/ 6732152 w 11269336"/>
              <a:gd name="connsiteY86" fmla="*/ 1642538 h 2323145"/>
              <a:gd name="connsiteX87" fmla="*/ 6694106 w 11269336"/>
              <a:gd name="connsiteY87" fmla="*/ 1632377 h 2323145"/>
              <a:gd name="connsiteX88" fmla="*/ 6617223 w 11269336"/>
              <a:gd name="connsiteY88" fmla="*/ 1659889 h 2323145"/>
              <a:gd name="connsiteX89" fmla="*/ 6521138 w 11269336"/>
              <a:gd name="connsiteY89" fmla="*/ 1744340 h 2323145"/>
              <a:gd name="connsiteX90" fmla="*/ 6380677 w 11269336"/>
              <a:gd name="connsiteY90" fmla="*/ 1796883 h 2323145"/>
              <a:gd name="connsiteX91" fmla="*/ 6374897 w 11269336"/>
              <a:gd name="connsiteY91" fmla="*/ 1809910 h 2323145"/>
              <a:gd name="connsiteX92" fmla="*/ 6364545 w 11269336"/>
              <a:gd name="connsiteY92" fmla="*/ 1820090 h 2323145"/>
              <a:gd name="connsiteX93" fmla="*/ 6362126 w 11269336"/>
              <a:gd name="connsiteY93" fmla="*/ 1819991 h 2323145"/>
              <a:gd name="connsiteX94" fmla="*/ 6346673 w 11269336"/>
              <a:gd name="connsiteY94" fmla="*/ 1827824 h 2323145"/>
              <a:gd name="connsiteX95" fmla="*/ 6345588 w 11269336"/>
              <a:gd name="connsiteY95" fmla="*/ 1832232 h 2323145"/>
              <a:gd name="connsiteX96" fmla="*/ 6335708 w 11269336"/>
              <a:gd name="connsiteY96" fmla="*/ 1838451 h 2323145"/>
              <a:gd name="connsiteX97" fmla="*/ 6318182 w 11269336"/>
              <a:gd name="connsiteY97" fmla="*/ 1852975 h 2323145"/>
              <a:gd name="connsiteX98" fmla="*/ 6313084 w 11269336"/>
              <a:gd name="connsiteY98" fmla="*/ 1853561 h 2323145"/>
              <a:gd name="connsiteX99" fmla="*/ 6283816 w 11269336"/>
              <a:gd name="connsiteY99" fmla="*/ 1872148 h 2323145"/>
              <a:gd name="connsiteX100" fmla="*/ 6282550 w 11269336"/>
              <a:gd name="connsiteY100" fmla="*/ 1871392 h 2323145"/>
              <a:gd name="connsiteX101" fmla="*/ 6270527 w 11269336"/>
              <a:gd name="connsiteY101" fmla="*/ 1872208 h 2323145"/>
              <a:gd name="connsiteX102" fmla="*/ 6249518 w 11269336"/>
              <a:gd name="connsiteY102" fmla="*/ 1876079 h 2323145"/>
              <a:gd name="connsiteX103" fmla="*/ 6190386 w 11269336"/>
              <a:gd name="connsiteY103" fmla="*/ 1872478 h 2323145"/>
              <a:gd name="connsiteX104" fmla="*/ 6159777 w 11269336"/>
              <a:gd name="connsiteY104" fmla="*/ 1891745 h 2323145"/>
              <a:gd name="connsiteX105" fmla="*/ 6153131 w 11269336"/>
              <a:gd name="connsiteY105" fmla="*/ 1895079 h 2323145"/>
              <a:gd name="connsiteX106" fmla="*/ 6152798 w 11269336"/>
              <a:gd name="connsiteY106" fmla="*/ 1894920 h 2323145"/>
              <a:gd name="connsiteX107" fmla="*/ 6145388 w 11269336"/>
              <a:gd name="connsiteY107" fmla="*/ 1897990 h 2323145"/>
              <a:gd name="connsiteX108" fmla="*/ 6141014 w 11269336"/>
              <a:gd name="connsiteY108" fmla="*/ 1901155 h 2323145"/>
              <a:gd name="connsiteX109" fmla="*/ 6128122 w 11269336"/>
              <a:gd name="connsiteY109" fmla="*/ 1907623 h 2323145"/>
              <a:gd name="connsiteX110" fmla="*/ 6122351 w 11269336"/>
              <a:gd name="connsiteY110" fmla="*/ 1908359 h 2323145"/>
              <a:gd name="connsiteX111" fmla="*/ 6064750 w 11269336"/>
              <a:gd name="connsiteY111" fmla="*/ 1896394 h 2323145"/>
              <a:gd name="connsiteX112" fmla="*/ 5964230 w 11269336"/>
              <a:gd name="connsiteY112" fmla="*/ 1910038 h 2323145"/>
              <a:gd name="connsiteX113" fmla="*/ 5865399 w 11269336"/>
              <a:gd name="connsiteY113" fmla="*/ 1926966 h 2323145"/>
              <a:gd name="connsiteX114" fmla="*/ 5829951 w 11269336"/>
              <a:gd name="connsiteY114" fmla="*/ 1934755 h 2323145"/>
              <a:gd name="connsiteX115" fmla="*/ 5765285 w 11269336"/>
              <a:gd name="connsiteY115" fmla="*/ 1941322 h 2323145"/>
              <a:gd name="connsiteX116" fmla="*/ 5734750 w 11269336"/>
              <a:gd name="connsiteY116" fmla="*/ 1939793 h 2323145"/>
              <a:gd name="connsiteX117" fmla="*/ 5733569 w 11269336"/>
              <a:gd name="connsiteY117" fmla="*/ 1940505 h 2323145"/>
              <a:gd name="connsiteX118" fmla="*/ 5730329 w 11269336"/>
              <a:gd name="connsiteY118" fmla="*/ 1937845 h 2323145"/>
              <a:gd name="connsiteX119" fmla="*/ 5724661 w 11269336"/>
              <a:gd name="connsiteY119" fmla="*/ 1937455 h 2323145"/>
              <a:gd name="connsiteX120" fmla="*/ 5710186 w 11269336"/>
              <a:gd name="connsiteY120" fmla="*/ 1941370 h 2323145"/>
              <a:gd name="connsiteX121" fmla="*/ 5704910 w 11269336"/>
              <a:gd name="connsiteY121" fmla="*/ 1943663 h 2323145"/>
              <a:gd name="connsiteX122" fmla="*/ 5696836 w 11269336"/>
              <a:gd name="connsiteY122" fmla="*/ 1945271 h 2323145"/>
              <a:gd name="connsiteX123" fmla="*/ 5696583 w 11269336"/>
              <a:gd name="connsiteY123" fmla="*/ 1945050 h 2323145"/>
              <a:gd name="connsiteX124" fmla="*/ 5689123 w 11269336"/>
              <a:gd name="connsiteY124" fmla="*/ 1947067 h 2323145"/>
              <a:gd name="connsiteX125" fmla="*/ 5653291 w 11269336"/>
              <a:gd name="connsiteY125" fmla="*/ 1960245 h 2323145"/>
              <a:gd name="connsiteX126" fmla="*/ 5599385 w 11269336"/>
              <a:gd name="connsiteY126" fmla="*/ 1945198 h 2323145"/>
              <a:gd name="connsiteX127" fmla="*/ 5578300 w 11269336"/>
              <a:gd name="connsiteY127" fmla="*/ 1944963 h 2323145"/>
              <a:gd name="connsiteX128" fmla="*/ 5566758 w 11269336"/>
              <a:gd name="connsiteY128" fmla="*/ 1943441 h 2323145"/>
              <a:gd name="connsiteX129" fmla="*/ 5565857 w 11269336"/>
              <a:gd name="connsiteY129" fmla="*/ 1942445 h 2323145"/>
              <a:gd name="connsiteX130" fmla="*/ 5531534 w 11269336"/>
              <a:gd name="connsiteY130" fmla="*/ 1955208 h 2323145"/>
              <a:gd name="connsiteX131" fmla="*/ 5526552 w 11269336"/>
              <a:gd name="connsiteY131" fmla="*/ 1954799 h 2323145"/>
              <a:gd name="connsiteX132" fmla="*/ 5504723 w 11269336"/>
              <a:gd name="connsiteY132" fmla="*/ 1965811 h 2323145"/>
              <a:gd name="connsiteX133" fmla="*/ 5493156 w 11269336"/>
              <a:gd name="connsiteY133" fmla="*/ 1970063 h 2323145"/>
              <a:gd name="connsiteX134" fmla="*/ 5490486 w 11269336"/>
              <a:gd name="connsiteY134" fmla="*/ 1974227 h 2323145"/>
              <a:gd name="connsiteX135" fmla="*/ 5473107 w 11269336"/>
              <a:gd name="connsiteY135" fmla="*/ 1979001 h 2323145"/>
              <a:gd name="connsiteX136" fmla="*/ 5470885 w 11269336"/>
              <a:gd name="connsiteY136" fmla="*/ 1978432 h 2323145"/>
              <a:gd name="connsiteX137" fmla="*/ 5457393 w 11269336"/>
              <a:gd name="connsiteY137" fmla="*/ 1986525 h 2323145"/>
              <a:gd name="connsiteX138" fmla="*/ 5447102 w 11269336"/>
              <a:gd name="connsiteY138" fmla="*/ 1998329 h 2323145"/>
              <a:gd name="connsiteX139" fmla="*/ 5159151 w 11269336"/>
              <a:gd name="connsiteY139" fmla="*/ 2029640 h 2323145"/>
              <a:gd name="connsiteX140" fmla="*/ 5041688 w 11269336"/>
              <a:gd name="connsiteY140" fmla="*/ 2022334 h 2323145"/>
              <a:gd name="connsiteX141" fmla="*/ 4860988 w 11269336"/>
              <a:gd name="connsiteY141" fmla="*/ 2135698 h 2323145"/>
              <a:gd name="connsiteX142" fmla="*/ 4807902 w 11269336"/>
              <a:gd name="connsiteY142" fmla="*/ 2138894 h 2323145"/>
              <a:gd name="connsiteX143" fmla="*/ 4765388 w 11269336"/>
              <a:gd name="connsiteY143" fmla="*/ 2162525 h 2323145"/>
              <a:gd name="connsiteX144" fmla="*/ 4745033 w 11269336"/>
              <a:gd name="connsiteY144" fmla="*/ 2158859 h 2323145"/>
              <a:gd name="connsiteX145" fmla="*/ 4741475 w 11269336"/>
              <a:gd name="connsiteY145" fmla="*/ 2157998 h 2323145"/>
              <a:gd name="connsiteX146" fmla="*/ 4728247 w 11269336"/>
              <a:gd name="connsiteY146" fmla="*/ 2159526 h 2323145"/>
              <a:gd name="connsiteX147" fmla="*/ 4723263 w 11269336"/>
              <a:gd name="connsiteY147" fmla="*/ 2153742 h 2323145"/>
              <a:gd name="connsiteX148" fmla="*/ 4702453 w 11269336"/>
              <a:gd name="connsiteY148" fmla="*/ 2151586 h 2323145"/>
              <a:gd name="connsiteX149" fmla="*/ 4678455 w 11269336"/>
              <a:gd name="connsiteY149" fmla="*/ 2156131 h 2323145"/>
              <a:gd name="connsiteX150" fmla="*/ 4593061 w 11269336"/>
              <a:gd name="connsiteY150" fmla="*/ 2171597 h 2323145"/>
              <a:gd name="connsiteX151" fmla="*/ 4579902 w 11269336"/>
              <a:gd name="connsiteY151" fmla="*/ 2177927 h 2323145"/>
              <a:gd name="connsiteX152" fmla="*/ 4533444 w 11269336"/>
              <a:gd name="connsiteY152" fmla="*/ 2181200 h 2323145"/>
              <a:gd name="connsiteX153" fmla="*/ 4492832 w 11269336"/>
              <a:gd name="connsiteY153" fmla="*/ 2188033 h 2323145"/>
              <a:gd name="connsiteX154" fmla="*/ 4467257 w 11269336"/>
              <a:gd name="connsiteY154" fmla="*/ 2196121 h 2323145"/>
              <a:gd name="connsiteX155" fmla="*/ 4459937 w 11269336"/>
              <a:gd name="connsiteY155" fmla="*/ 2195182 h 2323145"/>
              <a:gd name="connsiteX156" fmla="*/ 4433312 w 11269336"/>
              <a:gd name="connsiteY156" fmla="*/ 2199004 h 2323145"/>
              <a:gd name="connsiteX157" fmla="*/ 4420601 w 11269336"/>
              <a:gd name="connsiteY157" fmla="*/ 2205158 h 2323145"/>
              <a:gd name="connsiteX158" fmla="*/ 4405765 w 11269336"/>
              <a:gd name="connsiteY158" fmla="*/ 2199902 h 2323145"/>
              <a:gd name="connsiteX159" fmla="*/ 4401354 w 11269336"/>
              <a:gd name="connsiteY159" fmla="*/ 2194745 h 2323145"/>
              <a:gd name="connsiteX160" fmla="*/ 4383151 w 11269336"/>
              <a:gd name="connsiteY160" fmla="*/ 2201140 h 2323145"/>
              <a:gd name="connsiteX161" fmla="*/ 4366646 w 11269336"/>
              <a:gd name="connsiteY161" fmla="*/ 2198564 h 2323145"/>
              <a:gd name="connsiteX162" fmla="*/ 4354009 w 11269336"/>
              <a:gd name="connsiteY162" fmla="*/ 2204984 h 2323145"/>
              <a:gd name="connsiteX163" fmla="*/ 4348284 w 11269336"/>
              <a:gd name="connsiteY163" fmla="*/ 2205270 h 2323145"/>
              <a:gd name="connsiteX164" fmla="*/ 4333906 w 11269336"/>
              <a:gd name="connsiteY164" fmla="*/ 2205251 h 2323145"/>
              <a:gd name="connsiteX165" fmla="*/ 4308819 w 11269336"/>
              <a:gd name="connsiteY165" fmla="*/ 2203822 h 2323145"/>
              <a:gd name="connsiteX166" fmla="*/ 4301210 w 11269336"/>
              <a:gd name="connsiteY166" fmla="*/ 2204456 h 2323145"/>
              <a:gd name="connsiteX167" fmla="*/ 4283095 w 11269336"/>
              <a:gd name="connsiteY167" fmla="*/ 2198177 h 2323145"/>
              <a:gd name="connsiteX168" fmla="*/ 4250119 w 11269336"/>
              <a:gd name="connsiteY168" fmla="*/ 2196342 h 2323145"/>
              <a:gd name="connsiteX169" fmla="*/ 4189203 w 11269336"/>
              <a:gd name="connsiteY169" fmla="*/ 2178994 h 2323145"/>
              <a:gd name="connsiteX170" fmla="*/ 4154035 w 11269336"/>
              <a:gd name="connsiteY170" fmla="*/ 2171950 h 2323145"/>
              <a:gd name="connsiteX171" fmla="*/ 4129569 w 11269336"/>
              <a:gd name="connsiteY171" fmla="*/ 2163850 h 2323145"/>
              <a:gd name="connsiteX172" fmla="*/ 4061250 w 11269336"/>
              <a:gd name="connsiteY172" fmla="*/ 2159236 h 2323145"/>
              <a:gd name="connsiteX173" fmla="*/ 3945480 w 11269336"/>
              <a:gd name="connsiteY173" fmla="*/ 2158279 h 2323145"/>
              <a:gd name="connsiteX174" fmla="*/ 3921468 w 11269336"/>
              <a:gd name="connsiteY174" fmla="*/ 2156588 h 2323145"/>
              <a:gd name="connsiteX175" fmla="*/ 3903348 w 11269336"/>
              <a:gd name="connsiteY175" fmla="*/ 2149220 h 2323145"/>
              <a:gd name="connsiteX176" fmla="*/ 3901342 w 11269336"/>
              <a:gd name="connsiteY176" fmla="*/ 2142355 h 2323145"/>
              <a:gd name="connsiteX177" fmla="*/ 3888539 w 11269336"/>
              <a:gd name="connsiteY177" fmla="*/ 2140476 h 2323145"/>
              <a:gd name="connsiteX178" fmla="*/ 3885662 w 11269336"/>
              <a:gd name="connsiteY178" fmla="*/ 2138740 h 2323145"/>
              <a:gd name="connsiteX179" fmla="*/ 3868627 w 11269336"/>
              <a:gd name="connsiteY179" fmla="*/ 2130023 h 2323145"/>
              <a:gd name="connsiteX180" fmla="*/ 3819177 w 11269336"/>
              <a:gd name="connsiteY180" fmla="*/ 2142111 h 2323145"/>
              <a:gd name="connsiteX181" fmla="*/ 3769100 w 11269336"/>
              <a:gd name="connsiteY181" fmla="*/ 2131731 h 2323145"/>
              <a:gd name="connsiteX182" fmla="*/ 3562752 w 11269336"/>
              <a:gd name="connsiteY182" fmla="*/ 2131785 h 2323145"/>
              <a:gd name="connsiteX183" fmla="*/ 3541402 w 11269336"/>
              <a:gd name="connsiteY183" fmla="*/ 2106821 h 2323145"/>
              <a:gd name="connsiteX184" fmla="*/ 3460591 w 11269336"/>
              <a:gd name="connsiteY184" fmla="*/ 2097951 h 2323145"/>
              <a:gd name="connsiteX185" fmla="*/ 3170922 w 11269336"/>
              <a:gd name="connsiteY185" fmla="*/ 2115957 h 2323145"/>
              <a:gd name="connsiteX186" fmla="*/ 3156256 w 11269336"/>
              <a:gd name="connsiteY186" fmla="*/ 2124773 h 2323145"/>
              <a:gd name="connsiteX187" fmla="*/ 3140298 w 11269336"/>
              <a:gd name="connsiteY187" fmla="*/ 2129182 h 2323145"/>
              <a:gd name="connsiteX188" fmla="*/ 3138514 w 11269336"/>
              <a:gd name="connsiteY188" fmla="*/ 2128069 h 2323145"/>
              <a:gd name="connsiteX189" fmla="*/ 3120467 w 11269336"/>
              <a:gd name="connsiteY189" fmla="*/ 2128281 h 2323145"/>
              <a:gd name="connsiteX190" fmla="*/ 3116175 w 11269336"/>
              <a:gd name="connsiteY190" fmla="*/ 2131633 h 2323145"/>
              <a:gd name="connsiteX191" fmla="*/ 3103685 w 11269336"/>
              <a:gd name="connsiteY191" fmla="*/ 2132814 h 2323145"/>
              <a:gd name="connsiteX192" fmla="*/ 3078794 w 11269336"/>
              <a:gd name="connsiteY192" fmla="*/ 2137935 h 2323145"/>
              <a:gd name="connsiteX193" fmla="*/ 3074407 w 11269336"/>
              <a:gd name="connsiteY193" fmla="*/ 2136274 h 2323145"/>
              <a:gd name="connsiteX194" fmla="*/ 3037285 w 11269336"/>
              <a:gd name="connsiteY194" fmla="*/ 2139919 h 2323145"/>
              <a:gd name="connsiteX195" fmla="*/ 3036901 w 11269336"/>
              <a:gd name="connsiteY195" fmla="*/ 2138726 h 2323145"/>
              <a:gd name="connsiteX196" fmla="*/ 3026996 w 11269336"/>
              <a:gd name="connsiteY196" fmla="*/ 2134322 h 2323145"/>
              <a:gd name="connsiteX197" fmla="*/ 3007772 w 11269336"/>
              <a:gd name="connsiteY197" fmla="*/ 2128742 h 2323145"/>
              <a:gd name="connsiteX198" fmla="*/ 2965030 w 11269336"/>
              <a:gd name="connsiteY198" fmla="*/ 2100494 h 2323145"/>
              <a:gd name="connsiteX199" fmla="*/ 2926342 w 11269336"/>
              <a:gd name="connsiteY199" fmla="*/ 2104155 h 2323145"/>
              <a:gd name="connsiteX200" fmla="*/ 2918608 w 11269336"/>
              <a:gd name="connsiteY200" fmla="*/ 2104215 h 2323145"/>
              <a:gd name="connsiteX201" fmla="*/ 2918475 w 11269336"/>
              <a:gd name="connsiteY201" fmla="*/ 2103937 h 2323145"/>
              <a:gd name="connsiteX202" fmla="*/ 2910360 w 11269336"/>
              <a:gd name="connsiteY202" fmla="*/ 2103444 h 2323145"/>
              <a:gd name="connsiteX203" fmla="*/ 2904507 w 11269336"/>
              <a:gd name="connsiteY203" fmla="*/ 2104326 h 2323145"/>
              <a:gd name="connsiteX204" fmla="*/ 2889503 w 11269336"/>
              <a:gd name="connsiteY204" fmla="*/ 2104443 h 2323145"/>
              <a:gd name="connsiteX205" fmla="*/ 2884480 w 11269336"/>
              <a:gd name="connsiteY205" fmla="*/ 2102626 h 2323145"/>
              <a:gd name="connsiteX206" fmla="*/ 2882689 w 11269336"/>
              <a:gd name="connsiteY206" fmla="*/ 2099228 h 2323145"/>
              <a:gd name="connsiteX207" fmla="*/ 2881291 w 11269336"/>
              <a:gd name="connsiteY207" fmla="*/ 2099618 h 2323145"/>
              <a:gd name="connsiteX208" fmla="*/ 2853979 w 11269336"/>
              <a:gd name="connsiteY208" fmla="*/ 2090388 h 2323145"/>
              <a:gd name="connsiteX209" fmla="*/ 2791790 w 11269336"/>
              <a:gd name="connsiteY209" fmla="*/ 2080332 h 2323145"/>
              <a:gd name="connsiteX210" fmla="*/ 2755844 w 11269336"/>
              <a:gd name="connsiteY210" fmla="*/ 2078874 h 2323145"/>
              <a:gd name="connsiteX211" fmla="*/ 2657742 w 11269336"/>
              <a:gd name="connsiteY211" fmla="*/ 2070179 h 2323145"/>
              <a:gd name="connsiteX212" fmla="*/ 2559549 w 11269336"/>
              <a:gd name="connsiteY212" fmla="*/ 2057873 h 2323145"/>
              <a:gd name="connsiteX213" fmla="*/ 2512054 w 11269336"/>
              <a:gd name="connsiteY213" fmla="*/ 2031671 h 2323145"/>
              <a:gd name="connsiteX214" fmla="*/ 2506437 w 11269336"/>
              <a:gd name="connsiteY214" fmla="*/ 2030918 h 2323145"/>
              <a:gd name="connsiteX215" fmla="*/ 2491752 w 11269336"/>
              <a:gd name="connsiteY215" fmla="*/ 2033906 h 2323145"/>
              <a:gd name="connsiteX216" fmla="*/ 2486338 w 11269336"/>
              <a:gd name="connsiteY216" fmla="*/ 2035862 h 2323145"/>
              <a:gd name="connsiteX217" fmla="*/ 2478186 w 11269336"/>
              <a:gd name="connsiteY217" fmla="*/ 2036953 h 2323145"/>
              <a:gd name="connsiteX218" fmla="*/ 2477950 w 11269336"/>
              <a:gd name="connsiteY218" fmla="*/ 2036715 h 2323145"/>
              <a:gd name="connsiteX219" fmla="*/ 2470381 w 11269336"/>
              <a:gd name="connsiteY219" fmla="*/ 2038256 h 2323145"/>
              <a:gd name="connsiteX220" fmla="*/ 2433781 w 11269336"/>
              <a:gd name="connsiteY220" fmla="*/ 2049140 h 2323145"/>
              <a:gd name="connsiteX221" fmla="*/ 2381172 w 11269336"/>
              <a:gd name="connsiteY221" fmla="*/ 2030645 h 2323145"/>
              <a:gd name="connsiteX222" fmla="*/ 2360198 w 11269336"/>
              <a:gd name="connsiteY222" fmla="*/ 2029059 h 2323145"/>
              <a:gd name="connsiteX223" fmla="*/ 2348815 w 11269336"/>
              <a:gd name="connsiteY223" fmla="*/ 2026798 h 2323145"/>
              <a:gd name="connsiteX224" fmla="*/ 2347988 w 11269336"/>
              <a:gd name="connsiteY224" fmla="*/ 2025745 h 2323145"/>
              <a:gd name="connsiteX225" fmla="*/ 2312920 w 11269336"/>
              <a:gd name="connsiteY225" fmla="*/ 2036311 h 2323145"/>
              <a:gd name="connsiteX226" fmla="*/ 2307986 w 11269336"/>
              <a:gd name="connsiteY226" fmla="*/ 2035583 h 2323145"/>
              <a:gd name="connsiteX227" fmla="*/ 2285481 w 11269336"/>
              <a:gd name="connsiteY227" fmla="*/ 2045197 h 2323145"/>
              <a:gd name="connsiteX228" fmla="*/ 2273666 w 11269336"/>
              <a:gd name="connsiteY228" fmla="*/ 2048710 h 2323145"/>
              <a:gd name="connsiteX229" fmla="*/ 2270719 w 11269336"/>
              <a:gd name="connsiteY229" fmla="*/ 2052702 h 2323145"/>
              <a:gd name="connsiteX230" fmla="*/ 2253080 w 11269336"/>
              <a:gd name="connsiteY230" fmla="*/ 2056363 h 2323145"/>
              <a:gd name="connsiteX231" fmla="*/ 2250906 w 11269336"/>
              <a:gd name="connsiteY231" fmla="*/ 2055654 h 2323145"/>
              <a:gd name="connsiteX232" fmla="*/ 2236905 w 11269336"/>
              <a:gd name="connsiteY232" fmla="*/ 2062882 h 2323145"/>
              <a:gd name="connsiteX233" fmla="*/ 2225830 w 11269336"/>
              <a:gd name="connsiteY233" fmla="*/ 2074027 h 2323145"/>
              <a:gd name="connsiteX234" fmla="*/ 2073776 w 11269336"/>
              <a:gd name="connsiteY234" fmla="*/ 2089244 h 2323145"/>
              <a:gd name="connsiteX235" fmla="*/ 1948256 w 11269336"/>
              <a:gd name="connsiteY235" fmla="*/ 2146616 h 2323145"/>
              <a:gd name="connsiteX236" fmla="*/ 1865582 w 11269336"/>
              <a:gd name="connsiteY236" fmla="*/ 2153738 h 2323145"/>
              <a:gd name="connsiteX237" fmla="*/ 1835210 w 11269336"/>
              <a:gd name="connsiteY237" fmla="*/ 2134244 h 2323145"/>
              <a:gd name="connsiteX238" fmla="*/ 1632661 w 11269336"/>
              <a:gd name="connsiteY238" fmla="*/ 2173882 h 2323145"/>
              <a:gd name="connsiteX239" fmla="*/ 1579590 w 11269336"/>
              <a:gd name="connsiteY239" fmla="*/ 2173680 h 2323145"/>
              <a:gd name="connsiteX240" fmla="*/ 1535601 w 11269336"/>
              <a:gd name="connsiteY240" fmla="*/ 2194590 h 2323145"/>
              <a:gd name="connsiteX241" fmla="*/ 1515594 w 11269336"/>
              <a:gd name="connsiteY241" fmla="*/ 2189622 h 2323145"/>
              <a:gd name="connsiteX242" fmla="*/ 1512113 w 11269336"/>
              <a:gd name="connsiteY242" fmla="*/ 2188534 h 2323145"/>
              <a:gd name="connsiteX243" fmla="*/ 1498838 w 11269336"/>
              <a:gd name="connsiteY243" fmla="*/ 2189213 h 2323145"/>
              <a:gd name="connsiteX244" fmla="*/ 1494279 w 11269336"/>
              <a:gd name="connsiteY244" fmla="*/ 2183112 h 2323145"/>
              <a:gd name="connsiteX245" fmla="*/ 1473714 w 11269336"/>
              <a:gd name="connsiteY245" fmla="*/ 2179625 h 2323145"/>
              <a:gd name="connsiteX246" fmla="*/ 1449503 w 11269336"/>
              <a:gd name="connsiteY246" fmla="*/ 2182633 h 2323145"/>
              <a:gd name="connsiteX247" fmla="*/ 1335495 w 11269336"/>
              <a:gd name="connsiteY247" fmla="*/ 2203940 h 2323145"/>
              <a:gd name="connsiteX248" fmla="*/ 1266687 w 11269336"/>
              <a:gd name="connsiteY248" fmla="*/ 2212688 h 2323145"/>
              <a:gd name="connsiteX249" fmla="*/ 1239614 w 11269336"/>
              <a:gd name="connsiteY249" fmla="*/ 2209727 h 2323145"/>
              <a:gd name="connsiteX250" fmla="*/ 1202436 w 11269336"/>
              <a:gd name="connsiteY250" fmla="*/ 2209817 h 2323145"/>
              <a:gd name="connsiteX251" fmla="*/ 1136097 w 11269336"/>
              <a:gd name="connsiteY251" fmla="*/ 2205112 h 2323145"/>
              <a:gd name="connsiteX252" fmla="*/ 1048229 w 11269336"/>
              <a:gd name="connsiteY252" fmla="*/ 2207249 h 2323145"/>
              <a:gd name="connsiteX253" fmla="*/ 988232 w 11269336"/>
              <a:gd name="connsiteY253" fmla="*/ 2235635 h 2323145"/>
              <a:gd name="connsiteX254" fmla="*/ 981959 w 11269336"/>
              <a:gd name="connsiteY254" fmla="*/ 2231607 h 2323145"/>
              <a:gd name="connsiteX255" fmla="*/ 938600 w 11269336"/>
              <a:gd name="connsiteY255" fmla="*/ 2238113 h 2323145"/>
              <a:gd name="connsiteX256" fmla="*/ 791788 w 11269336"/>
              <a:gd name="connsiteY256" fmla="*/ 2293224 h 2323145"/>
              <a:gd name="connsiteX257" fmla="*/ 706914 w 11269336"/>
              <a:gd name="connsiteY257" fmla="*/ 2305046 h 2323145"/>
              <a:gd name="connsiteX258" fmla="*/ 675971 w 11269336"/>
              <a:gd name="connsiteY258" fmla="*/ 2304030 h 2323145"/>
              <a:gd name="connsiteX259" fmla="*/ 624180 w 11269336"/>
              <a:gd name="connsiteY259" fmla="*/ 2302650 h 2323145"/>
              <a:gd name="connsiteX260" fmla="*/ 583453 w 11269336"/>
              <a:gd name="connsiteY260" fmla="*/ 2288788 h 2323145"/>
              <a:gd name="connsiteX261" fmla="*/ 540946 w 11269336"/>
              <a:gd name="connsiteY261" fmla="*/ 2292721 h 2323145"/>
              <a:gd name="connsiteX262" fmla="*/ 533680 w 11269336"/>
              <a:gd name="connsiteY262" fmla="*/ 2310233 h 2323145"/>
              <a:gd name="connsiteX263" fmla="*/ 487366 w 11269336"/>
              <a:gd name="connsiteY263" fmla="*/ 2309053 h 2323145"/>
              <a:gd name="connsiteX264" fmla="*/ 416820 w 11269336"/>
              <a:gd name="connsiteY264" fmla="*/ 2305443 h 2323145"/>
              <a:gd name="connsiteX265" fmla="*/ 376805 w 11269336"/>
              <a:gd name="connsiteY265" fmla="*/ 2307647 h 2323145"/>
              <a:gd name="connsiteX266" fmla="*/ 266777 w 11269336"/>
              <a:gd name="connsiteY266" fmla="*/ 2309012 h 2323145"/>
              <a:gd name="connsiteX267" fmla="*/ 156013 w 11269336"/>
              <a:gd name="connsiteY267" fmla="*/ 2306832 h 2323145"/>
              <a:gd name="connsiteX268" fmla="*/ 87258 w 11269336"/>
              <a:gd name="connsiteY268" fmla="*/ 2285511 h 2323145"/>
              <a:gd name="connsiteX269" fmla="*/ 23798 w 11269336"/>
              <a:gd name="connsiteY269" fmla="*/ 2281822 h 2323145"/>
              <a:gd name="connsiteX270" fmla="*/ 0 w 11269336"/>
              <a:gd name="connsiteY270" fmla="*/ 2285369 h 2323145"/>
              <a:gd name="connsiteX271" fmla="*/ 0 w 11269336"/>
              <a:gd name="connsiteY271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742561 w 11269336"/>
              <a:gd name="connsiteY18" fmla="*/ 500437 h 2323145"/>
              <a:gd name="connsiteX19" fmla="*/ 9561831 w 11269336"/>
              <a:gd name="connsiteY19" fmla="*/ 547649 h 2323145"/>
              <a:gd name="connsiteX20" fmla="*/ 9380600 w 11269336"/>
              <a:gd name="connsiteY20" fmla="*/ 549821 h 2323145"/>
              <a:gd name="connsiteX21" fmla="*/ 9139429 w 11269336"/>
              <a:gd name="connsiteY21" fmla="*/ 696446 h 2323145"/>
              <a:gd name="connsiteX22" fmla="*/ 9114263 w 11269336"/>
              <a:gd name="connsiteY22" fmla="*/ 709213 h 2323145"/>
              <a:gd name="connsiteX23" fmla="*/ 9028928 w 11269336"/>
              <a:gd name="connsiteY23" fmla="*/ 745350 h 2323145"/>
              <a:gd name="connsiteX24" fmla="*/ 8977138 w 11269336"/>
              <a:gd name="connsiteY24" fmla="*/ 774970 h 2323145"/>
              <a:gd name="connsiteX25" fmla="*/ 8947030 w 11269336"/>
              <a:gd name="connsiteY25" fmla="*/ 814934 h 2323145"/>
              <a:gd name="connsiteX26" fmla="*/ 8914746 w 11269336"/>
              <a:gd name="connsiteY26" fmla="*/ 826428 h 2323145"/>
              <a:gd name="connsiteX27" fmla="*/ 8917778 w 11269336"/>
              <a:gd name="connsiteY27" fmla="*/ 835198 h 2323145"/>
              <a:gd name="connsiteX28" fmla="*/ 8905560 w 11269336"/>
              <a:gd name="connsiteY28" fmla="*/ 838358 h 2323145"/>
              <a:gd name="connsiteX29" fmla="*/ 8897564 w 11269336"/>
              <a:gd name="connsiteY29" fmla="*/ 834287 h 2323145"/>
              <a:gd name="connsiteX30" fmla="*/ 8878040 w 11269336"/>
              <a:gd name="connsiteY30" fmla="*/ 844150 h 2323145"/>
              <a:gd name="connsiteX31" fmla="*/ 8882654 w 11269336"/>
              <a:gd name="connsiteY31" fmla="*/ 892768 h 2323145"/>
              <a:gd name="connsiteX32" fmla="*/ 8837498 w 11269336"/>
              <a:gd name="connsiteY32" fmla="*/ 885664 h 2323145"/>
              <a:gd name="connsiteX33" fmla="*/ 8795998 w 11269336"/>
              <a:gd name="connsiteY33" fmla="*/ 863337 h 2323145"/>
              <a:gd name="connsiteX34" fmla="*/ 8776970 w 11269336"/>
              <a:gd name="connsiteY34" fmla="*/ 885177 h 2323145"/>
              <a:gd name="connsiteX35" fmla="*/ 8755719 w 11269336"/>
              <a:gd name="connsiteY35" fmla="*/ 889754 h 2323145"/>
              <a:gd name="connsiteX36" fmla="*/ 8743257 w 11269336"/>
              <a:gd name="connsiteY36" fmla="*/ 904723 h 2323145"/>
              <a:gd name="connsiteX37" fmla="*/ 8721366 w 11269336"/>
              <a:gd name="connsiteY37" fmla="*/ 904711 h 2323145"/>
              <a:gd name="connsiteX38" fmla="*/ 8678353 w 11269336"/>
              <a:gd name="connsiteY38" fmla="*/ 926318 h 2323145"/>
              <a:gd name="connsiteX39" fmla="*/ 8636849 w 11269336"/>
              <a:gd name="connsiteY39" fmla="*/ 937900 h 2323145"/>
              <a:gd name="connsiteX40" fmla="*/ 8620213 w 11269336"/>
              <a:gd name="connsiteY40" fmla="*/ 943068 h 2323145"/>
              <a:gd name="connsiteX41" fmla="*/ 8612581 w 11269336"/>
              <a:gd name="connsiteY41" fmla="*/ 952695 h 2323145"/>
              <a:gd name="connsiteX42" fmla="*/ 8589038 w 11269336"/>
              <a:gd name="connsiteY42" fmla="*/ 963892 h 2323145"/>
              <a:gd name="connsiteX43" fmla="*/ 8579950 w 11269336"/>
              <a:gd name="connsiteY43" fmla="*/ 960899 h 2323145"/>
              <a:gd name="connsiteX44" fmla="*/ 8579319 w 11269336"/>
              <a:gd name="connsiteY44" fmla="*/ 965630 h 2323145"/>
              <a:gd name="connsiteX45" fmla="*/ 8547429 w 11269336"/>
              <a:gd name="connsiteY45" fmla="*/ 984506 h 2323145"/>
              <a:gd name="connsiteX46" fmla="*/ 8478704 w 11269336"/>
              <a:gd name="connsiteY46" fmla="*/ 1025490 h 2323145"/>
              <a:gd name="connsiteX47" fmla="*/ 8461421 w 11269336"/>
              <a:gd name="connsiteY47" fmla="*/ 1035512 h 2323145"/>
              <a:gd name="connsiteX48" fmla="*/ 8445003 w 11269336"/>
              <a:gd name="connsiteY48" fmla="*/ 1036851 h 2323145"/>
              <a:gd name="connsiteX49" fmla="*/ 8357350 w 11269336"/>
              <a:gd name="connsiteY49" fmla="*/ 1060213 h 2323145"/>
              <a:gd name="connsiteX50" fmla="*/ 8335565 w 11269336"/>
              <a:gd name="connsiteY50" fmla="*/ 1061151 h 2323145"/>
              <a:gd name="connsiteX51" fmla="*/ 8325267 w 11269336"/>
              <a:gd name="connsiteY51" fmla="*/ 1055919 h 2323145"/>
              <a:gd name="connsiteX52" fmla="*/ 8293586 w 11269336"/>
              <a:gd name="connsiteY52" fmla="*/ 1076144 h 2323145"/>
              <a:gd name="connsiteX53" fmla="*/ 8242405 w 11269336"/>
              <a:gd name="connsiteY53" fmla="*/ 1095960 h 2323145"/>
              <a:gd name="connsiteX54" fmla="*/ 8218531 w 11269336"/>
              <a:gd name="connsiteY54" fmla="*/ 1107622 h 2323145"/>
              <a:gd name="connsiteX55" fmla="*/ 8197391 w 11269336"/>
              <a:gd name="connsiteY55" fmla="*/ 1107746 h 2323145"/>
              <a:gd name="connsiteX56" fmla="*/ 8081474 w 11269336"/>
              <a:gd name="connsiteY56" fmla="*/ 1130125 h 2323145"/>
              <a:gd name="connsiteX57" fmla="*/ 8053585 w 11269336"/>
              <a:gd name="connsiteY57" fmla="*/ 1129169 h 2323145"/>
              <a:gd name="connsiteX58" fmla="*/ 8038422 w 11269336"/>
              <a:gd name="connsiteY58" fmla="*/ 1119092 h 2323145"/>
              <a:gd name="connsiteX59" fmla="*/ 8029450 w 11269336"/>
              <a:gd name="connsiteY59" fmla="*/ 1125592 h 2323145"/>
              <a:gd name="connsiteX60" fmla="*/ 7959552 w 11269336"/>
              <a:gd name="connsiteY60" fmla="*/ 1140188 h 2323145"/>
              <a:gd name="connsiteX61" fmla="*/ 7914188 w 11269336"/>
              <a:gd name="connsiteY61" fmla="*/ 1150862 h 2323145"/>
              <a:gd name="connsiteX62" fmla="*/ 7914918 w 11269336"/>
              <a:gd name="connsiteY62" fmla="*/ 1168758 h 2323145"/>
              <a:gd name="connsiteX63" fmla="*/ 7875510 w 11269336"/>
              <a:gd name="connsiteY63" fmla="*/ 1183153 h 2323145"/>
              <a:gd name="connsiteX64" fmla="*/ 7829932 w 11269336"/>
              <a:gd name="connsiteY64" fmla="*/ 1180782 h 2323145"/>
              <a:gd name="connsiteX65" fmla="*/ 7779182 w 11269336"/>
              <a:gd name="connsiteY65" fmla="*/ 1192665 h 2323145"/>
              <a:gd name="connsiteX66" fmla="*/ 7748774 w 11269336"/>
              <a:gd name="connsiteY66" fmla="*/ 1199586 h 2323145"/>
              <a:gd name="connsiteX67" fmla="*/ 7671846 w 11269336"/>
              <a:gd name="connsiteY67" fmla="*/ 1231966 h 2323145"/>
              <a:gd name="connsiteX68" fmla="*/ 7554146 w 11269336"/>
              <a:gd name="connsiteY68" fmla="*/ 1319748 h 2323145"/>
              <a:gd name="connsiteX69" fmla="*/ 7515052 w 11269336"/>
              <a:gd name="connsiteY69" fmla="*/ 1336718 h 2323145"/>
              <a:gd name="connsiteX70" fmla="*/ 7507193 w 11269336"/>
              <a:gd name="connsiteY70" fmla="*/ 1334617 h 2323145"/>
              <a:gd name="connsiteX71" fmla="*/ 7461694 w 11269336"/>
              <a:gd name="connsiteY71" fmla="*/ 1375866 h 2323145"/>
              <a:gd name="connsiteX72" fmla="*/ 7377571 w 11269336"/>
              <a:gd name="connsiteY72" fmla="*/ 1400128 h 2323145"/>
              <a:gd name="connsiteX73" fmla="*/ 7311261 w 11269336"/>
              <a:gd name="connsiteY73" fmla="*/ 1412652 h 2323145"/>
              <a:gd name="connsiteX74" fmla="*/ 7275307 w 11269336"/>
              <a:gd name="connsiteY74" fmla="*/ 1422171 h 2323145"/>
              <a:gd name="connsiteX75" fmla="*/ 7247783 w 11269336"/>
              <a:gd name="connsiteY75" fmla="*/ 1426330 h 2323145"/>
              <a:gd name="connsiteX76" fmla="*/ 7185047 w 11269336"/>
              <a:gd name="connsiteY76" fmla="*/ 1451812 h 2323145"/>
              <a:gd name="connsiteX77" fmla="*/ 7084117 w 11269336"/>
              <a:gd name="connsiteY77" fmla="*/ 1500281 h 2323145"/>
              <a:gd name="connsiteX78" fmla="*/ 7062011 w 11269336"/>
              <a:gd name="connsiteY78" fmla="*/ 1509183 h 2323145"/>
              <a:gd name="connsiteX79" fmla="*/ 7040555 w 11269336"/>
              <a:gd name="connsiteY79" fmla="*/ 1511207 h 2323145"/>
              <a:gd name="connsiteX80" fmla="*/ 7033438 w 11269336"/>
              <a:gd name="connsiteY80" fmla="*/ 1506772 h 2323145"/>
              <a:gd name="connsiteX81" fmla="*/ 7020886 w 11269336"/>
              <a:gd name="connsiteY81" fmla="*/ 1510764 h 2323145"/>
              <a:gd name="connsiteX82" fmla="*/ 7017033 w 11269336"/>
              <a:gd name="connsiteY82" fmla="*/ 1510650 h 2323145"/>
              <a:gd name="connsiteX83" fmla="*/ 6995460 w 11269336"/>
              <a:gd name="connsiteY83" fmla="*/ 1511173 h 2323145"/>
              <a:gd name="connsiteX84" fmla="*/ 6962144 w 11269336"/>
              <a:gd name="connsiteY84" fmla="*/ 1541508 h 2323145"/>
              <a:gd name="connsiteX85" fmla="*/ 6910674 w 11269336"/>
              <a:gd name="connsiteY85" fmla="*/ 1554793 h 2323145"/>
              <a:gd name="connsiteX86" fmla="*/ 6732152 w 11269336"/>
              <a:gd name="connsiteY86" fmla="*/ 1642538 h 2323145"/>
              <a:gd name="connsiteX87" fmla="*/ 6694106 w 11269336"/>
              <a:gd name="connsiteY87" fmla="*/ 1632377 h 2323145"/>
              <a:gd name="connsiteX88" fmla="*/ 6617223 w 11269336"/>
              <a:gd name="connsiteY88" fmla="*/ 1659889 h 2323145"/>
              <a:gd name="connsiteX89" fmla="*/ 6521138 w 11269336"/>
              <a:gd name="connsiteY89" fmla="*/ 1744340 h 2323145"/>
              <a:gd name="connsiteX90" fmla="*/ 6380677 w 11269336"/>
              <a:gd name="connsiteY90" fmla="*/ 1796883 h 2323145"/>
              <a:gd name="connsiteX91" fmla="*/ 6374897 w 11269336"/>
              <a:gd name="connsiteY91" fmla="*/ 1809910 h 2323145"/>
              <a:gd name="connsiteX92" fmla="*/ 6364545 w 11269336"/>
              <a:gd name="connsiteY92" fmla="*/ 1820090 h 2323145"/>
              <a:gd name="connsiteX93" fmla="*/ 6362126 w 11269336"/>
              <a:gd name="connsiteY93" fmla="*/ 1819991 h 2323145"/>
              <a:gd name="connsiteX94" fmla="*/ 6346673 w 11269336"/>
              <a:gd name="connsiteY94" fmla="*/ 1827824 h 2323145"/>
              <a:gd name="connsiteX95" fmla="*/ 6345588 w 11269336"/>
              <a:gd name="connsiteY95" fmla="*/ 1832232 h 2323145"/>
              <a:gd name="connsiteX96" fmla="*/ 6335708 w 11269336"/>
              <a:gd name="connsiteY96" fmla="*/ 1838451 h 2323145"/>
              <a:gd name="connsiteX97" fmla="*/ 6318182 w 11269336"/>
              <a:gd name="connsiteY97" fmla="*/ 1852975 h 2323145"/>
              <a:gd name="connsiteX98" fmla="*/ 6313084 w 11269336"/>
              <a:gd name="connsiteY98" fmla="*/ 1853561 h 2323145"/>
              <a:gd name="connsiteX99" fmla="*/ 6283816 w 11269336"/>
              <a:gd name="connsiteY99" fmla="*/ 1872148 h 2323145"/>
              <a:gd name="connsiteX100" fmla="*/ 6282550 w 11269336"/>
              <a:gd name="connsiteY100" fmla="*/ 1871392 h 2323145"/>
              <a:gd name="connsiteX101" fmla="*/ 6270527 w 11269336"/>
              <a:gd name="connsiteY101" fmla="*/ 1872208 h 2323145"/>
              <a:gd name="connsiteX102" fmla="*/ 6249518 w 11269336"/>
              <a:gd name="connsiteY102" fmla="*/ 1876079 h 2323145"/>
              <a:gd name="connsiteX103" fmla="*/ 6190386 w 11269336"/>
              <a:gd name="connsiteY103" fmla="*/ 1872478 h 2323145"/>
              <a:gd name="connsiteX104" fmla="*/ 6159777 w 11269336"/>
              <a:gd name="connsiteY104" fmla="*/ 1891745 h 2323145"/>
              <a:gd name="connsiteX105" fmla="*/ 6153131 w 11269336"/>
              <a:gd name="connsiteY105" fmla="*/ 1895079 h 2323145"/>
              <a:gd name="connsiteX106" fmla="*/ 6152798 w 11269336"/>
              <a:gd name="connsiteY106" fmla="*/ 1894920 h 2323145"/>
              <a:gd name="connsiteX107" fmla="*/ 6145388 w 11269336"/>
              <a:gd name="connsiteY107" fmla="*/ 1897990 h 2323145"/>
              <a:gd name="connsiteX108" fmla="*/ 6141014 w 11269336"/>
              <a:gd name="connsiteY108" fmla="*/ 1901155 h 2323145"/>
              <a:gd name="connsiteX109" fmla="*/ 6128122 w 11269336"/>
              <a:gd name="connsiteY109" fmla="*/ 1907623 h 2323145"/>
              <a:gd name="connsiteX110" fmla="*/ 6122351 w 11269336"/>
              <a:gd name="connsiteY110" fmla="*/ 1908359 h 2323145"/>
              <a:gd name="connsiteX111" fmla="*/ 6064750 w 11269336"/>
              <a:gd name="connsiteY111" fmla="*/ 1896394 h 2323145"/>
              <a:gd name="connsiteX112" fmla="*/ 5964230 w 11269336"/>
              <a:gd name="connsiteY112" fmla="*/ 1910038 h 2323145"/>
              <a:gd name="connsiteX113" fmla="*/ 5865399 w 11269336"/>
              <a:gd name="connsiteY113" fmla="*/ 1926966 h 2323145"/>
              <a:gd name="connsiteX114" fmla="*/ 5829951 w 11269336"/>
              <a:gd name="connsiteY114" fmla="*/ 1934755 h 2323145"/>
              <a:gd name="connsiteX115" fmla="*/ 5765285 w 11269336"/>
              <a:gd name="connsiteY115" fmla="*/ 1941322 h 2323145"/>
              <a:gd name="connsiteX116" fmla="*/ 5734750 w 11269336"/>
              <a:gd name="connsiteY116" fmla="*/ 1939793 h 2323145"/>
              <a:gd name="connsiteX117" fmla="*/ 5733569 w 11269336"/>
              <a:gd name="connsiteY117" fmla="*/ 1940505 h 2323145"/>
              <a:gd name="connsiteX118" fmla="*/ 5730329 w 11269336"/>
              <a:gd name="connsiteY118" fmla="*/ 1937845 h 2323145"/>
              <a:gd name="connsiteX119" fmla="*/ 5724661 w 11269336"/>
              <a:gd name="connsiteY119" fmla="*/ 1937455 h 2323145"/>
              <a:gd name="connsiteX120" fmla="*/ 5710186 w 11269336"/>
              <a:gd name="connsiteY120" fmla="*/ 1941370 h 2323145"/>
              <a:gd name="connsiteX121" fmla="*/ 5704910 w 11269336"/>
              <a:gd name="connsiteY121" fmla="*/ 1943663 h 2323145"/>
              <a:gd name="connsiteX122" fmla="*/ 5696836 w 11269336"/>
              <a:gd name="connsiteY122" fmla="*/ 1945271 h 2323145"/>
              <a:gd name="connsiteX123" fmla="*/ 5696583 w 11269336"/>
              <a:gd name="connsiteY123" fmla="*/ 1945050 h 2323145"/>
              <a:gd name="connsiteX124" fmla="*/ 5689123 w 11269336"/>
              <a:gd name="connsiteY124" fmla="*/ 1947067 h 2323145"/>
              <a:gd name="connsiteX125" fmla="*/ 5653291 w 11269336"/>
              <a:gd name="connsiteY125" fmla="*/ 1960245 h 2323145"/>
              <a:gd name="connsiteX126" fmla="*/ 5599385 w 11269336"/>
              <a:gd name="connsiteY126" fmla="*/ 1945198 h 2323145"/>
              <a:gd name="connsiteX127" fmla="*/ 5578300 w 11269336"/>
              <a:gd name="connsiteY127" fmla="*/ 1944963 h 2323145"/>
              <a:gd name="connsiteX128" fmla="*/ 5566758 w 11269336"/>
              <a:gd name="connsiteY128" fmla="*/ 1943441 h 2323145"/>
              <a:gd name="connsiteX129" fmla="*/ 5565857 w 11269336"/>
              <a:gd name="connsiteY129" fmla="*/ 1942445 h 2323145"/>
              <a:gd name="connsiteX130" fmla="*/ 5531534 w 11269336"/>
              <a:gd name="connsiteY130" fmla="*/ 1955208 h 2323145"/>
              <a:gd name="connsiteX131" fmla="*/ 5526552 w 11269336"/>
              <a:gd name="connsiteY131" fmla="*/ 1954799 h 2323145"/>
              <a:gd name="connsiteX132" fmla="*/ 5504723 w 11269336"/>
              <a:gd name="connsiteY132" fmla="*/ 1965811 h 2323145"/>
              <a:gd name="connsiteX133" fmla="*/ 5493156 w 11269336"/>
              <a:gd name="connsiteY133" fmla="*/ 1970063 h 2323145"/>
              <a:gd name="connsiteX134" fmla="*/ 5490486 w 11269336"/>
              <a:gd name="connsiteY134" fmla="*/ 1974227 h 2323145"/>
              <a:gd name="connsiteX135" fmla="*/ 5473107 w 11269336"/>
              <a:gd name="connsiteY135" fmla="*/ 1979001 h 2323145"/>
              <a:gd name="connsiteX136" fmla="*/ 5470885 w 11269336"/>
              <a:gd name="connsiteY136" fmla="*/ 1978432 h 2323145"/>
              <a:gd name="connsiteX137" fmla="*/ 5457393 w 11269336"/>
              <a:gd name="connsiteY137" fmla="*/ 1986525 h 2323145"/>
              <a:gd name="connsiteX138" fmla="*/ 5447102 w 11269336"/>
              <a:gd name="connsiteY138" fmla="*/ 1998329 h 2323145"/>
              <a:gd name="connsiteX139" fmla="*/ 5159151 w 11269336"/>
              <a:gd name="connsiteY139" fmla="*/ 2029640 h 2323145"/>
              <a:gd name="connsiteX140" fmla="*/ 5041688 w 11269336"/>
              <a:gd name="connsiteY140" fmla="*/ 2022334 h 2323145"/>
              <a:gd name="connsiteX141" fmla="*/ 4860988 w 11269336"/>
              <a:gd name="connsiteY141" fmla="*/ 2135698 h 2323145"/>
              <a:gd name="connsiteX142" fmla="*/ 4807902 w 11269336"/>
              <a:gd name="connsiteY142" fmla="*/ 2138894 h 2323145"/>
              <a:gd name="connsiteX143" fmla="*/ 4765388 w 11269336"/>
              <a:gd name="connsiteY143" fmla="*/ 2162525 h 2323145"/>
              <a:gd name="connsiteX144" fmla="*/ 4745033 w 11269336"/>
              <a:gd name="connsiteY144" fmla="*/ 2158859 h 2323145"/>
              <a:gd name="connsiteX145" fmla="*/ 4741475 w 11269336"/>
              <a:gd name="connsiteY145" fmla="*/ 2157998 h 2323145"/>
              <a:gd name="connsiteX146" fmla="*/ 4728247 w 11269336"/>
              <a:gd name="connsiteY146" fmla="*/ 2159526 h 2323145"/>
              <a:gd name="connsiteX147" fmla="*/ 4723263 w 11269336"/>
              <a:gd name="connsiteY147" fmla="*/ 2153742 h 2323145"/>
              <a:gd name="connsiteX148" fmla="*/ 4702453 w 11269336"/>
              <a:gd name="connsiteY148" fmla="*/ 2151586 h 2323145"/>
              <a:gd name="connsiteX149" fmla="*/ 4678455 w 11269336"/>
              <a:gd name="connsiteY149" fmla="*/ 2156131 h 2323145"/>
              <a:gd name="connsiteX150" fmla="*/ 4593061 w 11269336"/>
              <a:gd name="connsiteY150" fmla="*/ 2171597 h 2323145"/>
              <a:gd name="connsiteX151" fmla="*/ 4579902 w 11269336"/>
              <a:gd name="connsiteY151" fmla="*/ 2177927 h 2323145"/>
              <a:gd name="connsiteX152" fmla="*/ 4533444 w 11269336"/>
              <a:gd name="connsiteY152" fmla="*/ 2181200 h 2323145"/>
              <a:gd name="connsiteX153" fmla="*/ 4492832 w 11269336"/>
              <a:gd name="connsiteY153" fmla="*/ 2188033 h 2323145"/>
              <a:gd name="connsiteX154" fmla="*/ 4467257 w 11269336"/>
              <a:gd name="connsiteY154" fmla="*/ 2196121 h 2323145"/>
              <a:gd name="connsiteX155" fmla="*/ 4459937 w 11269336"/>
              <a:gd name="connsiteY155" fmla="*/ 2195182 h 2323145"/>
              <a:gd name="connsiteX156" fmla="*/ 4433312 w 11269336"/>
              <a:gd name="connsiteY156" fmla="*/ 2199004 h 2323145"/>
              <a:gd name="connsiteX157" fmla="*/ 4420601 w 11269336"/>
              <a:gd name="connsiteY157" fmla="*/ 2205158 h 2323145"/>
              <a:gd name="connsiteX158" fmla="*/ 4405765 w 11269336"/>
              <a:gd name="connsiteY158" fmla="*/ 2199902 h 2323145"/>
              <a:gd name="connsiteX159" fmla="*/ 4401354 w 11269336"/>
              <a:gd name="connsiteY159" fmla="*/ 2194745 h 2323145"/>
              <a:gd name="connsiteX160" fmla="*/ 4383151 w 11269336"/>
              <a:gd name="connsiteY160" fmla="*/ 2201140 h 2323145"/>
              <a:gd name="connsiteX161" fmla="*/ 4366646 w 11269336"/>
              <a:gd name="connsiteY161" fmla="*/ 2198564 h 2323145"/>
              <a:gd name="connsiteX162" fmla="*/ 4354009 w 11269336"/>
              <a:gd name="connsiteY162" fmla="*/ 2204984 h 2323145"/>
              <a:gd name="connsiteX163" fmla="*/ 4348284 w 11269336"/>
              <a:gd name="connsiteY163" fmla="*/ 2205270 h 2323145"/>
              <a:gd name="connsiteX164" fmla="*/ 4333906 w 11269336"/>
              <a:gd name="connsiteY164" fmla="*/ 2205251 h 2323145"/>
              <a:gd name="connsiteX165" fmla="*/ 4308819 w 11269336"/>
              <a:gd name="connsiteY165" fmla="*/ 2203822 h 2323145"/>
              <a:gd name="connsiteX166" fmla="*/ 4301210 w 11269336"/>
              <a:gd name="connsiteY166" fmla="*/ 2204456 h 2323145"/>
              <a:gd name="connsiteX167" fmla="*/ 4283095 w 11269336"/>
              <a:gd name="connsiteY167" fmla="*/ 2198177 h 2323145"/>
              <a:gd name="connsiteX168" fmla="*/ 4250119 w 11269336"/>
              <a:gd name="connsiteY168" fmla="*/ 2196342 h 2323145"/>
              <a:gd name="connsiteX169" fmla="*/ 4189203 w 11269336"/>
              <a:gd name="connsiteY169" fmla="*/ 2178994 h 2323145"/>
              <a:gd name="connsiteX170" fmla="*/ 4154035 w 11269336"/>
              <a:gd name="connsiteY170" fmla="*/ 2171950 h 2323145"/>
              <a:gd name="connsiteX171" fmla="*/ 4129569 w 11269336"/>
              <a:gd name="connsiteY171" fmla="*/ 2163850 h 2323145"/>
              <a:gd name="connsiteX172" fmla="*/ 4061250 w 11269336"/>
              <a:gd name="connsiteY172" fmla="*/ 2159236 h 2323145"/>
              <a:gd name="connsiteX173" fmla="*/ 3945480 w 11269336"/>
              <a:gd name="connsiteY173" fmla="*/ 2158279 h 2323145"/>
              <a:gd name="connsiteX174" fmla="*/ 3921468 w 11269336"/>
              <a:gd name="connsiteY174" fmla="*/ 2156588 h 2323145"/>
              <a:gd name="connsiteX175" fmla="*/ 3903348 w 11269336"/>
              <a:gd name="connsiteY175" fmla="*/ 2149220 h 2323145"/>
              <a:gd name="connsiteX176" fmla="*/ 3901342 w 11269336"/>
              <a:gd name="connsiteY176" fmla="*/ 2142355 h 2323145"/>
              <a:gd name="connsiteX177" fmla="*/ 3888539 w 11269336"/>
              <a:gd name="connsiteY177" fmla="*/ 2140476 h 2323145"/>
              <a:gd name="connsiteX178" fmla="*/ 3885662 w 11269336"/>
              <a:gd name="connsiteY178" fmla="*/ 2138740 h 2323145"/>
              <a:gd name="connsiteX179" fmla="*/ 3868627 w 11269336"/>
              <a:gd name="connsiteY179" fmla="*/ 2130023 h 2323145"/>
              <a:gd name="connsiteX180" fmla="*/ 3819177 w 11269336"/>
              <a:gd name="connsiteY180" fmla="*/ 2142111 h 2323145"/>
              <a:gd name="connsiteX181" fmla="*/ 3769100 w 11269336"/>
              <a:gd name="connsiteY181" fmla="*/ 2131731 h 2323145"/>
              <a:gd name="connsiteX182" fmla="*/ 3562752 w 11269336"/>
              <a:gd name="connsiteY182" fmla="*/ 2131785 h 2323145"/>
              <a:gd name="connsiteX183" fmla="*/ 3541402 w 11269336"/>
              <a:gd name="connsiteY183" fmla="*/ 2106821 h 2323145"/>
              <a:gd name="connsiteX184" fmla="*/ 3365341 w 11269336"/>
              <a:gd name="connsiteY184" fmla="*/ 2077638 h 2323145"/>
              <a:gd name="connsiteX185" fmla="*/ 3170922 w 11269336"/>
              <a:gd name="connsiteY185" fmla="*/ 2115957 h 2323145"/>
              <a:gd name="connsiteX186" fmla="*/ 3156256 w 11269336"/>
              <a:gd name="connsiteY186" fmla="*/ 2124773 h 2323145"/>
              <a:gd name="connsiteX187" fmla="*/ 3140298 w 11269336"/>
              <a:gd name="connsiteY187" fmla="*/ 2129182 h 2323145"/>
              <a:gd name="connsiteX188" fmla="*/ 3138514 w 11269336"/>
              <a:gd name="connsiteY188" fmla="*/ 2128069 h 2323145"/>
              <a:gd name="connsiteX189" fmla="*/ 3120467 w 11269336"/>
              <a:gd name="connsiteY189" fmla="*/ 2128281 h 2323145"/>
              <a:gd name="connsiteX190" fmla="*/ 3116175 w 11269336"/>
              <a:gd name="connsiteY190" fmla="*/ 2131633 h 2323145"/>
              <a:gd name="connsiteX191" fmla="*/ 3103685 w 11269336"/>
              <a:gd name="connsiteY191" fmla="*/ 2132814 h 2323145"/>
              <a:gd name="connsiteX192" fmla="*/ 3078794 w 11269336"/>
              <a:gd name="connsiteY192" fmla="*/ 2137935 h 2323145"/>
              <a:gd name="connsiteX193" fmla="*/ 3074407 w 11269336"/>
              <a:gd name="connsiteY193" fmla="*/ 2136274 h 2323145"/>
              <a:gd name="connsiteX194" fmla="*/ 3037285 w 11269336"/>
              <a:gd name="connsiteY194" fmla="*/ 2139919 h 2323145"/>
              <a:gd name="connsiteX195" fmla="*/ 3036901 w 11269336"/>
              <a:gd name="connsiteY195" fmla="*/ 2138726 h 2323145"/>
              <a:gd name="connsiteX196" fmla="*/ 3026996 w 11269336"/>
              <a:gd name="connsiteY196" fmla="*/ 2134322 h 2323145"/>
              <a:gd name="connsiteX197" fmla="*/ 3007772 w 11269336"/>
              <a:gd name="connsiteY197" fmla="*/ 2128742 h 2323145"/>
              <a:gd name="connsiteX198" fmla="*/ 2965030 w 11269336"/>
              <a:gd name="connsiteY198" fmla="*/ 2100494 h 2323145"/>
              <a:gd name="connsiteX199" fmla="*/ 2926342 w 11269336"/>
              <a:gd name="connsiteY199" fmla="*/ 2104155 h 2323145"/>
              <a:gd name="connsiteX200" fmla="*/ 2918608 w 11269336"/>
              <a:gd name="connsiteY200" fmla="*/ 2104215 h 2323145"/>
              <a:gd name="connsiteX201" fmla="*/ 2918475 w 11269336"/>
              <a:gd name="connsiteY201" fmla="*/ 2103937 h 2323145"/>
              <a:gd name="connsiteX202" fmla="*/ 2910360 w 11269336"/>
              <a:gd name="connsiteY202" fmla="*/ 2103444 h 2323145"/>
              <a:gd name="connsiteX203" fmla="*/ 2904507 w 11269336"/>
              <a:gd name="connsiteY203" fmla="*/ 2104326 h 2323145"/>
              <a:gd name="connsiteX204" fmla="*/ 2889503 w 11269336"/>
              <a:gd name="connsiteY204" fmla="*/ 2104443 h 2323145"/>
              <a:gd name="connsiteX205" fmla="*/ 2884480 w 11269336"/>
              <a:gd name="connsiteY205" fmla="*/ 2102626 h 2323145"/>
              <a:gd name="connsiteX206" fmla="*/ 2882689 w 11269336"/>
              <a:gd name="connsiteY206" fmla="*/ 2099228 h 2323145"/>
              <a:gd name="connsiteX207" fmla="*/ 2881291 w 11269336"/>
              <a:gd name="connsiteY207" fmla="*/ 2099618 h 2323145"/>
              <a:gd name="connsiteX208" fmla="*/ 2853979 w 11269336"/>
              <a:gd name="connsiteY208" fmla="*/ 2090388 h 2323145"/>
              <a:gd name="connsiteX209" fmla="*/ 2791790 w 11269336"/>
              <a:gd name="connsiteY209" fmla="*/ 2080332 h 2323145"/>
              <a:gd name="connsiteX210" fmla="*/ 2755844 w 11269336"/>
              <a:gd name="connsiteY210" fmla="*/ 2078874 h 2323145"/>
              <a:gd name="connsiteX211" fmla="*/ 2657742 w 11269336"/>
              <a:gd name="connsiteY211" fmla="*/ 2070179 h 2323145"/>
              <a:gd name="connsiteX212" fmla="*/ 2559549 w 11269336"/>
              <a:gd name="connsiteY212" fmla="*/ 2057873 h 2323145"/>
              <a:gd name="connsiteX213" fmla="*/ 2512054 w 11269336"/>
              <a:gd name="connsiteY213" fmla="*/ 2031671 h 2323145"/>
              <a:gd name="connsiteX214" fmla="*/ 2506437 w 11269336"/>
              <a:gd name="connsiteY214" fmla="*/ 2030918 h 2323145"/>
              <a:gd name="connsiteX215" fmla="*/ 2491752 w 11269336"/>
              <a:gd name="connsiteY215" fmla="*/ 2033906 h 2323145"/>
              <a:gd name="connsiteX216" fmla="*/ 2486338 w 11269336"/>
              <a:gd name="connsiteY216" fmla="*/ 2035862 h 2323145"/>
              <a:gd name="connsiteX217" fmla="*/ 2478186 w 11269336"/>
              <a:gd name="connsiteY217" fmla="*/ 2036953 h 2323145"/>
              <a:gd name="connsiteX218" fmla="*/ 2477950 w 11269336"/>
              <a:gd name="connsiteY218" fmla="*/ 2036715 h 2323145"/>
              <a:gd name="connsiteX219" fmla="*/ 2470381 w 11269336"/>
              <a:gd name="connsiteY219" fmla="*/ 2038256 h 2323145"/>
              <a:gd name="connsiteX220" fmla="*/ 2433781 w 11269336"/>
              <a:gd name="connsiteY220" fmla="*/ 2049140 h 2323145"/>
              <a:gd name="connsiteX221" fmla="*/ 2381172 w 11269336"/>
              <a:gd name="connsiteY221" fmla="*/ 2030645 h 2323145"/>
              <a:gd name="connsiteX222" fmla="*/ 2360198 w 11269336"/>
              <a:gd name="connsiteY222" fmla="*/ 2029059 h 2323145"/>
              <a:gd name="connsiteX223" fmla="*/ 2348815 w 11269336"/>
              <a:gd name="connsiteY223" fmla="*/ 2026798 h 2323145"/>
              <a:gd name="connsiteX224" fmla="*/ 2347988 w 11269336"/>
              <a:gd name="connsiteY224" fmla="*/ 2025745 h 2323145"/>
              <a:gd name="connsiteX225" fmla="*/ 2312920 w 11269336"/>
              <a:gd name="connsiteY225" fmla="*/ 2036311 h 2323145"/>
              <a:gd name="connsiteX226" fmla="*/ 2307986 w 11269336"/>
              <a:gd name="connsiteY226" fmla="*/ 2035583 h 2323145"/>
              <a:gd name="connsiteX227" fmla="*/ 2285481 w 11269336"/>
              <a:gd name="connsiteY227" fmla="*/ 2045197 h 2323145"/>
              <a:gd name="connsiteX228" fmla="*/ 2273666 w 11269336"/>
              <a:gd name="connsiteY228" fmla="*/ 2048710 h 2323145"/>
              <a:gd name="connsiteX229" fmla="*/ 2270719 w 11269336"/>
              <a:gd name="connsiteY229" fmla="*/ 2052702 h 2323145"/>
              <a:gd name="connsiteX230" fmla="*/ 2253080 w 11269336"/>
              <a:gd name="connsiteY230" fmla="*/ 2056363 h 2323145"/>
              <a:gd name="connsiteX231" fmla="*/ 2250906 w 11269336"/>
              <a:gd name="connsiteY231" fmla="*/ 2055654 h 2323145"/>
              <a:gd name="connsiteX232" fmla="*/ 2236905 w 11269336"/>
              <a:gd name="connsiteY232" fmla="*/ 2062882 h 2323145"/>
              <a:gd name="connsiteX233" fmla="*/ 2225830 w 11269336"/>
              <a:gd name="connsiteY233" fmla="*/ 2074027 h 2323145"/>
              <a:gd name="connsiteX234" fmla="*/ 2073776 w 11269336"/>
              <a:gd name="connsiteY234" fmla="*/ 2089244 h 2323145"/>
              <a:gd name="connsiteX235" fmla="*/ 1948256 w 11269336"/>
              <a:gd name="connsiteY235" fmla="*/ 2146616 h 2323145"/>
              <a:gd name="connsiteX236" fmla="*/ 1865582 w 11269336"/>
              <a:gd name="connsiteY236" fmla="*/ 2153738 h 2323145"/>
              <a:gd name="connsiteX237" fmla="*/ 1835210 w 11269336"/>
              <a:gd name="connsiteY237" fmla="*/ 2134244 h 2323145"/>
              <a:gd name="connsiteX238" fmla="*/ 1632661 w 11269336"/>
              <a:gd name="connsiteY238" fmla="*/ 2173882 h 2323145"/>
              <a:gd name="connsiteX239" fmla="*/ 1579590 w 11269336"/>
              <a:gd name="connsiteY239" fmla="*/ 2173680 h 2323145"/>
              <a:gd name="connsiteX240" fmla="*/ 1535601 w 11269336"/>
              <a:gd name="connsiteY240" fmla="*/ 2194590 h 2323145"/>
              <a:gd name="connsiteX241" fmla="*/ 1515594 w 11269336"/>
              <a:gd name="connsiteY241" fmla="*/ 2189622 h 2323145"/>
              <a:gd name="connsiteX242" fmla="*/ 1512113 w 11269336"/>
              <a:gd name="connsiteY242" fmla="*/ 2188534 h 2323145"/>
              <a:gd name="connsiteX243" fmla="*/ 1498838 w 11269336"/>
              <a:gd name="connsiteY243" fmla="*/ 2189213 h 2323145"/>
              <a:gd name="connsiteX244" fmla="*/ 1494279 w 11269336"/>
              <a:gd name="connsiteY244" fmla="*/ 2183112 h 2323145"/>
              <a:gd name="connsiteX245" fmla="*/ 1473714 w 11269336"/>
              <a:gd name="connsiteY245" fmla="*/ 2179625 h 2323145"/>
              <a:gd name="connsiteX246" fmla="*/ 1449503 w 11269336"/>
              <a:gd name="connsiteY246" fmla="*/ 2182633 h 2323145"/>
              <a:gd name="connsiteX247" fmla="*/ 1335495 w 11269336"/>
              <a:gd name="connsiteY247" fmla="*/ 2203940 h 2323145"/>
              <a:gd name="connsiteX248" fmla="*/ 1266687 w 11269336"/>
              <a:gd name="connsiteY248" fmla="*/ 2212688 h 2323145"/>
              <a:gd name="connsiteX249" fmla="*/ 1239614 w 11269336"/>
              <a:gd name="connsiteY249" fmla="*/ 2209727 h 2323145"/>
              <a:gd name="connsiteX250" fmla="*/ 1202436 w 11269336"/>
              <a:gd name="connsiteY250" fmla="*/ 2209817 h 2323145"/>
              <a:gd name="connsiteX251" fmla="*/ 1136097 w 11269336"/>
              <a:gd name="connsiteY251" fmla="*/ 2205112 h 2323145"/>
              <a:gd name="connsiteX252" fmla="*/ 1048229 w 11269336"/>
              <a:gd name="connsiteY252" fmla="*/ 2207249 h 2323145"/>
              <a:gd name="connsiteX253" fmla="*/ 988232 w 11269336"/>
              <a:gd name="connsiteY253" fmla="*/ 2235635 h 2323145"/>
              <a:gd name="connsiteX254" fmla="*/ 981959 w 11269336"/>
              <a:gd name="connsiteY254" fmla="*/ 2231607 h 2323145"/>
              <a:gd name="connsiteX255" fmla="*/ 938600 w 11269336"/>
              <a:gd name="connsiteY255" fmla="*/ 2238113 h 2323145"/>
              <a:gd name="connsiteX256" fmla="*/ 791788 w 11269336"/>
              <a:gd name="connsiteY256" fmla="*/ 2293224 h 2323145"/>
              <a:gd name="connsiteX257" fmla="*/ 706914 w 11269336"/>
              <a:gd name="connsiteY257" fmla="*/ 2305046 h 2323145"/>
              <a:gd name="connsiteX258" fmla="*/ 675971 w 11269336"/>
              <a:gd name="connsiteY258" fmla="*/ 2304030 h 2323145"/>
              <a:gd name="connsiteX259" fmla="*/ 624180 w 11269336"/>
              <a:gd name="connsiteY259" fmla="*/ 2302650 h 2323145"/>
              <a:gd name="connsiteX260" fmla="*/ 583453 w 11269336"/>
              <a:gd name="connsiteY260" fmla="*/ 2288788 h 2323145"/>
              <a:gd name="connsiteX261" fmla="*/ 540946 w 11269336"/>
              <a:gd name="connsiteY261" fmla="*/ 2292721 h 2323145"/>
              <a:gd name="connsiteX262" fmla="*/ 533680 w 11269336"/>
              <a:gd name="connsiteY262" fmla="*/ 2310233 h 2323145"/>
              <a:gd name="connsiteX263" fmla="*/ 487366 w 11269336"/>
              <a:gd name="connsiteY263" fmla="*/ 2309053 h 2323145"/>
              <a:gd name="connsiteX264" fmla="*/ 416820 w 11269336"/>
              <a:gd name="connsiteY264" fmla="*/ 2305443 h 2323145"/>
              <a:gd name="connsiteX265" fmla="*/ 376805 w 11269336"/>
              <a:gd name="connsiteY265" fmla="*/ 2307647 h 2323145"/>
              <a:gd name="connsiteX266" fmla="*/ 266777 w 11269336"/>
              <a:gd name="connsiteY266" fmla="*/ 2309012 h 2323145"/>
              <a:gd name="connsiteX267" fmla="*/ 156013 w 11269336"/>
              <a:gd name="connsiteY267" fmla="*/ 2306832 h 2323145"/>
              <a:gd name="connsiteX268" fmla="*/ 87258 w 11269336"/>
              <a:gd name="connsiteY268" fmla="*/ 2285511 h 2323145"/>
              <a:gd name="connsiteX269" fmla="*/ 23798 w 11269336"/>
              <a:gd name="connsiteY269" fmla="*/ 2281822 h 2323145"/>
              <a:gd name="connsiteX270" fmla="*/ 0 w 11269336"/>
              <a:gd name="connsiteY270" fmla="*/ 2285369 h 2323145"/>
              <a:gd name="connsiteX271" fmla="*/ 0 w 11269336"/>
              <a:gd name="connsiteY271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742561 w 11269336"/>
              <a:gd name="connsiteY18" fmla="*/ 500437 h 2323145"/>
              <a:gd name="connsiteX19" fmla="*/ 9561831 w 11269336"/>
              <a:gd name="connsiteY19" fmla="*/ 547649 h 2323145"/>
              <a:gd name="connsiteX20" fmla="*/ 9380600 w 11269336"/>
              <a:gd name="connsiteY20" fmla="*/ 549821 h 2323145"/>
              <a:gd name="connsiteX21" fmla="*/ 9139429 w 11269336"/>
              <a:gd name="connsiteY21" fmla="*/ 696446 h 2323145"/>
              <a:gd name="connsiteX22" fmla="*/ 9114263 w 11269336"/>
              <a:gd name="connsiteY22" fmla="*/ 709213 h 2323145"/>
              <a:gd name="connsiteX23" fmla="*/ 9028928 w 11269336"/>
              <a:gd name="connsiteY23" fmla="*/ 745350 h 2323145"/>
              <a:gd name="connsiteX24" fmla="*/ 8977138 w 11269336"/>
              <a:gd name="connsiteY24" fmla="*/ 774970 h 2323145"/>
              <a:gd name="connsiteX25" fmla="*/ 8947030 w 11269336"/>
              <a:gd name="connsiteY25" fmla="*/ 814934 h 2323145"/>
              <a:gd name="connsiteX26" fmla="*/ 8914746 w 11269336"/>
              <a:gd name="connsiteY26" fmla="*/ 826428 h 2323145"/>
              <a:gd name="connsiteX27" fmla="*/ 8917778 w 11269336"/>
              <a:gd name="connsiteY27" fmla="*/ 835198 h 2323145"/>
              <a:gd name="connsiteX28" fmla="*/ 8905560 w 11269336"/>
              <a:gd name="connsiteY28" fmla="*/ 838358 h 2323145"/>
              <a:gd name="connsiteX29" fmla="*/ 8897564 w 11269336"/>
              <a:gd name="connsiteY29" fmla="*/ 834287 h 2323145"/>
              <a:gd name="connsiteX30" fmla="*/ 8878040 w 11269336"/>
              <a:gd name="connsiteY30" fmla="*/ 844150 h 2323145"/>
              <a:gd name="connsiteX31" fmla="*/ 8882654 w 11269336"/>
              <a:gd name="connsiteY31" fmla="*/ 892768 h 2323145"/>
              <a:gd name="connsiteX32" fmla="*/ 8837498 w 11269336"/>
              <a:gd name="connsiteY32" fmla="*/ 885664 h 2323145"/>
              <a:gd name="connsiteX33" fmla="*/ 8795998 w 11269336"/>
              <a:gd name="connsiteY33" fmla="*/ 863337 h 2323145"/>
              <a:gd name="connsiteX34" fmla="*/ 8776970 w 11269336"/>
              <a:gd name="connsiteY34" fmla="*/ 885177 h 2323145"/>
              <a:gd name="connsiteX35" fmla="*/ 8755719 w 11269336"/>
              <a:gd name="connsiteY35" fmla="*/ 889754 h 2323145"/>
              <a:gd name="connsiteX36" fmla="*/ 8743257 w 11269336"/>
              <a:gd name="connsiteY36" fmla="*/ 904723 h 2323145"/>
              <a:gd name="connsiteX37" fmla="*/ 8721366 w 11269336"/>
              <a:gd name="connsiteY37" fmla="*/ 904711 h 2323145"/>
              <a:gd name="connsiteX38" fmla="*/ 8678353 w 11269336"/>
              <a:gd name="connsiteY38" fmla="*/ 926318 h 2323145"/>
              <a:gd name="connsiteX39" fmla="*/ 8636849 w 11269336"/>
              <a:gd name="connsiteY39" fmla="*/ 937900 h 2323145"/>
              <a:gd name="connsiteX40" fmla="*/ 8620213 w 11269336"/>
              <a:gd name="connsiteY40" fmla="*/ 943068 h 2323145"/>
              <a:gd name="connsiteX41" fmla="*/ 8612581 w 11269336"/>
              <a:gd name="connsiteY41" fmla="*/ 952695 h 2323145"/>
              <a:gd name="connsiteX42" fmla="*/ 8589038 w 11269336"/>
              <a:gd name="connsiteY42" fmla="*/ 963892 h 2323145"/>
              <a:gd name="connsiteX43" fmla="*/ 8579950 w 11269336"/>
              <a:gd name="connsiteY43" fmla="*/ 960899 h 2323145"/>
              <a:gd name="connsiteX44" fmla="*/ 8579319 w 11269336"/>
              <a:gd name="connsiteY44" fmla="*/ 965630 h 2323145"/>
              <a:gd name="connsiteX45" fmla="*/ 8547429 w 11269336"/>
              <a:gd name="connsiteY45" fmla="*/ 984506 h 2323145"/>
              <a:gd name="connsiteX46" fmla="*/ 8478704 w 11269336"/>
              <a:gd name="connsiteY46" fmla="*/ 1025490 h 2323145"/>
              <a:gd name="connsiteX47" fmla="*/ 8461421 w 11269336"/>
              <a:gd name="connsiteY47" fmla="*/ 1035512 h 2323145"/>
              <a:gd name="connsiteX48" fmla="*/ 8445003 w 11269336"/>
              <a:gd name="connsiteY48" fmla="*/ 1036851 h 2323145"/>
              <a:gd name="connsiteX49" fmla="*/ 8357350 w 11269336"/>
              <a:gd name="connsiteY49" fmla="*/ 1060213 h 2323145"/>
              <a:gd name="connsiteX50" fmla="*/ 8335565 w 11269336"/>
              <a:gd name="connsiteY50" fmla="*/ 1061151 h 2323145"/>
              <a:gd name="connsiteX51" fmla="*/ 8325267 w 11269336"/>
              <a:gd name="connsiteY51" fmla="*/ 1055919 h 2323145"/>
              <a:gd name="connsiteX52" fmla="*/ 8293586 w 11269336"/>
              <a:gd name="connsiteY52" fmla="*/ 1076144 h 2323145"/>
              <a:gd name="connsiteX53" fmla="*/ 8242405 w 11269336"/>
              <a:gd name="connsiteY53" fmla="*/ 1095960 h 2323145"/>
              <a:gd name="connsiteX54" fmla="*/ 8218531 w 11269336"/>
              <a:gd name="connsiteY54" fmla="*/ 1107622 h 2323145"/>
              <a:gd name="connsiteX55" fmla="*/ 8197391 w 11269336"/>
              <a:gd name="connsiteY55" fmla="*/ 1107746 h 2323145"/>
              <a:gd name="connsiteX56" fmla="*/ 8081474 w 11269336"/>
              <a:gd name="connsiteY56" fmla="*/ 1130125 h 2323145"/>
              <a:gd name="connsiteX57" fmla="*/ 8053585 w 11269336"/>
              <a:gd name="connsiteY57" fmla="*/ 1129169 h 2323145"/>
              <a:gd name="connsiteX58" fmla="*/ 8038422 w 11269336"/>
              <a:gd name="connsiteY58" fmla="*/ 1119092 h 2323145"/>
              <a:gd name="connsiteX59" fmla="*/ 8029450 w 11269336"/>
              <a:gd name="connsiteY59" fmla="*/ 1125592 h 2323145"/>
              <a:gd name="connsiteX60" fmla="*/ 7959552 w 11269336"/>
              <a:gd name="connsiteY60" fmla="*/ 1140188 h 2323145"/>
              <a:gd name="connsiteX61" fmla="*/ 7914188 w 11269336"/>
              <a:gd name="connsiteY61" fmla="*/ 1150862 h 2323145"/>
              <a:gd name="connsiteX62" fmla="*/ 7914918 w 11269336"/>
              <a:gd name="connsiteY62" fmla="*/ 1168758 h 2323145"/>
              <a:gd name="connsiteX63" fmla="*/ 7875510 w 11269336"/>
              <a:gd name="connsiteY63" fmla="*/ 1183153 h 2323145"/>
              <a:gd name="connsiteX64" fmla="*/ 7829932 w 11269336"/>
              <a:gd name="connsiteY64" fmla="*/ 1180782 h 2323145"/>
              <a:gd name="connsiteX65" fmla="*/ 7779182 w 11269336"/>
              <a:gd name="connsiteY65" fmla="*/ 1192665 h 2323145"/>
              <a:gd name="connsiteX66" fmla="*/ 7748774 w 11269336"/>
              <a:gd name="connsiteY66" fmla="*/ 1199586 h 2323145"/>
              <a:gd name="connsiteX67" fmla="*/ 7671846 w 11269336"/>
              <a:gd name="connsiteY67" fmla="*/ 1231966 h 2323145"/>
              <a:gd name="connsiteX68" fmla="*/ 7554146 w 11269336"/>
              <a:gd name="connsiteY68" fmla="*/ 1319748 h 2323145"/>
              <a:gd name="connsiteX69" fmla="*/ 7515052 w 11269336"/>
              <a:gd name="connsiteY69" fmla="*/ 1336718 h 2323145"/>
              <a:gd name="connsiteX70" fmla="*/ 7507193 w 11269336"/>
              <a:gd name="connsiteY70" fmla="*/ 1334617 h 2323145"/>
              <a:gd name="connsiteX71" fmla="*/ 7461694 w 11269336"/>
              <a:gd name="connsiteY71" fmla="*/ 1375866 h 2323145"/>
              <a:gd name="connsiteX72" fmla="*/ 7377571 w 11269336"/>
              <a:gd name="connsiteY72" fmla="*/ 1400128 h 2323145"/>
              <a:gd name="connsiteX73" fmla="*/ 7311261 w 11269336"/>
              <a:gd name="connsiteY73" fmla="*/ 1412652 h 2323145"/>
              <a:gd name="connsiteX74" fmla="*/ 7275307 w 11269336"/>
              <a:gd name="connsiteY74" fmla="*/ 1422171 h 2323145"/>
              <a:gd name="connsiteX75" fmla="*/ 7247783 w 11269336"/>
              <a:gd name="connsiteY75" fmla="*/ 1426330 h 2323145"/>
              <a:gd name="connsiteX76" fmla="*/ 7185047 w 11269336"/>
              <a:gd name="connsiteY76" fmla="*/ 1451812 h 2323145"/>
              <a:gd name="connsiteX77" fmla="*/ 7084117 w 11269336"/>
              <a:gd name="connsiteY77" fmla="*/ 1500281 h 2323145"/>
              <a:gd name="connsiteX78" fmla="*/ 7062011 w 11269336"/>
              <a:gd name="connsiteY78" fmla="*/ 1509183 h 2323145"/>
              <a:gd name="connsiteX79" fmla="*/ 7040555 w 11269336"/>
              <a:gd name="connsiteY79" fmla="*/ 1511207 h 2323145"/>
              <a:gd name="connsiteX80" fmla="*/ 7033438 w 11269336"/>
              <a:gd name="connsiteY80" fmla="*/ 1506772 h 2323145"/>
              <a:gd name="connsiteX81" fmla="*/ 7020886 w 11269336"/>
              <a:gd name="connsiteY81" fmla="*/ 1510764 h 2323145"/>
              <a:gd name="connsiteX82" fmla="*/ 7017033 w 11269336"/>
              <a:gd name="connsiteY82" fmla="*/ 1510650 h 2323145"/>
              <a:gd name="connsiteX83" fmla="*/ 6995460 w 11269336"/>
              <a:gd name="connsiteY83" fmla="*/ 1511173 h 2323145"/>
              <a:gd name="connsiteX84" fmla="*/ 6962144 w 11269336"/>
              <a:gd name="connsiteY84" fmla="*/ 1541508 h 2323145"/>
              <a:gd name="connsiteX85" fmla="*/ 6910674 w 11269336"/>
              <a:gd name="connsiteY85" fmla="*/ 1554793 h 2323145"/>
              <a:gd name="connsiteX86" fmla="*/ 6732152 w 11269336"/>
              <a:gd name="connsiteY86" fmla="*/ 1642538 h 2323145"/>
              <a:gd name="connsiteX87" fmla="*/ 6694106 w 11269336"/>
              <a:gd name="connsiteY87" fmla="*/ 1632377 h 2323145"/>
              <a:gd name="connsiteX88" fmla="*/ 6617223 w 11269336"/>
              <a:gd name="connsiteY88" fmla="*/ 1659889 h 2323145"/>
              <a:gd name="connsiteX89" fmla="*/ 6521138 w 11269336"/>
              <a:gd name="connsiteY89" fmla="*/ 1744340 h 2323145"/>
              <a:gd name="connsiteX90" fmla="*/ 6380677 w 11269336"/>
              <a:gd name="connsiteY90" fmla="*/ 1796883 h 2323145"/>
              <a:gd name="connsiteX91" fmla="*/ 6374897 w 11269336"/>
              <a:gd name="connsiteY91" fmla="*/ 1809910 h 2323145"/>
              <a:gd name="connsiteX92" fmla="*/ 6364545 w 11269336"/>
              <a:gd name="connsiteY92" fmla="*/ 1820090 h 2323145"/>
              <a:gd name="connsiteX93" fmla="*/ 6362126 w 11269336"/>
              <a:gd name="connsiteY93" fmla="*/ 1819991 h 2323145"/>
              <a:gd name="connsiteX94" fmla="*/ 6346673 w 11269336"/>
              <a:gd name="connsiteY94" fmla="*/ 1827824 h 2323145"/>
              <a:gd name="connsiteX95" fmla="*/ 6345588 w 11269336"/>
              <a:gd name="connsiteY95" fmla="*/ 1832232 h 2323145"/>
              <a:gd name="connsiteX96" fmla="*/ 6335708 w 11269336"/>
              <a:gd name="connsiteY96" fmla="*/ 1838451 h 2323145"/>
              <a:gd name="connsiteX97" fmla="*/ 6318182 w 11269336"/>
              <a:gd name="connsiteY97" fmla="*/ 1852975 h 2323145"/>
              <a:gd name="connsiteX98" fmla="*/ 6313084 w 11269336"/>
              <a:gd name="connsiteY98" fmla="*/ 1853561 h 2323145"/>
              <a:gd name="connsiteX99" fmla="*/ 6283816 w 11269336"/>
              <a:gd name="connsiteY99" fmla="*/ 1872148 h 2323145"/>
              <a:gd name="connsiteX100" fmla="*/ 6282550 w 11269336"/>
              <a:gd name="connsiteY100" fmla="*/ 1871392 h 2323145"/>
              <a:gd name="connsiteX101" fmla="*/ 6270527 w 11269336"/>
              <a:gd name="connsiteY101" fmla="*/ 1872208 h 2323145"/>
              <a:gd name="connsiteX102" fmla="*/ 6249518 w 11269336"/>
              <a:gd name="connsiteY102" fmla="*/ 1876079 h 2323145"/>
              <a:gd name="connsiteX103" fmla="*/ 6190386 w 11269336"/>
              <a:gd name="connsiteY103" fmla="*/ 1872478 h 2323145"/>
              <a:gd name="connsiteX104" fmla="*/ 6159777 w 11269336"/>
              <a:gd name="connsiteY104" fmla="*/ 1891745 h 2323145"/>
              <a:gd name="connsiteX105" fmla="*/ 6153131 w 11269336"/>
              <a:gd name="connsiteY105" fmla="*/ 1895079 h 2323145"/>
              <a:gd name="connsiteX106" fmla="*/ 6152798 w 11269336"/>
              <a:gd name="connsiteY106" fmla="*/ 1894920 h 2323145"/>
              <a:gd name="connsiteX107" fmla="*/ 6145388 w 11269336"/>
              <a:gd name="connsiteY107" fmla="*/ 1897990 h 2323145"/>
              <a:gd name="connsiteX108" fmla="*/ 6141014 w 11269336"/>
              <a:gd name="connsiteY108" fmla="*/ 1901155 h 2323145"/>
              <a:gd name="connsiteX109" fmla="*/ 6128122 w 11269336"/>
              <a:gd name="connsiteY109" fmla="*/ 1907623 h 2323145"/>
              <a:gd name="connsiteX110" fmla="*/ 6122351 w 11269336"/>
              <a:gd name="connsiteY110" fmla="*/ 1908359 h 2323145"/>
              <a:gd name="connsiteX111" fmla="*/ 6064750 w 11269336"/>
              <a:gd name="connsiteY111" fmla="*/ 1896394 h 2323145"/>
              <a:gd name="connsiteX112" fmla="*/ 5964230 w 11269336"/>
              <a:gd name="connsiteY112" fmla="*/ 1910038 h 2323145"/>
              <a:gd name="connsiteX113" fmla="*/ 5865399 w 11269336"/>
              <a:gd name="connsiteY113" fmla="*/ 1926966 h 2323145"/>
              <a:gd name="connsiteX114" fmla="*/ 5829951 w 11269336"/>
              <a:gd name="connsiteY114" fmla="*/ 1934755 h 2323145"/>
              <a:gd name="connsiteX115" fmla="*/ 5765285 w 11269336"/>
              <a:gd name="connsiteY115" fmla="*/ 1941322 h 2323145"/>
              <a:gd name="connsiteX116" fmla="*/ 5734750 w 11269336"/>
              <a:gd name="connsiteY116" fmla="*/ 1939793 h 2323145"/>
              <a:gd name="connsiteX117" fmla="*/ 5733569 w 11269336"/>
              <a:gd name="connsiteY117" fmla="*/ 1940505 h 2323145"/>
              <a:gd name="connsiteX118" fmla="*/ 5730329 w 11269336"/>
              <a:gd name="connsiteY118" fmla="*/ 1937845 h 2323145"/>
              <a:gd name="connsiteX119" fmla="*/ 5724661 w 11269336"/>
              <a:gd name="connsiteY119" fmla="*/ 1937455 h 2323145"/>
              <a:gd name="connsiteX120" fmla="*/ 5710186 w 11269336"/>
              <a:gd name="connsiteY120" fmla="*/ 1941370 h 2323145"/>
              <a:gd name="connsiteX121" fmla="*/ 5704910 w 11269336"/>
              <a:gd name="connsiteY121" fmla="*/ 1943663 h 2323145"/>
              <a:gd name="connsiteX122" fmla="*/ 5696836 w 11269336"/>
              <a:gd name="connsiteY122" fmla="*/ 1945271 h 2323145"/>
              <a:gd name="connsiteX123" fmla="*/ 5696583 w 11269336"/>
              <a:gd name="connsiteY123" fmla="*/ 1945050 h 2323145"/>
              <a:gd name="connsiteX124" fmla="*/ 5689123 w 11269336"/>
              <a:gd name="connsiteY124" fmla="*/ 1947067 h 2323145"/>
              <a:gd name="connsiteX125" fmla="*/ 5653291 w 11269336"/>
              <a:gd name="connsiteY125" fmla="*/ 1960245 h 2323145"/>
              <a:gd name="connsiteX126" fmla="*/ 5599385 w 11269336"/>
              <a:gd name="connsiteY126" fmla="*/ 1945198 h 2323145"/>
              <a:gd name="connsiteX127" fmla="*/ 5578300 w 11269336"/>
              <a:gd name="connsiteY127" fmla="*/ 1944963 h 2323145"/>
              <a:gd name="connsiteX128" fmla="*/ 5566758 w 11269336"/>
              <a:gd name="connsiteY128" fmla="*/ 1943441 h 2323145"/>
              <a:gd name="connsiteX129" fmla="*/ 5565857 w 11269336"/>
              <a:gd name="connsiteY129" fmla="*/ 1942445 h 2323145"/>
              <a:gd name="connsiteX130" fmla="*/ 5531534 w 11269336"/>
              <a:gd name="connsiteY130" fmla="*/ 1955208 h 2323145"/>
              <a:gd name="connsiteX131" fmla="*/ 5526552 w 11269336"/>
              <a:gd name="connsiteY131" fmla="*/ 1954799 h 2323145"/>
              <a:gd name="connsiteX132" fmla="*/ 5504723 w 11269336"/>
              <a:gd name="connsiteY132" fmla="*/ 1965811 h 2323145"/>
              <a:gd name="connsiteX133" fmla="*/ 5493156 w 11269336"/>
              <a:gd name="connsiteY133" fmla="*/ 1970063 h 2323145"/>
              <a:gd name="connsiteX134" fmla="*/ 5490486 w 11269336"/>
              <a:gd name="connsiteY134" fmla="*/ 1974227 h 2323145"/>
              <a:gd name="connsiteX135" fmla="*/ 5473107 w 11269336"/>
              <a:gd name="connsiteY135" fmla="*/ 1979001 h 2323145"/>
              <a:gd name="connsiteX136" fmla="*/ 5470885 w 11269336"/>
              <a:gd name="connsiteY136" fmla="*/ 1978432 h 2323145"/>
              <a:gd name="connsiteX137" fmla="*/ 5457393 w 11269336"/>
              <a:gd name="connsiteY137" fmla="*/ 1986525 h 2323145"/>
              <a:gd name="connsiteX138" fmla="*/ 5447102 w 11269336"/>
              <a:gd name="connsiteY138" fmla="*/ 1998329 h 2323145"/>
              <a:gd name="connsiteX139" fmla="*/ 5159151 w 11269336"/>
              <a:gd name="connsiteY139" fmla="*/ 2029640 h 2323145"/>
              <a:gd name="connsiteX140" fmla="*/ 5041688 w 11269336"/>
              <a:gd name="connsiteY140" fmla="*/ 2022334 h 2323145"/>
              <a:gd name="connsiteX141" fmla="*/ 4860988 w 11269336"/>
              <a:gd name="connsiteY141" fmla="*/ 2135698 h 2323145"/>
              <a:gd name="connsiteX142" fmla="*/ 4807902 w 11269336"/>
              <a:gd name="connsiteY142" fmla="*/ 2138894 h 2323145"/>
              <a:gd name="connsiteX143" fmla="*/ 4765388 w 11269336"/>
              <a:gd name="connsiteY143" fmla="*/ 2162525 h 2323145"/>
              <a:gd name="connsiteX144" fmla="*/ 4745033 w 11269336"/>
              <a:gd name="connsiteY144" fmla="*/ 2158859 h 2323145"/>
              <a:gd name="connsiteX145" fmla="*/ 4741475 w 11269336"/>
              <a:gd name="connsiteY145" fmla="*/ 2157998 h 2323145"/>
              <a:gd name="connsiteX146" fmla="*/ 4728247 w 11269336"/>
              <a:gd name="connsiteY146" fmla="*/ 2159526 h 2323145"/>
              <a:gd name="connsiteX147" fmla="*/ 4723263 w 11269336"/>
              <a:gd name="connsiteY147" fmla="*/ 2153742 h 2323145"/>
              <a:gd name="connsiteX148" fmla="*/ 4702453 w 11269336"/>
              <a:gd name="connsiteY148" fmla="*/ 2151586 h 2323145"/>
              <a:gd name="connsiteX149" fmla="*/ 4678455 w 11269336"/>
              <a:gd name="connsiteY149" fmla="*/ 2156131 h 2323145"/>
              <a:gd name="connsiteX150" fmla="*/ 4593061 w 11269336"/>
              <a:gd name="connsiteY150" fmla="*/ 2171597 h 2323145"/>
              <a:gd name="connsiteX151" fmla="*/ 4579902 w 11269336"/>
              <a:gd name="connsiteY151" fmla="*/ 2177927 h 2323145"/>
              <a:gd name="connsiteX152" fmla="*/ 4533444 w 11269336"/>
              <a:gd name="connsiteY152" fmla="*/ 2181200 h 2323145"/>
              <a:gd name="connsiteX153" fmla="*/ 4492832 w 11269336"/>
              <a:gd name="connsiteY153" fmla="*/ 2188033 h 2323145"/>
              <a:gd name="connsiteX154" fmla="*/ 4467257 w 11269336"/>
              <a:gd name="connsiteY154" fmla="*/ 2196121 h 2323145"/>
              <a:gd name="connsiteX155" fmla="*/ 4459937 w 11269336"/>
              <a:gd name="connsiteY155" fmla="*/ 2195182 h 2323145"/>
              <a:gd name="connsiteX156" fmla="*/ 4433312 w 11269336"/>
              <a:gd name="connsiteY156" fmla="*/ 2199004 h 2323145"/>
              <a:gd name="connsiteX157" fmla="*/ 4420601 w 11269336"/>
              <a:gd name="connsiteY157" fmla="*/ 2205158 h 2323145"/>
              <a:gd name="connsiteX158" fmla="*/ 4405765 w 11269336"/>
              <a:gd name="connsiteY158" fmla="*/ 2199902 h 2323145"/>
              <a:gd name="connsiteX159" fmla="*/ 4401354 w 11269336"/>
              <a:gd name="connsiteY159" fmla="*/ 2194745 h 2323145"/>
              <a:gd name="connsiteX160" fmla="*/ 4383151 w 11269336"/>
              <a:gd name="connsiteY160" fmla="*/ 2201140 h 2323145"/>
              <a:gd name="connsiteX161" fmla="*/ 4366646 w 11269336"/>
              <a:gd name="connsiteY161" fmla="*/ 2198564 h 2323145"/>
              <a:gd name="connsiteX162" fmla="*/ 4354009 w 11269336"/>
              <a:gd name="connsiteY162" fmla="*/ 2204984 h 2323145"/>
              <a:gd name="connsiteX163" fmla="*/ 4348284 w 11269336"/>
              <a:gd name="connsiteY163" fmla="*/ 2205270 h 2323145"/>
              <a:gd name="connsiteX164" fmla="*/ 4333906 w 11269336"/>
              <a:gd name="connsiteY164" fmla="*/ 2205251 h 2323145"/>
              <a:gd name="connsiteX165" fmla="*/ 4308819 w 11269336"/>
              <a:gd name="connsiteY165" fmla="*/ 2203822 h 2323145"/>
              <a:gd name="connsiteX166" fmla="*/ 4301210 w 11269336"/>
              <a:gd name="connsiteY166" fmla="*/ 2204456 h 2323145"/>
              <a:gd name="connsiteX167" fmla="*/ 4283095 w 11269336"/>
              <a:gd name="connsiteY167" fmla="*/ 2198177 h 2323145"/>
              <a:gd name="connsiteX168" fmla="*/ 4250119 w 11269336"/>
              <a:gd name="connsiteY168" fmla="*/ 2196342 h 2323145"/>
              <a:gd name="connsiteX169" fmla="*/ 4189203 w 11269336"/>
              <a:gd name="connsiteY169" fmla="*/ 2178994 h 2323145"/>
              <a:gd name="connsiteX170" fmla="*/ 4154035 w 11269336"/>
              <a:gd name="connsiteY170" fmla="*/ 2171950 h 2323145"/>
              <a:gd name="connsiteX171" fmla="*/ 4129569 w 11269336"/>
              <a:gd name="connsiteY171" fmla="*/ 2163850 h 2323145"/>
              <a:gd name="connsiteX172" fmla="*/ 4061250 w 11269336"/>
              <a:gd name="connsiteY172" fmla="*/ 2159236 h 2323145"/>
              <a:gd name="connsiteX173" fmla="*/ 3945480 w 11269336"/>
              <a:gd name="connsiteY173" fmla="*/ 2158279 h 2323145"/>
              <a:gd name="connsiteX174" fmla="*/ 3921468 w 11269336"/>
              <a:gd name="connsiteY174" fmla="*/ 2156588 h 2323145"/>
              <a:gd name="connsiteX175" fmla="*/ 3903348 w 11269336"/>
              <a:gd name="connsiteY175" fmla="*/ 2149220 h 2323145"/>
              <a:gd name="connsiteX176" fmla="*/ 3901342 w 11269336"/>
              <a:gd name="connsiteY176" fmla="*/ 2142355 h 2323145"/>
              <a:gd name="connsiteX177" fmla="*/ 3888539 w 11269336"/>
              <a:gd name="connsiteY177" fmla="*/ 2140476 h 2323145"/>
              <a:gd name="connsiteX178" fmla="*/ 3885662 w 11269336"/>
              <a:gd name="connsiteY178" fmla="*/ 2138740 h 2323145"/>
              <a:gd name="connsiteX179" fmla="*/ 3868627 w 11269336"/>
              <a:gd name="connsiteY179" fmla="*/ 2130023 h 2323145"/>
              <a:gd name="connsiteX180" fmla="*/ 3819177 w 11269336"/>
              <a:gd name="connsiteY180" fmla="*/ 2142111 h 2323145"/>
              <a:gd name="connsiteX181" fmla="*/ 3769100 w 11269336"/>
              <a:gd name="connsiteY181" fmla="*/ 2131731 h 2323145"/>
              <a:gd name="connsiteX182" fmla="*/ 3562752 w 11269336"/>
              <a:gd name="connsiteY182" fmla="*/ 2131785 h 2323145"/>
              <a:gd name="connsiteX183" fmla="*/ 3541402 w 11269336"/>
              <a:gd name="connsiteY183" fmla="*/ 2106821 h 2323145"/>
              <a:gd name="connsiteX184" fmla="*/ 3365341 w 11269336"/>
              <a:gd name="connsiteY184" fmla="*/ 2077638 h 2323145"/>
              <a:gd name="connsiteX185" fmla="*/ 3170922 w 11269336"/>
              <a:gd name="connsiteY185" fmla="*/ 2115957 h 2323145"/>
              <a:gd name="connsiteX186" fmla="*/ 3156256 w 11269336"/>
              <a:gd name="connsiteY186" fmla="*/ 2124773 h 2323145"/>
              <a:gd name="connsiteX187" fmla="*/ 3140298 w 11269336"/>
              <a:gd name="connsiteY187" fmla="*/ 2129182 h 2323145"/>
              <a:gd name="connsiteX188" fmla="*/ 3138514 w 11269336"/>
              <a:gd name="connsiteY188" fmla="*/ 2128069 h 2323145"/>
              <a:gd name="connsiteX189" fmla="*/ 3120467 w 11269336"/>
              <a:gd name="connsiteY189" fmla="*/ 2128281 h 2323145"/>
              <a:gd name="connsiteX190" fmla="*/ 3116175 w 11269336"/>
              <a:gd name="connsiteY190" fmla="*/ 2131633 h 2323145"/>
              <a:gd name="connsiteX191" fmla="*/ 3103685 w 11269336"/>
              <a:gd name="connsiteY191" fmla="*/ 2132814 h 2323145"/>
              <a:gd name="connsiteX192" fmla="*/ 3078794 w 11269336"/>
              <a:gd name="connsiteY192" fmla="*/ 2137935 h 2323145"/>
              <a:gd name="connsiteX193" fmla="*/ 3074407 w 11269336"/>
              <a:gd name="connsiteY193" fmla="*/ 2136274 h 2323145"/>
              <a:gd name="connsiteX194" fmla="*/ 3037285 w 11269336"/>
              <a:gd name="connsiteY194" fmla="*/ 2139919 h 2323145"/>
              <a:gd name="connsiteX195" fmla="*/ 3036901 w 11269336"/>
              <a:gd name="connsiteY195" fmla="*/ 2138726 h 2323145"/>
              <a:gd name="connsiteX196" fmla="*/ 3026996 w 11269336"/>
              <a:gd name="connsiteY196" fmla="*/ 2134322 h 2323145"/>
              <a:gd name="connsiteX197" fmla="*/ 3007772 w 11269336"/>
              <a:gd name="connsiteY197" fmla="*/ 2128742 h 2323145"/>
              <a:gd name="connsiteX198" fmla="*/ 2965030 w 11269336"/>
              <a:gd name="connsiteY198" fmla="*/ 2100494 h 2323145"/>
              <a:gd name="connsiteX199" fmla="*/ 2926342 w 11269336"/>
              <a:gd name="connsiteY199" fmla="*/ 2104155 h 2323145"/>
              <a:gd name="connsiteX200" fmla="*/ 2918608 w 11269336"/>
              <a:gd name="connsiteY200" fmla="*/ 2104215 h 2323145"/>
              <a:gd name="connsiteX201" fmla="*/ 2918475 w 11269336"/>
              <a:gd name="connsiteY201" fmla="*/ 2103937 h 2323145"/>
              <a:gd name="connsiteX202" fmla="*/ 2910360 w 11269336"/>
              <a:gd name="connsiteY202" fmla="*/ 2103444 h 2323145"/>
              <a:gd name="connsiteX203" fmla="*/ 2904507 w 11269336"/>
              <a:gd name="connsiteY203" fmla="*/ 2104326 h 2323145"/>
              <a:gd name="connsiteX204" fmla="*/ 2889503 w 11269336"/>
              <a:gd name="connsiteY204" fmla="*/ 2104443 h 2323145"/>
              <a:gd name="connsiteX205" fmla="*/ 2884480 w 11269336"/>
              <a:gd name="connsiteY205" fmla="*/ 2102626 h 2323145"/>
              <a:gd name="connsiteX206" fmla="*/ 2882689 w 11269336"/>
              <a:gd name="connsiteY206" fmla="*/ 2099228 h 2323145"/>
              <a:gd name="connsiteX207" fmla="*/ 2881291 w 11269336"/>
              <a:gd name="connsiteY207" fmla="*/ 2099618 h 2323145"/>
              <a:gd name="connsiteX208" fmla="*/ 2853979 w 11269336"/>
              <a:gd name="connsiteY208" fmla="*/ 2090388 h 2323145"/>
              <a:gd name="connsiteX209" fmla="*/ 2791790 w 11269336"/>
              <a:gd name="connsiteY209" fmla="*/ 2080332 h 2323145"/>
              <a:gd name="connsiteX210" fmla="*/ 2755844 w 11269336"/>
              <a:gd name="connsiteY210" fmla="*/ 2078874 h 2323145"/>
              <a:gd name="connsiteX211" fmla="*/ 2657742 w 11269336"/>
              <a:gd name="connsiteY211" fmla="*/ 2070179 h 2323145"/>
              <a:gd name="connsiteX212" fmla="*/ 2559549 w 11269336"/>
              <a:gd name="connsiteY212" fmla="*/ 2057873 h 2323145"/>
              <a:gd name="connsiteX213" fmla="*/ 2512054 w 11269336"/>
              <a:gd name="connsiteY213" fmla="*/ 2031671 h 2323145"/>
              <a:gd name="connsiteX214" fmla="*/ 2506437 w 11269336"/>
              <a:gd name="connsiteY214" fmla="*/ 2030918 h 2323145"/>
              <a:gd name="connsiteX215" fmla="*/ 2491752 w 11269336"/>
              <a:gd name="connsiteY215" fmla="*/ 2033906 h 2323145"/>
              <a:gd name="connsiteX216" fmla="*/ 2486338 w 11269336"/>
              <a:gd name="connsiteY216" fmla="*/ 2035862 h 2323145"/>
              <a:gd name="connsiteX217" fmla="*/ 2478186 w 11269336"/>
              <a:gd name="connsiteY217" fmla="*/ 2036953 h 2323145"/>
              <a:gd name="connsiteX218" fmla="*/ 2477950 w 11269336"/>
              <a:gd name="connsiteY218" fmla="*/ 2036715 h 2323145"/>
              <a:gd name="connsiteX219" fmla="*/ 2470381 w 11269336"/>
              <a:gd name="connsiteY219" fmla="*/ 2038256 h 2323145"/>
              <a:gd name="connsiteX220" fmla="*/ 2433781 w 11269336"/>
              <a:gd name="connsiteY220" fmla="*/ 2049140 h 2323145"/>
              <a:gd name="connsiteX221" fmla="*/ 2381172 w 11269336"/>
              <a:gd name="connsiteY221" fmla="*/ 2030645 h 2323145"/>
              <a:gd name="connsiteX222" fmla="*/ 2360198 w 11269336"/>
              <a:gd name="connsiteY222" fmla="*/ 2029059 h 2323145"/>
              <a:gd name="connsiteX223" fmla="*/ 2348815 w 11269336"/>
              <a:gd name="connsiteY223" fmla="*/ 2026798 h 2323145"/>
              <a:gd name="connsiteX224" fmla="*/ 2347988 w 11269336"/>
              <a:gd name="connsiteY224" fmla="*/ 2025745 h 2323145"/>
              <a:gd name="connsiteX225" fmla="*/ 2312920 w 11269336"/>
              <a:gd name="connsiteY225" fmla="*/ 2036311 h 2323145"/>
              <a:gd name="connsiteX226" fmla="*/ 2307986 w 11269336"/>
              <a:gd name="connsiteY226" fmla="*/ 2035583 h 2323145"/>
              <a:gd name="connsiteX227" fmla="*/ 2285481 w 11269336"/>
              <a:gd name="connsiteY227" fmla="*/ 2045197 h 2323145"/>
              <a:gd name="connsiteX228" fmla="*/ 2273666 w 11269336"/>
              <a:gd name="connsiteY228" fmla="*/ 2048710 h 2323145"/>
              <a:gd name="connsiteX229" fmla="*/ 2270719 w 11269336"/>
              <a:gd name="connsiteY229" fmla="*/ 2052702 h 2323145"/>
              <a:gd name="connsiteX230" fmla="*/ 2253080 w 11269336"/>
              <a:gd name="connsiteY230" fmla="*/ 2056363 h 2323145"/>
              <a:gd name="connsiteX231" fmla="*/ 2250906 w 11269336"/>
              <a:gd name="connsiteY231" fmla="*/ 2055654 h 2323145"/>
              <a:gd name="connsiteX232" fmla="*/ 2236905 w 11269336"/>
              <a:gd name="connsiteY232" fmla="*/ 2062882 h 2323145"/>
              <a:gd name="connsiteX233" fmla="*/ 2225830 w 11269336"/>
              <a:gd name="connsiteY233" fmla="*/ 2074027 h 2323145"/>
              <a:gd name="connsiteX234" fmla="*/ 2073776 w 11269336"/>
              <a:gd name="connsiteY234" fmla="*/ 2089244 h 2323145"/>
              <a:gd name="connsiteX235" fmla="*/ 1948256 w 11269336"/>
              <a:gd name="connsiteY235" fmla="*/ 2146616 h 2323145"/>
              <a:gd name="connsiteX236" fmla="*/ 1865582 w 11269336"/>
              <a:gd name="connsiteY236" fmla="*/ 2153738 h 2323145"/>
              <a:gd name="connsiteX237" fmla="*/ 1835210 w 11269336"/>
              <a:gd name="connsiteY237" fmla="*/ 2134244 h 2323145"/>
              <a:gd name="connsiteX238" fmla="*/ 1632661 w 11269336"/>
              <a:gd name="connsiteY238" fmla="*/ 2173882 h 2323145"/>
              <a:gd name="connsiteX239" fmla="*/ 1579590 w 11269336"/>
              <a:gd name="connsiteY239" fmla="*/ 2173680 h 2323145"/>
              <a:gd name="connsiteX240" fmla="*/ 1535601 w 11269336"/>
              <a:gd name="connsiteY240" fmla="*/ 2194590 h 2323145"/>
              <a:gd name="connsiteX241" fmla="*/ 1515594 w 11269336"/>
              <a:gd name="connsiteY241" fmla="*/ 2189622 h 2323145"/>
              <a:gd name="connsiteX242" fmla="*/ 1512113 w 11269336"/>
              <a:gd name="connsiteY242" fmla="*/ 2188534 h 2323145"/>
              <a:gd name="connsiteX243" fmla="*/ 1498838 w 11269336"/>
              <a:gd name="connsiteY243" fmla="*/ 2189213 h 2323145"/>
              <a:gd name="connsiteX244" fmla="*/ 1494279 w 11269336"/>
              <a:gd name="connsiteY244" fmla="*/ 2183112 h 2323145"/>
              <a:gd name="connsiteX245" fmla="*/ 1473714 w 11269336"/>
              <a:gd name="connsiteY245" fmla="*/ 2179625 h 2323145"/>
              <a:gd name="connsiteX246" fmla="*/ 1449503 w 11269336"/>
              <a:gd name="connsiteY246" fmla="*/ 2182633 h 2323145"/>
              <a:gd name="connsiteX247" fmla="*/ 1335495 w 11269336"/>
              <a:gd name="connsiteY247" fmla="*/ 2203940 h 2323145"/>
              <a:gd name="connsiteX248" fmla="*/ 1266687 w 11269336"/>
              <a:gd name="connsiteY248" fmla="*/ 2212688 h 2323145"/>
              <a:gd name="connsiteX249" fmla="*/ 1239614 w 11269336"/>
              <a:gd name="connsiteY249" fmla="*/ 2209727 h 2323145"/>
              <a:gd name="connsiteX250" fmla="*/ 1202436 w 11269336"/>
              <a:gd name="connsiteY250" fmla="*/ 2209817 h 2323145"/>
              <a:gd name="connsiteX251" fmla="*/ 1136097 w 11269336"/>
              <a:gd name="connsiteY251" fmla="*/ 2205112 h 2323145"/>
              <a:gd name="connsiteX252" fmla="*/ 988232 w 11269336"/>
              <a:gd name="connsiteY252" fmla="*/ 2235635 h 2323145"/>
              <a:gd name="connsiteX253" fmla="*/ 981959 w 11269336"/>
              <a:gd name="connsiteY253" fmla="*/ 2231607 h 2323145"/>
              <a:gd name="connsiteX254" fmla="*/ 938600 w 11269336"/>
              <a:gd name="connsiteY254" fmla="*/ 2238113 h 2323145"/>
              <a:gd name="connsiteX255" fmla="*/ 791788 w 11269336"/>
              <a:gd name="connsiteY255" fmla="*/ 2293224 h 2323145"/>
              <a:gd name="connsiteX256" fmla="*/ 706914 w 11269336"/>
              <a:gd name="connsiteY256" fmla="*/ 2305046 h 2323145"/>
              <a:gd name="connsiteX257" fmla="*/ 675971 w 11269336"/>
              <a:gd name="connsiteY257" fmla="*/ 2304030 h 2323145"/>
              <a:gd name="connsiteX258" fmla="*/ 624180 w 11269336"/>
              <a:gd name="connsiteY258" fmla="*/ 2302650 h 2323145"/>
              <a:gd name="connsiteX259" fmla="*/ 583453 w 11269336"/>
              <a:gd name="connsiteY259" fmla="*/ 2288788 h 2323145"/>
              <a:gd name="connsiteX260" fmla="*/ 540946 w 11269336"/>
              <a:gd name="connsiteY260" fmla="*/ 2292721 h 2323145"/>
              <a:gd name="connsiteX261" fmla="*/ 533680 w 11269336"/>
              <a:gd name="connsiteY261" fmla="*/ 2310233 h 2323145"/>
              <a:gd name="connsiteX262" fmla="*/ 487366 w 11269336"/>
              <a:gd name="connsiteY262" fmla="*/ 2309053 h 2323145"/>
              <a:gd name="connsiteX263" fmla="*/ 416820 w 11269336"/>
              <a:gd name="connsiteY263" fmla="*/ 2305443 h 2323145"/>
              <a:gd name="connsiteX264" fmla="*/ 376805 w 11269336"/>
              <a:gd name="connsiteY264" fmla="*/ 2307647 h 2323145"/>
              <a:gd name="connsiteX265" fmla="*/ 266777 w 11269336"/>
              <a:gd name="connsiteY265" fmla="*/ 2309012 h 2323145"/>
              <a:gd name="connsiteX266" fmla="*/ 156013 w 11269336"/>
              <a:gd name="connsiteY266" fmla="*/ 2306832 h 2323145"/>
              <a:gd name="connsiteX267" fmla="*/ 87258 w 11269336"/>
              <a:gd name="connsiteY267" fmla="*/ 2285511 h 2323145"/>
              <a:gd name="connsiteX268" fmla="*/ 23798 w 11269336"/>
              <a:gd name="connsiteY268" fmla="*/ 2281822 h 2323145"/>
              <a:gd name="connsiteX269" fmla="*/ 0 w 11269336"/>
              <a:gd name="connsiteY269" fmla="*/ 2285369 h 2323145"/>
              <a:gd name="connsiteX270" fmla="*/ 0 w 11269336"/>
              <a:gd name="connsiteY270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742561 w 11269336"/>
              <a:gd name="connsiteY18" fmla="*/ 500437 h 2323145"/>
              <a:gd name="connsiteX19" fmla="*/ 9561831 w 11269336"/>
              <a:gd name="connsiteY19" fmla="*/ 547649 h 2323145"/>
              <a:gd name="connsiteX20" fmla="*/ 9380600 w 11269336"/>
              <a:gd name="connsiteY20" fmla="*/ 549821 h 2323145"/>
              <a:gd name="connsiteX21" fmla="*/ 9139429 w 11269336"/>
              <a:gd name="connsiteY21" fmla="*/ 696446 h 2323145"/>
              <a:gd name="connsiteX22" fmla="*/ 9114263 w 11269336"/>
              <a:gd name="connsiteY22" fmla="*/ 709213 h 2323145"/>
              <a:gd name="connsiteX23" fmla="*/ 9028928 w 11269336"/>
              <a:gd name="connsiteY23" fmla="*/ 745350 h 2323145"/>
              <a:gd name="connsiteX24" fmla="*/ 8977138 w 11269336"/>
              <a:gd name="connsiteY24" fmla="*/ 774970 h 2323145"/>
              <a:gd name="connsiteX25" fmla="*/ 8947030 w 11269336"/>
              <a:gd name="connsiteY25" fmla="*/ 814934 h 2323145"/>
              <a:gd name="connsiteX26" fmla="*/ 8914746 w 11269336"/>
              <a:gd name="connsiteY26" fmla="*/ 826428 h 2323145"/>
              <a:gd name="connsiteX27" fmla="*/ 8917778 w 11269336"/>
              <a:gd name="connsiteY27" fmla="*/ 835198 h 2323145"/>
              <a:gd name="connsiteX28" fmla="*/ 8905560 w 11269336"/>
              <a:gd name="connsiteY28" fmla="*/ 838358 h 2323145"/>
              <a:gd name="connsiteX29" fmla="*/ 8897564 w 11269336"/>
              <a:gd name="connsiteY29" fmla="*/ 834287 h 2323145"/>
              <a:gd name="connsiteX30" fmla="*/ 8878040 w 11269336"/>
              <a:gd name="connsiteY30" fmla="*/ 844150 h 2323145"/>
              <a:gd name="connsiteX31" fmla="*/ 8882654 w 11269336"/>
              <a:gd name="connsiteY31" fmla="*/ 892768 h 2323145"/>
              <a:gd name="connsiteX32" fmla="*/ 8837498 w 11269336"/>
              <a:gd name="connsiteY32" fmla="*/ 885664 h 2323145"/>
              <a:gd name="connsiteX33" fmla="*/ 8795998 w 11269336"/>
              <a:gd name="connsiteY33" fmla="*/ 863337 h 2323145"/>
              <a:gd name="connsiteX34" fmla="*/ 8776970 w 11269336"/>
              <a:gd name="connsiteY34" fmla="*/ 885177 h 2323145"/>
              <a:gd name="connsiteX35" fmla="*/ 8755719 w 11269336"/>
              <a:gd name="connsiteY35" fmla="*/ 889754 h 2323145"/>
              <a:gd name="connsiteX36" fmla="*/ 8743257 w 11269336"/>
              <a:gd name="connsiteY36" fmla="*/ 904723 h 2323145"/>
              <a:gd name="connsiteX37" fmla="*/ 8721366 w 11269336"/>
              <a:gd name="connsiteY37" fmla="*/ 904711 h 2323145"/>
              <a:gd name="connsiteX38" fmla="*/ 8678353 w 11269336"/>
              <a:gd name="connsiteY38" fmla="*/ 926318 h 2323145"/>
              <a:gd name="connsiteX39" fmla="*/ 8636849 w 11269336"/>
              <a:gd name="connsiteY39" fmla="*/ 937900 h 2323145"/>
              <a:gd name="connsiteX40" fmla="*/ 8620213 w 11269336"/>
              <a:gd name="connsiteY40" fmla="*/ 943068 h 2323145"/>
              <a:gd name="connsiteX41" fmla="*/ 8612581 w 11269336"/>
              <a:gd name="connsiteY41" fmla="*/ 952695 h 2323145"/>
              <a:gd name="connsiteX42" fmla="*/ 8589038 w 11269336"/>
              <a:gd name="connsiteY42" fmla="*/ 963892 h 2323145"/>
              <a:gd name="connsiteX43" fmla="*/ 8579950 w 11269336"/>
              <a:gd name="connsiteY43" fmla="*/ 960899 h 2323145"/>
              <a:gd name="connsiteX44" fmla="*/ 8579319 w 11269336"/>
              <a:gd name="connsiteY44" fmla="*/ 965630 h 2323145"/>
              <a:gd name="connsiteX45" fmla="*/ 8547429 w 11269336"/>
              <a:gd name="connsiteY45" fmla="*/ 984506 h 2323145"/>
              <a:gd name="connsiteX46" fmla="*/ 8478704 w 11269336"/>
              <a:gd name="connsiteY46" fmla="*/ 1025490 h 2323145"/>
              <a:gd name="connsiteX47" fmla="*/ 8461421 w 11269336"/>
              <a:gd name="connsiteY47" fmla="*/ 1035512 h 2323145"/>
              <a:gd name="connsiteX48" fmla="*/ 8445003 w 11269336"/>
              <a:gd name="connsiteY48" fmla="*/ 1036851 h 2323145"/>
              <a:gd name="connsiteX49" fmla="*/ 8357350 w 11269336"/>
              <a:gd name="connsiteY49" fmla="*/ 1060213 h 2323145"/>
              <a:gd name="connsiteX50" fmla="*/ 8335565 w 11269336"/>
              <a:gd name="connsiteY50" fmla="*/ 1061151 h 2323145"/>
              <a:gd name="connsiteX51" fmla="*/ 8325267 w 11269336"/>
              <a:gd name="connsiteY51" fmla="*/ 1055919 h 2323145"/>
              <a:gd name="connsiteX52" fmla="*/ 8293586 w 11269336"/>
              <a:gd name="connsiteY52" fmla="*/ 1076144 h 2323145"/>
              <a:gd name="connsiteX53" fmla="*/ 8242405 w 11269336"/>
              <a:gd name="connsiteY53" fmla="*/ 1095960 h 2323145"/>
              <a:gd name="connsiteX54" fmla="*/ 8218531 w 11269336"/>
              <a:gd name="connsiteY54" fmla="*/ 1107622 h 2323145"/>
              <a:gd name="connsiteX55" fmla="*/ 8197391 w 11269336"/>
              <a:gd name="connsiteY55" fmla="*/ 1107746 h 2323145"/>
              <a:gd name="connsiteX56" fmla="*/ 8081474 w 11269336"/>
              <a:gd name="connsiteY56" fmla="*/ 1130125 h 2323145"/>
              <a:gd name="connsiteX57" fmla="*/ 8053585 w 11269336"/>
              <a:gd name="connsiteY57" fmla="*/ 1129169 h 2323145"/>
              <a:gd name="connsiteX58" fmla="*/ 8038422 w 11269336"/>
              <a:gd name="connsiteY58" fmla="*/ 1119092 h 2323145"/>
              <a:gd name="connsiteX59" fmla="*/ 8029450 w 11269336"/>
              <a:gd name="connsiteY59" fmla="*/ 1125592 h 2323145"/>
              <a:gd name="connsiteX60" fmla="*/ 7959552 w 11269336"/>
              <a:gd name="connsiteY60" fmla="*/ 1140188 h 2323145"/>
              <a:gd name="connsiteX61" fmla="*/ 7914188 w 11269336"/>
              <a:gd name="connsiteY61" fmla="*/ 1150862 h 2323145"/>
              <a:gd name="connsiteX62" fmla="*/ 7914918 w 11269336"/>
              <a:gd name="connsiteY62" fmla="*/ 1168758 h 2323145"/>
              <a:gd name="connsiteX63" fmla="*/ 7875510 w 11269336"/>
              <a:gd name="connsiteY63" fmla="*/ 1183153 h 2323145"/>
              <a:gd name="connsiteX64" fmla="*/ 7829932 w 11269336"/>
              <a:gd name="connsiteY64" fmla="*/ 1180782 h 2323145"/>
              <a:gd name="connsiteX65" fmla="*/ 7779182 w 11269336"/>
              <a:gd name="connsiteY65" fmla="*/ 1192665 h 2323145"/>
              <a:gd name="connsiteX66" fmla="*/ 7748774 w 11269336"/>
              <a:gd name="connsiteY66" fmla="*/ 1199586 h 2323145"/>
              <a:gd name="connsiteX67" fmla="*/ 7671846 w 11269336"/>
              <a:gd name="connsiteY67" fmla="*/ 1231966 h 2323145"/>
              <a:gd name="connsiteX68" fmla="*/ 7554146 w 11269336"/>
              <a:gd name="connsiteY68" fmla="*/ 1319748 h 2323145"/>
              <a:gd name="connsiteX69" fmla="*/ 7515052 w 11269336"/>
              <a:gd name="connsiteY69" fmla="*/ 1336718 h 2323145"/>
              <a:gd name="connsiteX70" fmla="*/ 7507193 w 11269336"/>
              <a:gd name="connsiteY70" fmla="*/ 1334617 h 2323145"/>
              <a:gd name="connsiteX71" fmla="*/ 7461694 w 11269336"/>
              <a:gd name="connsiteY71" fmla="*/ 1375866 h 2323145"/>
              <a:gd name="connsiteX72" fmla="*/ 7377571 w 11269336"/>
              <a:gd name="connsiteY72" fmla="*/ 1400128 h 2323145"/>
              <a:gd name="connsiteX73" fmla="*/ 7311261 w 11269336"/>
              <a:gd name="connsiteY73" fmla="*/ 1412652 h 2323145"/>
              <a:gd name="connsiteX74" fmla="*/ 7275307 w 11269336"/>
              <a:gd name="connsiteY74" fmla="*/ 1422171 h 2323145"/>
              <a:gd name="connsiteX75" fmla="*/ 7247783 w 11269336"/>
              <a:gd name="connsiteY75" fmla="*/ 1426330 h 2323145"/>
              <a:gd name="connsiteX76" fmla="*/ 7185047 w 11269336"/>
              <a:gd name="connsiteY76" fmla="*/ 1451812 h 2323145"/>
              <a:gd name="connsiteX77" fmla="*/ 7084117 w 11269336"/>
              <a:gd name="connsiteY77" fmla="*/ 1500281 h 2323145"/>
              <a:gd name="connsiteX78" fmla="*/ 7062011 w 11269336"/>
              <a:gd name="connsiteY78" fmla="*/ 1509183 h 2323145"/>
              <a:gd name="connsiteX79" fmla="*/ 7040555 w 11269336"/>
              <a:gd name="connsiteY79" fmla="*/ 1511207 h 2323145"/>
              <a:gd name="connsiteX80" fmla="*/ 7033438 w 11269336"/>
              <a:gd name="connsiteY80" fmla="*/ 1506772 h 2323145"/>
              <a:gd name="connsiteX81" fmla="*/ 7020886 w 11269336"/>
              <a:gd name="connsiteY81" fmla="*/ 1510764 h 2323145"/>
              <a:gd name="connsiteX82" fmla="*/ 7017033 w 11269336"/>
              <a:gd name="connsiteY82" fmla="*/ 1510650 h 2323145"/>
              <a:gd name="connsiteX83" fmla="*/ 6995460 w 11269336"/>
              <a:gd name="connsiteY83" fmla="*/ 1511173 h 2323145"/>
              <a:gd name="connsiteX84" fmla="*/ 6962144 w 11269336"/>
              <a:gd name="connsiteY84" fmla="*/ 1541508 h 2323145"/>
              <a:gd name="connsiteX85" fmla="*/ 6910674 w 11269336"/>
              <a:gd name="connsiteY85" fmla="*/ 1554793 h 2323145"/>
              <a:gd name="connsiteX86" fmla="*/ 6732152 w 11269336"/>
              <a:gd name="connsiteY86" fmla="*/ 1642538 h 2323145"/>
              <a:gd name="connsiteX87" fmla="*/ 6694106 w 11269336"/>
              <a:gd name="connsiteY87" fmla="*/ 1632377 h 2323145"/>
              <a:gd name="connsiteX88" fmla="*/ 6617223 w 11269336"/>
              <a:gd name="connsiteY88" fmla="*/ 1659889 h 2323145"/>
              <a:gd name="connsiteX89" fmla="*/ 6521138 w 11269336"/>
              <a:gd name="connsiteY89" fmla="*/ 1744340 h 2323145"/>
              <a:gd name="connsiteX90" fmla="*/ 6380677 w 11269336"/>
              <a:gd name="connsiteY90" fmla="*/ 1796883 h 2323145"/>
              <a:gd name="connsiteX91" fmla="*/ 6374897 w 11269336"/>
              <a:gd name="connsiteY91" fmla="*/ 1809910 h 2323145"/>
              <a:gd name="connsiteX92" fmla="*/ 6364545 w 11269336"/>
              <a:gd name="connsiteY92" fmla="*/ 1820090 h 2323145"/>
              <a:gd name="connsiteX93" fmla="*/ 6362126 w 11269336"/>
              <a:gd name="connsiteY93" fmla="*/ 1819991 h 2323145"/>
              <a:gd name="connsiteX94" fmla="*/ 6346673 w 11269336"/>
              <a:gd name="connsiteY94" fmla="*/ 1827824 h 2323145"/>
              <a:gd name="connsiteX95" fmla="*/ 6345588 w 11269336"/>
              <a:gd name="connsiteY95" fmla="*/ 1832232 h 2323145"/>
              <a:gd name="connsiteX96" fmla="*/ 6335708 w 11269336"/>
              <a:gd name="connsiteY96" fmla="*/ 1838451 h 2323145"/>
              <a:gd name="connsiteX97" fmla="*/ 6318182 w 11269336"/>
              <a:gd name="connsiteY97" fmla="*/ 1852975 h 2323145"/>
              <a:gd name="connsiteX98" fmla="*/ 6313084 w 11269336"/>
              <a:gd name="connsiteY98" fmla="*/ 1853561 h 2323145"/>
              <a:gd name="connsiteX99" fmla="*/ 6283816 w 11269336"/>
              <a:gd name="connsiteY99" fmla="*/ 1872148 h 2323145"/>
              <a:gd name="connsiteX100" fmla="*/ 6282550 w 11269336"/>
              <a:gd name="connsiteY100" fmla="*/ 1871392 h 2323145"/>
              <a:gd name="connsiteX101" fmla="*/ 6270527 w 11269336"/>
              <a:gd name="connsiteY101" fmla="*/ 1872208 h 2323145"/>
              <a:gd name="connsiteX102" fmla="*/ 6249518 w 11269336"/>
              <a:gd name="connsiteY102" fmla="*/ 1876079 h 2323145"/>
              <a:gd name="connsiteX103" fmla="*/ 6190386 w 11269336"/>
              <a:gd name="connsiteY103" fmla="*/ 1872478 h 2323145"/>
              <a:gd name="connsiteX104" fmla="*/ 6159777 w 11269336"/>
              <a:gd name="connsiteY104" fmla="*/ 1891745 h 2323145"/>
              <a:gd name="connsiteX105" fmla="*/ 6153131 w 11269336"/>
              <a:gd name="connsiteY105" fmla="*/ 1895079 h 2323145"/>
              <a:gd name="connsiteX106" fmla="*/ 6152798 w 11269336"/>
              <a:gd name="connsiteY106" fmla="*/ 1894920 h 2323145"/>
              <a:gd name="connsiteX107" fmla="*/ 6145388 w 11269336"/>
              <a:gd name="connsiteY107" fmla="*/ 1897990 h 2323145"/>
              <a:gd name="connsiteX108" fmla="*/ 6141014 w 11269336"/>
              <a:gd name="connsiteY108" fmla="*/ 1901155 h 2323145"/>
              <a:gd name="connsiteX109" fmla="*/ 6128122 w 11269336"/>
              <a:gd name="connsiteY109" fmla="*/ 1907623 h 2323145"/>
              <a:gd name="connsiteX110" fmla="*/ 6122351 w 11269336"/>
              <a:gd name="connsiteY110" fmla="*/ 1908359 h 2323145"/>
              <a:gd name="connsiteX111" fmla="*/ 6064750 w 11269336"/>
              <a:gd name="connsiteY111" fmla="*/ 1896394 h 2323145"/>
              <a:gd name="connsiteX112" fmla="*/ 5964230 w 11269336"/>
              <a:gd name="connsiteY112" fmla="*/ 1910038 h 2323145"/>
              <a:gd name="connsiteX113" fmla="*/ 5865399 w 11269336"/>
              <a:gd name="connsiteY113" fmla="*/ 1926966 h 2323145"/>
              <a:gd name="connsiteX114" fmla="*/ 5829951 w 11269336"/>
              <a:gd name="connsiteY114" fmla="*/ 1934755 h 2323145"/>
              <a:gd name="connsiteX115" fmla="*/ 5765285 w 11269336"/>
              <a:gd name="connsiteY115" fmla="*/ 1941322 h 2323145"/>
              <a:gd name="connsiteX116" fmla="*/ 5734750 w 11269336"/>
              <a:gd name="connsiteY116" fmla="*/ 1939793 h 2323145"/>
              <a:gd name="connsiteX117" fmla="*/ 5733569 w 11269336"/>
              <a:gd name="connsiteY117" fmla="*/ 1940505 h 2323145"/>
              <a:gd name="connsiteX118" fmla="*/ 5730329 w 11269336"/>
              <a:gd name="connsiteY118" fmla="*/ 1937845 h 2323145"/>
              <a:gd name="connsiteX119" fmla="*/ 5724661 w 11269336"/>
              <a:gd name="connsiteY119" fmla="*/ 1937455 h 2323145"/>
              <a:gd name="connsiteX120" fmla="*/ 5710186 w 11269336"/>
              <a:gd name="connsiteY120" fmla="*/ 1941370 h 2323145"/>
              <a:gd name="connsiteX121" fmla="*/ 5704910 w 11269336"/>
              <a:gd name="connsiteY121" fmla="*/ 1943663 h 2323145"/>
              <a:gd name="connsiteX122" fmla="*/ 5696836 w 11269336"/>
              <a:gd name="connsiteY122" fmla="*/ 1945271 h 2323145"/>
              <a:gd name="connsiteX123" fmla="*/ 5696583 w 11269336"/>
              <a:gd name="connsiteY123" fmla="*/ 1945050 h 2323145"/>
              <a:gd name="connsiteX124" fmla="*/ 5689123 w 11269336"/>
              <a:gd name="connsiteY124" fmla="*/ 1947067 h 2323145"/>
              <a:gd name="connsiteX125" fmla="*/ 5653291 w 11269336"/>
              <a:gd name="connsiteY125" fmla="*/ 1960245 h 2323145"/>
              <a:gd name="connsiteX126" fmla="*/ 5599385 w 11269336"/>
              <a:gd name="connsiteY126" fmla="*/ 1945198 h 2323145"/>
              <a:gd name="connsiteX127" fmla="*/ 5578300 w 11269336"/>
              <a:gd name="connsiteY127" fmla="*/ 1944963 h 2323145"/>
              <a:gd name="connsiteX128" fmla="*/ 5566758 w 11269336"/>
              <a:gd name="connsiteY128" fmla="*/ 1943441 h 2323145"/>
              <a:gd name="connsiteX129" fmla="*/ 5565857 w 11269336"/>
              <a:gd name="connsiteY129" fmla="*/ 1942445 h 2323145"/>
              <a:gd name="connsiteX130" fmla="*/ 5531534 w 11269336"/>
              <a:gd name="connsiteY130" fmla="*/ 1955208 h 2323145"/>
              <a:gd name="connsiteX131" fmla="*/ 5526552 w 11269336"/>
              <a:gd name="connsiteY131" fmla="*/ 1954799 h 2323145"/>
              <a:gd name="connsiteX132" fmla="*/ 5504723 w 11269336"/>
              <a:gd name="connsiteY132" fmla="*/ 1965811 h 2323145"/>
              <a:gd name="connsiteX133" fmla="*/ 5493156 w 11269336"/>
              <a:gd name="connsiteY133" fmla="*/ 1970063 h 2323145"/>
              <a:gd name="connsiteX134" fmla="*/ 5490486 w 11269336"/>
              <a:gd name="connsiteY134" fmla="*/ 1974227 h 2323145"/>
              <a:gd name="connsiteX135" fmla="*/ 5473107 w 11269336"/>
              <a:gd name="connsiteY135" fmla="*/ 1979001 h 2323145"/>
              <a:gd name="connsiteX136" fmla="*/ 5470885 w 11269336"/>
              <a:gd name="connsiteY136" fmla="*/ 1978432 h 2323145"/>
              <a:gd name="connsiteX137" fmla="*/ 5457393 w 11269336"/>
              <a:gd name="connsiteY137" fmla="*/ 1986525 h 2323145"/>
              <a:gd name="connsiteX138" fmla="*/ 5447102 w 11269336"/>
              <a:gd name="connsiteY138" fmla="*/ 1998329 h 2323145"/>
              <a:gd name="connsiteX139" fmla="*/ 5159151 w 11269336"/>
              <a:gd name="connsiteY139" fmla="*/ 2029640 h 2323145"/>
              <a:gd name="connsiteX140" fmla="*/ 5041688 w 11269336"/>
              <a:gd name="connsiteY140" fmla="*/ 2022334 h 2323145"/>
              <a:gd name="connsiteX141" fmla="*/ 4860988 w 11269336"/>
              <a:gd name="connsiteY141" fmla="*/ 2135698 h 2323145"/>
              <a:gd name="connsiteX142" fmla="*/ 4807902 w 11269336"/>
              <a:gd name="connsiteY142" fmla="*/ 2138894 h 2323145"/>
              <a:gd name="connsiteX143" fmla="*/ 4765388 w 11269336"/>
              <a:gd name="connsiteY143" fmla="*/ 2162525 h 2323145"/>
              <a:gd name="connsiteX144" fmla="*/ 4745033 w 11269336"/>
              <a:gd name="connsiteY144" fmla="*/ 2158859 h 2323145"/>
              <a:gd name="connsiteX145" fmla="*/ 4741475 w 11269336"/>
              <a:gd name="connsiteY145" fmla="*/ 2157998 h 2323145"/>
              <a:gd name="connsiteX146" fmla="*/ 4728247 w 11269336"/>
              <a:gd name="connsiteY146" fmla="*/ 2159526 h 2323145"/>
              <a:gd name="connsiteX147" fmla="*/ 4723263 w 11269336"/>
              <a:gd name="connsiteY147" fmla="*/ 2153742 h 2323145"/>
              <a:gd name="connsiteX148" fmla="*/ 4702453 w 11269336"/>
              <a:gd name="connsiteY148" fmla="*/ 2151586 h 2323145"/>
              <a:gd name="connsiteX149" fmla="*/ 4678455 w 11269336"/>
              <a:gd name="connsiteY149" fmla="*/ 2156131 h 2323145"/>
              <a:gd name="connsiteX150" fmla="*/ 4593061 w 11269336"/>
              <a:gd name="connsiteY150" fmla="*/ 2171597 h 2323145"/>
              <a:gd name="connsiteX151" fmla="*/ 4579902 w 11269336"/>
              <a:gd name="connsiteY151" fmla="*/ 2177927 h 2323145"/>
              <a:gd name="connsiteX152" fmla="*/ 4533444 w 11269336"/>
              <a:gd name="connsiteY152" fmla="*/ 2181200 h 2323145"/>
              <a:gd name="connsiteX153" fmla="*/ 4492832 w 11269336"/>
              <a:gd name="connsiteY153" fmla="*/ 2188033 h 2323145"/>
              <a:gd name="connsiteX154" fmla="*/ 4467257 w 11269336"/>
              <a:gd name="connsiteY154" fmla="*/ 2196121 h 2323145"/>
              <a:gd name="connsiteX155" fmla="*/ 4459937 w 11269336"/>
              <a:gd name="connsiteY155" fmla="*/ 2195182 h 2323145"/>
              <a:gd name="connsiteX156" fmla="*/ 4433312 w 11269336"/>
              <a:gd name="connsiteY156" fmla="*/ 2199004 h 2323145"/>
              <a:gd name="connsiteX157" fmla="*/ 4420601 w 11269336"/>
              <a:gd name="connsiteY157" fmla="*/ 2205158 h 2323145"/>
              <a:gd name="connsiteX158" fmla="*/ 4405765 w 11269336"/>
              <a:gd name="connsiteY158" fmla="*/ 2199902 h 2323145"/>
              <a:gd name="connsiteX159" fmla="*/ 4401354 w 11269336"/>
              <a:gd name="connsiteY159" fmla="*/ 2194745 h 2323145"/>
              <a:gd name="connsiteX160" fmla="*/ 4383151 w 11269336"/>
              <a:gd name="connsiteY160" fmla="*/ 2201140 h 2323145"/>
              <a:gd name="connsiteX161" fmla="*/ 4366646 w 11269336"/>
              <a:gd name="connsiteY161" fmla="*/ 2198564 h 2323145"/>
              <a:gd name="connsiteX162" fmla="*/ 4354009 w 11269336"/>
              <a:gd name="connsiteY162" fmla="*/ 2204984 h 2323145"/>
              <a:gd name="connsiteX163" fmla="*/ 4348284 w 11269336"/>
              <a:gd name="connsiteY163" fmla="*/ 2205270 h 2323145"/>
              <a:gd name="connsiteX164" fmla="*/ 4333906 w 11269336"/>
              <a:gd name="connsiteY164" fmla="*/ 2205251 h 2323145"/>
              <a:gd name="connsiteX165" fmla="*/ 4308819 w 11269336"/>
              <a:gd name="connsiteY165" fmla="*/ 2203822 h 2323145"/>
              <a:gd name="connsiteX166" fmla="*/ 4301210 w 11269336"/>
              <a:gd name="connsiteY166" fmla="*/ 2204456 h 2323145"/>
              <a:gd name="connsiteX167" fmla="*/ 4283095 w 11269336"/>
              <a:gd name="connsiteY167" fmla="*/ 2198177 h 2323145"/>
              <a:gd name="connsiteX168" fmla="*/ 4250119 w 11269336"/>
              <a:gd name="connsiteY168" fmla="*/ 2196342 h 2323145"/>
              <a:gd name="connsiteX169" fmla="*/ 4189203 w 11269336"/>
              <a:gd name="connsiteY169" fmla="*/ 2178994 h 2323145"/>
              <a:gd name="connsiteX170" fmla="*/ 4154035 w 11269336"/>
              <a:gd name="connsiteY170" fmla="*/ 2171950 h 2323145"/>
              <a:gd name="connsiteX171" fmla="*/ 4129569 w 11269336"/>
              <a:gd name="connsiteY171" fmla="*/ 2163850 h 2323145"/>
              <a:gd name="connsiteX172" fmla="*/ 4061250 w 11269336"/>
              <a:gd name="connsiteY172" fmla="*/ 2159236 h 2323145"/>
              <a:gd name="connsiteX173" fmla="*/ 3945480 w 11269336"/>
              <a:gd name="connsiteY173" fmla="*/ 2158279 h 2323145"/>
              <a:gd name="connsiteX174" fmla="*/ 3921468 w 11269336"/>
              <a:gd name="connsiteY174" fmla="*/ 2156588 h 2323145"/>
              <a:gd name="connsiteX175" fmla="*/ 3903348 w 11269336"/>
              <a:gd name="connsiteY175" fmla="*/ 2149220 h 2323145"/>
              <a:gd name="connsiteX176" fmla="*/ 3901342 w 11269336"/>
              <a:gd name="connsiteY176" fmla="*/ 2142355 h 2323145"/>
              <a:gd name="connsiteX177" fmla="*/ 3888539 w 11269336"/>
              <a:gd name="connsiteY177" fmla="*/ 2140476 h 2323145"/>
              <a:gd name="connsiteX178" fmla="*/ 3885662 w 11269336"/>
              <a:gd name="connsiteY178" fmla="*/ 2138740 h 2323145"/>
              <a:gd name="connsiteX179" fmla="*/ 3868627 w 11269336"/>
              <a:gd name="connsiteY179" fmla="*/ 2130023 h 2323145"/>
              <a:gd name="connsiteX180" fmla="*/ 3819177 w 11269336"/>
              <a:gd name="connsiteY180" fmla="*/ 2142111 h 2323145"/>
              <a:gd name="connsiteX181" fmla="*/ 3769100 w 11269336"/>
              <a:gd name="connsiteY181" fmla="*/ 2131731 h 2323145"/>
              <a:gd name="connsiteX182" fmla="*/ 3562752 w 11269336"/>
              <a:gd name="connsiteY182" fmla="*/ 2131785 h 2323145"/>
              <a:gd name="connsiteX183" fmla="*/ 3541402 w 11269336"/>
              <a:gd name="connsiteY183" fmla="*/ 2106821 h 2323145"/>
              <a:gd name="connsiteX184" fmla="*/ 3365341 w 11269336"/>
              <a:gd name="connsiteY184" fmla="*/ 2077638 h 2323145"/>
              <a:gd name="connsiteX185" fmla="*/ 3170922 w 11269336"/>
              <a:gd name="connsiteY185" fmla="*/ 2115957 h 2323145"/>
              <a:gd name="connsiteX186" fmla="*/ 3156256 w 11269336"/>
              <a:gd name="connsiteY186" fmla="*/ 2124773 h 2323145"/>
              <a:gd name="connsiteX187" fmla="*/ 3140298 w 11269336"/>
              <a:gd name="connsiteY187" fmla="*/ 2129182 h 2323145"/>
              <a:gd name="connsiteX188" fmla="*/ 3138514 w 11269336"/>
              <a:gd name="connsiteY188" fmla="*/ 2128069 h 2323145"/>
              <a:gd name="connsiteX189" fmla="*/ 3120467 w 11269336"/>
              <a:gd name="connsiteY189" fmla="*/ 2128281 h 2323145"/>
              <a:gd name="connsiteX190" fmla="*/ 3116175 w 11269336"/>
              <a:gd name="connsiteY190" fmla="*/ 2131633 h 2323145"/>
              <a:gd name="connsiteX191" fmla="*/ 3103685 w 11269336"/>
              <a:gd name="connsiteY191" fmla="*/ 2132814 h 2323145"/>
              <a:gd name="connsiteX192" fmla="*/ 3078794 w 11269336"/>
              <a:gd name="connsiteY192" fmla="*/ 2137935 h 2323145"/>
              <a:gd name="connsiteX193" fmla="*/ 3074407 w 11269336"/>
              <a:gd name="connsiteY193" fmla="*/ 2136274 h 2323145"/>
              <a:gd name="connsiteX194" fmla="*/ 3037285 w 11269336"/>
              <a:gd name="connsiteY194" fmla="*/ 2139919 h 2323145"/>
              <a:gd name="connsiteX195" fmla="*/ 3036901 w 11269336"/>
              <a:gd name="connsiteY195" fmla="*/ 2138726 h 2323145"/>
              <a:gd name="connsiteX196" fmla="*/ 3026996 w 11269336"/>
              <a:gd name="connsiteY196" fmla="*/ 2134322 h 2323145"/>
              <a:gd name="connsiteX197" fmla="*/ 3007772 w 11269336"/>
              <a:gd name="connsiteY197" fmla="*/ 2128742 h 2323145"/>
              <a:gd name="connsiteX198" fmla="*/ 2965030 w 11269336"/>
              <a:gd name="connsiteY198" fmla="*/ 2100494 h 2323145"/>
              <a:gd name="connsiteX199" fmla="*/ 2926342 w 11269336"/>
              <a:gd name="connsiteY199" fmla="*/ 2104155 h 2323145"/>
              <a:gd name="connsiteX200" fmla="*/ 2918608 w 11269336"/>
              <a:gd name="connsiteY200" fmla="*/ 2104215 h 2323145"/>
              <a:gd name="connsiteX201" fmla="*/ 2918475 w 11269336"/>
              <a:gd name="connsiteY201" fmla="*/ 2103937 h 2323145"/>
              <a:gd name="connsiteX202" fmla="*/ 2910360 w 11269336"/>
              <a:gd name="connsiteY202" fmla="*/ 2103444 h 2323145"/>
              <a:gd name="connsiteX203" fmla="*/ 2904507 w 11269336"/>
              <a:gd name="connsiteY203" fmla="*/ 2104326 h 2323145"/>
              <a:gd name="connsiteX204" fmla="*/ 2889503 w 11269336"/>
              <a:gd name="connsiteY204" fmla="*/ 2104443 h 2323145"/>
              <a:gd name="connsiteX205" fmla="*/ 2884480 w 11269336"/>
              <a:gd name="connsiteY205" fmla="*/ 2102626 h 2323145"/>
              <a:gd name="connsiteX206" fmla="*/ 2882689 w 11269336"/>
              <a:gd name="connsiteY206" fmla="*/ 2099228 h 2323145"/>
              <a:gd name="connsiteX207" fmla="*/ 2881291 w 11269336"/>
              <a:gd name="connsiteY207" fmla="*/ 2099618 h 2323145"/>
              <a:gd name="connsiteX208" fmla="*/ 2853979 w 11269336"/>
              <a:gd name="connsiteY208" fmla="*/ 2090388 h 2323145"/>
              <a:gd name="connsiteX209" fmla="*/ 2791790 w 11269336"/>
              <a:gd name="connsiteY209" fmla="*/ 2080332 h 2323145"/>
              <a:gd name="connsiteX210" fmla="*/ 2755844 w 11269336"/>
              <a:gd name="connsiteY210" fmla="*/ 2078874 h 2323145"/>
              <a:gd name="connsiteX211" fmla="*/ 2657742 w 11269336"/>
              <a:gd name="connsiteY211" fmla="*/ 2070179 h 2323145"/>
              <a:gd name="connsiteX212" fmla="*/ 2559549 w 11269336"/>
              <a:gd name="connsiteY212" fmla="*/ 2057873 h 2323145"/>
              <a:gd name="connsiteX213" fmla="*/ 2512054 w 11269336"/>
              <a:gd name="connsiteY213" fmla="*/ 2031671 h 2323145"/>
              <a:gd name="connsiteX214" fmla="*/ 2506437 w 11269336"/>
              <a:gd name="connsiteY214" fmla="*/ 2030918 h 2323145"/>
              <a:gd name="connsiteX215" fmla="*/ 2491752 w 11269336"/>
              <a:gd name="connsiteY215" fmla="*/ 2033906 h 2323145"/>
              <a:gd name="connsiteX216" fmla="*/ 2486338 w 11269336"/>
              <a:gd name="connsiteY216" fmla="*/ 2035862 h 2323145"/>
              <a:gd name="connsiteX217" fmla="*/ 2478186 w 11269336"/>
              <a:gd name="connsiteY217" fmla="*/ 2036953 h 2323145"/>
              <a:gd name="connsiteX218" fmla="*/ 2477950 w 11269336"/>
              <a:gd name="connsiteY218" fmla="*/ 2036715 h 2323145"/>
              <a:gd name="connsiteX219" fmla="*/ 2470381 w 11269336"/>
              <a:gd name="connsiteY219" fmla="*/ 2038256 h 2323145"/>
              <a:gd name="connsiteX220" fmla="*/ 2433781 w 11269336"/>
              <a:gd name="connsiteY220" fmla="*/ 2049140 h 2323145"/>
              <a:gd name="connsiteX221" fmla="*/ 2381172 w 11269336"/>
              <a:gd name="connsiteY221" fmla="*/ 2030645 h 2323145"/>
              <a:gd name="connsiteX222" fmla="*/ 2360198 w 11269336"/>
              <a:gd name="connsiteY222" fmla="*/ 2029059 h 2323145"/>
              <a:gd name="connsiteX223" fmla="*/ 2348815 w 11269336"/>
              <a:gd name="connsiteY223" fmla="*/ 2026798 h 2323145"/>
              <a:gd name="connsiteX224" fmla="*/ 2347988 w 11269336"/>
              <a:gd name="connsiteY224" fmla="*/ 2025745 h 2323145"/>
              <a:gd name="connsiteX225" fmla="*/ 2312920 w 11269336"/>
              <a:gd name="connsiteY225" fmla="*/ 2036311 h 2323145"/>
              <a:gd name="connsiteX226" fmla="*/ 2307986 w 11269336"/>
              <a:gd name="connsiteY226" fmla="*/ 2035583 h 2323145"/>
              <a:gd name="connsiteX227" fmla="*/ 2285481 w 11269336"/>
              <a:gd name="connsiteY227" fmla="*/ 2045197 h 2323145"/>
              <a:gd name="connsiteX228" fmla="*/ 2273666 w 11269336"/>
              <a:gd name="connsiteY228" fmla="*/ 2048710 h 2323145"/>
              <a:gd name="connsiteX229" fmla="*/ 2270719 w 11269336"/>
              <a:gd name="connsiteY229" fmla="*/ 2052702 h 2323145"/>
              <a:gd name="connsiteX230" fmla="*/ 2253080 w 11269336"/>
              <a:gd name="connsiteY230" fmla="*/ 2056363 h 2323145"/>
              <a:gd name="connsiteX231" fmla="*/ 2250906 w 11269336"/>
              <a:gd name="connsiteY231" fmla="*/ 2055654 h 2323145"/>
              <a:gd name="connsiteX232" fmla="*/ 2236905 w 11269336"/>
              <a:gd name="connsiteY232" fmla="*/ 2062882 h 2323145"/>
              <a:gd name="connsiteX233" fmla="*/ 2225830 w 11269336"/>
              <a:gd name="connsiteY233" fmla="*/ 2074027 h 2323145"/>
              <a:gd name="connsiteX234" fmla="*/ 2073776 w 11269336"/>
              <a:gd name="connsiteY234" fmla="*/ 2089244 h 2323145"/>
              <a:gd name="connsiteX235" fmla="*/ 1948256 w 11269336"/>
              <a:gd name="connsiteY235" fmla="*/ 2146616 h 2323145"/>
              <a:gd name="connsiteX236" fmla="*/ 1865582 w 11269336"/>
              <a:gd name="connsiteY236" fmla="*/ 2153738 h 2323145"/>
              <a:gd name="connsiteX237" fmla="*/ 1835210 w 11269336"/>
              <a:gd name="connsiteY237" fmla="*/ 2134244 h 2323145"/>
              <a:gd name="connsiteX238" fmla="*/ 1632661 w 11269336"/>
              <a:gd name="connsiteY238" fmla="*/ 2173882 h 2323145"/>
              <a:gd name="connsiteX239" fmla="*/ 1579590 w 11269336"/>
              <a:gd name="connsiteY239" fmla="*/ 2173680 h 2323145"/>
              <a:gd name="connsiteX240" fmla="*/ 1535601 w 11269336"/>
              <a:gd name="connsiteY240" fmla="*/ 2194590 h 2323145"/>
              <a:gd name="connsiteX241" fmla="*/ 1515594 w 11269336"/>
              <a:gd name="connsiteY241" fmla="*/ 2189622 h 2323145"/>
              <a:gd name="connsiteX242" fmla="*/ 1512113 w 11269336"/>
              <a:gd name="connsiteY242" fmla="*/ 2188534 h 2323145"/>
              <a:gd name="connsiteX243" fmla="*/ 1498838 w 11269336"/>
              <a:gd name="connsiteY243" fmla="*/ 2189213 h 2323145"/>
              <a:gd name="connsiteX244" fmla="*/ 1494279 w 11269336"/>
              <a:gd name="connsiteY244" fmla="*/ 2183112 h 2323145"/>
              <a:gd name="connsiteX245" fmla="*/ 1473714 w 11269336"/>
              <a:gd name="connsiteY245" fmla="*/ 2179625 h 2323145"/>
              <a:gd name="connsiteX246" fmla="*/ 1449503 w 11269336"/>
              <a:gd name="connsiteY246" fmla="*/ 2182633 h 2323145"/>
              <a:gd name="connsiteX247" fmla="*/ 1266687 w 11269336"/>
              <a:gd name="connsiteY247" fmla="*/ 2212688 h 2323145"/>
              <a:gd name="connsiteX248" fmla="*/ 1239614 w 11269336"/>
              <a:gd name="connsiteY248" fmla="*/ 2209727 h 2323145"/>
              <a:gd name="connsiteX249" fmla="*/ 1202436 w 11269336"/>
              <a:gd name="connsiteY249" fmla="*/ 2209817 h 2323145"/>
              <a:gd name="connsiteX250" fmla="*/ 1136097 w 11269336"/>
              <a:gd name="connsiteY250" fmla="*/ 2205112 h 2323145"/>
              <a:gd name="connsiteX251" fmla="*/ 988232 w 11269336"/>
              <a:gd name="connsiteY251" fmla="*/ 2235635 h 2323145"/>
              <a:gd name="connsiteX252" fmla="*/ 981959 w 11269336"/>
              <a:gd name="connsiteY252" fmla="*/ 2231607 h 2323145"/>
              <a:gd name="connsiteX253" fmla="*/ 938600 w 11269336"/>
              <a:gd name="connsiteY253" fmla="*/ 2238113 h 2323145"/>
              <a:gd name="connsiteX254" fmla="*/ 791788 w 11269336"/>
              <a:gd name="connsiteY254" fmla="*/ 2293224 h 2323145"/>
              <a:gd name="connsiteX255" fmla="*/ 706914 w 11269336"/>
              <a:gd name="connsiteY255" fmla="*/ 2305046 h 2323145"/>
              <a:gd name="connsiteX256" fmla="*/ 675971 w 11269336"/>
              <a:gd name="connsiteY256" fmla="*/ 2304030 h 2323145"/>
              <a:gd name="connsiteX257" fmla="*/ 624180 w 11269336"/>
              <a:gd name="connsiteY257" fmla="*/ 2302650 h 2323145"/>
              <a:gd name="connsiteX258" fmla="*/ 583453 w 11269336"/>
              <a:gd name="connsiteY258" fmla="*/ 2288788 h 2323145"/>
              <a:gd name="connsiteX259" fmla="*/ 540946 w 11269336"/>
              <a:gd name="connsiteY259" fmla="*/ 2292721 h 2323145"/>
              <a:gd name="connsiteX260" fmla="*/ 533680 w 11269336"/>
              <a:gd name="connsiteY260" fmla="*/ 2310233 h 2323145"/>
              <a:gd name="connsiteX261" fmla="*/ 487366 w 11269336"/>
              <a:gd name="connsiteY261" fmla="*/ 2309053 h 2323145"/>
              <a:gd name="connsiteX262" fmla="*/ 416820 w 11269336"/>
              <a:gd name="connsiteY262" fmla="*/ 2305443 h 2323145"/>
              <a:gd name="connsiteX263" fmla="*/ 376805 w 11269336"/>
              <a:gd name="connsiteY263" fmla="*/ 2307647 h 2323145"/>
              <a:gd name="connsiteX264" fmla="*/ 266777 w 11269336"/>
              <a:gd name="connsiteY264" fmla="*/ 2309012 h 2323145"/>
              <a:gd name="connsiteX265" fmla="*/ 156013 w 11269336"/>
              <a:gd name="connsiteY265" fmla="*/ 2306832 h 2323145"/>
              <a:gd name="connsiteX266" fmla="*/ 87258 w 11269336"/>
              <a:gd name="connsiteY266" fmla="*/ 2285511 h 2323145"/>
              <a:gd name="connsiteX267" fmla="*/ 23798 w 11269336"/>
              <a:gd name="connsiteY267" fmla="*/ 2281822 h 2323145"/>
              <a:gd name="connsiteX268" fmla="*/ 0 w 11269336"/>
              <a:gd name="connsiteY268" fmla="*/ 2285369 h 2323145"/>
              <a:gd name="connsiteX269" fmla="*/ 0 w 11269336"/>
              <a:gd name="connsiteY269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742561 w 11269336"/>
              <a:gd name="connsiteY18" fmla="*/ 500437 h 2323145"/>
              <a:gd name="connsiteX19" fmla="*/ 9561831 w 11269336"/>
              <a:gd name="connsiteY19" fmla="*/ 547649 h 2323145"/>
              <a:gd name="connsiteX20" fmla="*/ 9380600 w 11269336"/>
              <a:gd name="connsiteY20" fmla="*/ 549821 h 2323145"/>
              <a:gd name="connsiteX21" fmla="*/ 9139429 w 11269336"/>
              <a:gd name="connsiteY21" fmla="*/ 696446 h 2323145"/>
              <a:gd name="connsiteX22" fmla="*/ 9114263 w 11269336"/>
              <a:gd name="connsiteY22" fmla="*/ 709213 h 2323145"/>
              <a:gd name="connsiteX23" fmla="*/ 9028928 w 11269336"/>
              <a:gd name="connsiteY23" fmla="*/ 745350 h 2323145"/>
              <a:gd name="connsiteX24" fmla="*/ 8977138 w 11269336"/>
              <a:gd name="connsiteY24" fmla="*/ 774970 h 2323145"/>
              <a:gd name="connsiteX25" fmla="*/ 8947030 w 11269336"/>
              <a:gd name="connsiteY25" fmla="*/ 814934 h 2323145"/>
              <a:gd name="connsiteX26" fmla="*/ 8914746 w 11269336"/>
              <a:gd name="connsiteY26" fmla="*/ 826428 h 2323145"/>
              <a:gd name="connsiteX27" fmla="*/ 8917778 w 11269336"/>
              <a:gd name="connsiteY27" fmla="*/ 835198 h 2323145"/>
              <a:gd name="connsiteX28" fmla="*/ 8905560 w 11269336"/>
              <a:gd name="connsiteY28" fmla="*/ 838358 h 2323145"/>
              <a:gd name="connsiteX29" fmla="*/ 8897564 w 11269336"/>
              <a:gd name="connsiteY29" fmla="*/ 834287 h 2323145"/>
              <a:gd name="connsiteX30" fmla="*/ 8878040 w 11269336"/>
              <a:gd name="connsiteY30" fmla="*/ 844150 h 2323145"/>
              <a:gd name="connsiteX31" fmla="*/ 8882654 w 11269336"/>
              <a:gd name="connsiteY31" fmla="*/ 892768 h 2323145"/>
              <a:gd name="connsiteX32" fmla="*/ 8837498 w 11269336"/>
              <a:gd name="connsiteY32" fmla="*/ 885664 h 2323145"/>
              <a:gd name="connsiteX33" fmla="*/ 8795998 w 11269336"/>
              <a:gd name="connsiteY33" fmla="*/ 863337 h 2323145"/>
              <a:gd name="connsiteX34" fmla="*/ 8776970 w 11269336"/>
              <a:gd name="connsiteY34" fmla="*/ 885177 h 2323145"/>
              <a:gd name="connsiteX35" fmla="*/ 8755719 w 11269336"/>
              <a:gd name="connsiteY35" fmla="*/ 889754 h 2323145"/>
              <a:gd name="connsiteX36" fmla="*/ 8743257 w 11269336"/>
              <a:gd name="connsiteY36" fmla="*/ 904723 h 2323145"/>
              <a:gd name="connsiteX37" fmla="*/ 8721366 w 11269336"/>
              <a:gd name="connsiteY37" fmla="*/ 904711 h 2323145"/>
              <a:gd name="connsiteX38" fmla="*/ 8678353 w 11269336"/>
              <a:gd name="connsiteY38" fmla="*/ 926318 h 2323145"/>
              <a:gd name="connsiteX39" fmla="*/ 8636849 w 11269336"/>
              <a:gd name="connsiteY39" fmla="*/ 937900 h 2323145"/>
              <a:gd name="connsiteX40" fmla="*/ 8620213 w 11269336"/>
              <a:gd name="connsiteY40" fmla="*/ 943068 h 2323145"/>
              <a:gd name="connsiteX41" fmla="*/ 8612581 w 11269336"/>
              <a:gd name="connsiteY41" fmla="*/ 952695 h 2323145"/>
              <a:gd name="connsiteX42" fmla="*/ 8589038 w 11269336"/>
              <a:gd name="connsiteY42" fmla="*/ 963892 h 2323145"/>
              <a:gd name="connsiteX43" fmla="*/ 8579950 w 11269336"/>
              <a:gd name="connsiteY43" fmla="*/ 960899 h 2323145"/>
              <a:gd name="connsiteX44" fmla="*/ 8579319 w 11269336"/>
              <a:gd name="connsiteY44" fmla="*/ 965630 h 2323145"/>
              <a:gd name="connsiteX45" fmla="*/ 8547429 w 11269336"/>
              <a:gd name="connsiteY45" fmla="*/ 984506 h 2323145"/>
              <a:gd name="connsiteX46" fmla="*/ 8478704 w 11269336"/>
              <a:gd name="connsiteY46" fmla="*/ 1025490 h 2323145"/>
              <a:gd name="connsiteX47" fmla="*/ 8461421 w 11269336"/>
              <a:gd name="connsiteY47" fmla="*/ 1035512 h 2323145"/>
              <a:gd name="connsiteX48" fmla="*/ 8445003 w 11269336"/>
              <a:gd name="connsiteY48" fmla="*/ 1036851 h 2323145"/>
              <a:gd name="connsiteX49" fmla="*/ 8357350 w 11269336"/>
              <a:gd name="connsiteY49" fmla="*/ 1060213 h 2323145"/>
              <a:gd name="connsiteX50" fmla="*/ 8335565 w 11269336"/>
              <a:gd name="connsiteY50" fmla="*/ 1061151 h 2323145"/>
              <a:gd name="connsiteX51" fmla="*/ 8325267 w 11269336"/>
              <a:gd name="connsiteY51" fmla="*/ 1055919 h 2323145"/>
              <a:gd name="connsiteX52" fmla="*/ 8293586 w 11269336"/>
              <a:gd name="connsiteY52" fmla="*/ 1076144 h 2323145"/>
              <a:gd name="connsiteX53" fmla="*/ 8242405 w 11269336"/>
              <a:gd name="connsiteY53" fmla="*/ 1095960 h 2323145"/>
              <a:gd name="connsiteX54" fmla="*/ 8197391 w 11269336"/>
              <a:gd name="connsiteY54" fmla="*/ 1107746 h 2323145"/>
              <a:gd name="connsiteX55" fmla="*/ 8081474 w 11269336"/>
              <a:gd name="connsiteY55" fmla="*/ 1130125 h 2323145"/>
              <a:gd name="connsiteX56" fmla="*/ 8053585 w 11269336"/>
              <a:gd name="connsiteY56" fmla="*/ 1129169 h 2323145"/>
              <a:gd name="connsiteX57" fmla="*/ 8038422 w 11269336"/>
              <a:gd name="connsiteY57" fmla="*/ 1119092 h 2323145"/>
              <a:gd name="connsiteX58" fmla="*/ 8029450 w 11269336"/>
              <a:gd name="connsiteY58" fmla="*/ 1125592 h 2323145"/>
              <a:gd name="connsiteX59" fmla="*/ 7959552 w 11269336"/>
              <a:gd name="connsiteY59" fmla="*/ 1140188 h 2323145"/>
              <a:gd name="connsiteX60" fmla="*/ 7914188 w 11269336"/>
              <a:gd name="connsiteY60" fmla="*/ 1150862 h 2323145"/>
              <a:gd name="connsiteX61" fmla="*/ 7914918 w 11269336"/>
              <a:gd name="connsiteY61" fmla="*/ 1168758 h 2323145"/>
              <a:gd name="connsiteX62" fmla="*/ 7875510 w 11269336"/>
              <a:gd name="connsiteY62" fmla="*/ 1183153 h 2323145"/>
              <a:gd name="connsiteX63" fmla="*/ 7829932 w 11269336"/>
              <a:gd name="connsiteY63" fmla="*/ 1180782 h 2323145"/>
              <a:gd name="connsiteX64" fmla="*/ 7779182 w 11269336"/>
              <a:gd name="connsiteY64" fmla="*/ 1192665 h 2323145"/>
              <a:gd name="connsiteX65" fmla="*/ 7748774 w 11269336"/>
              <a:gd name="connsiteY65" fmla="*/ 1199586 h 2323145"/>
              <a:gd name="connsiteX66" fmla="*/ 7671846 w 11269336"/>
              <a:gd name="connsiteY66" fmla="*/ 1231966 h 2323145"/>
              <a:gd name="connsiteX67" fmla="*/ 7554146 w 11269336"/>
              <a:gd name="connsiteY67" fmla="*/ 1319748 h 2323145"/>
              <a:gd name="connsiteX68" fmla="*/ 7515052 w 11269336"/>
              <a:gd name="connsiteY68" fmla="*/ 1336718 h 2323145"/>
              <a:gd name="connsiteX69" fmla="*/ 7507193 w 11269336"/>
              <a:gd name="connsiteY69" fmla="*/ 1334617 h 2323145"/>
              <a:gd name="connsiteX70" fmla="*/ 7461694 w 11269336"/>
              <a:gd name="connsiteY70" fmla="*/ 1375866 h 2323145"/>
              <a:gd name="connsiteX71" fmla="*/ 7377571 w 11269336"/>
              <a:gd name="connsiteY71" fmla="*/ 1400128 h 2323145"/>
              <a:gd name="connsiteX72" fmla="*/ 7311261 w 11269336"/>
              <a:gd name="connsiteY72" fmla="*/ 1412652 h 2323145"/>
              <a:gd name="connsiteX73" fmla="*/ 7275307 w 11269336"/>
              <a:gd name="connsiteY73" fmla="*/ 1422171 h 2323145"/>
              <a:gd name="connsiteX74" fmla="*/ 7247783 w 11269336"/>
              <a:gd name="connsiteY74" fmla="*/ 1426330 h 2323145"/>
              <a:gd name="connsiteX75" fmla="*/ 7185047 w 11269336"/>
              <a:gd name="connsiteY75" fmla="*/ 1451812 h 2323145"/>
              <a:gd name="connsiteX76" fmla="*/ 7084117 w 11269336"/>
              <a:gd name="connsiteY76" fmla="*/ 1500281 h 2323145"/>
              <a:gd name="connsiteX77" fmla="*/ 7062011 w 11269336"/>
              <a:gd name="connsiteY77" fmla="*/ 1509183 h 2323145"/>
              <a:gd name="connsiteX78" fmla="*/ 7040555 w 11269336"/>
              <a:gd name="connsiteY78" fmla="*/ 1511207 h 2323145"/>
              <a:gd name="connsiteX79" fmla="*/ 7033438 w 11269336"/>
              <a:gd name="connsiteY79" fmla="*/ 1506772 h 2323145"/>
              <a:gd name="connsiteX80" fmla="*/ 7020886 w 11269336"/>
              <a:gd name="connsiteY80" fmla="*/ 1510764 h 2323145"/>
              <a:gd name="connsiteX81" fmla="*/ 7017033 w 11269336"/>
              <a:gd name="connsiteY81" fmla="*/ 1510650 h 2323145"/>
              <a:gd name="connsiteX82" fmla="*/ 6995460 w 11269336"/>
              <a:gd name="connsiteY82" fmla="*/ 1511173 h 2323145"/>
              <a:gd name="connsiteX83" fmla="*/ 6962144 w 11269336"/>
              <a:gd name="connsiteY83" fmla="*/ 1541508 h 2323145"/>
              <a:gd name="connsiteX84" fmla="*/ 6910674 w 11269336"/>
              <a:gd name="connsiteY84" fmla="*/ 1554793 h 2323145"/>
              <a:gd name="connsiteX85" fmla="*/ 6732152 w 11269336"/>
              <a:gd name="connsiteY85" fmla="*/ 1642538 h 2323145"/>
              <a:gd name="connsiteX86" fmla="*/ 6694106 w 11269336"/>
              <a:gd name="connsiteY86" fmla="*/ 1632377 h 2323145"/>
              <a:gd name="connsiteX87" fmla="*/ 6617223 w 11269336"/>
              <a:gd name="connsiteY87" fmla="*/ 1659889 h 2323145"/>
              <a:gd name="connsiteX88" fmla="*/ 6521138 w 11269336"/>
              <a:gd name="connsiteY88" fmla="*/ 1744340 h 2323145"/>
              <a:gd name="connsiteX89" fmla="*/ 6380677 w 11269336"/>
              <a:gd name="connsiteY89" fmla="*/ 1796883 h 2323145"/>
              <a:gd name="connsiteX90" fmla="*/ 6374897 w 11269336"/>
              <a:gd name="connsiteY90" fmla="*/ 1809910 h 2323145"/>
              <a:gd name="connsiteX91" fmla="*/ 6364545 w 11269336"/>
              <a:gd name="connsiteY91" fmla="*/ 1820090 h 2323145"/>
              <a:gd name="connsiteX92" fmla="*/ 6362126 w 11269336"/>
              <a:gd name="connsiteY92" fmla="*/ 1819991 h 2323145"/>
              <a:gd name="connsiteX93" fmla="*/ 6346673 w 11269336"/>
              <a:gd name="connsiteY93" fmla="*/ 1827824 h 2323145"/>
              <a:gd name="connsiteX94" fmla="*/ 6345588 w 11269336"/>
              <a:gd name="connsiteY94" fmla="*/ 1832232 h 2323145"/>
              <a:gd name="connsiteX95" fmla="*/ 6335708 w 11269336"/>
              <a:gd name="connsiteY95" fmla="*/ 1838451 h 2323145"/>
              <a:gd name="connsiteX96" fmla="*/ 6318182 w 11269336"/>
              <a:gd name="connsiteY96" fmla="*/ 1852975 h 2323145"/>
              <a:gd name="connsiteX97" fmla="*/ 6313084 w 11269336"/>
              <a:gd name="connsiteY97" fmla="*/ 1853561 h 2323145"/>
              <a:gd name="connsiteX98" fmla="*/ 6283816 w 11269336"/>
              <a:gd name="connsiteY98" fmla="*/ 1872148 h 2323145"/>
              <a:gd name="connsiteX99" fmla="*/ 6282550 w 11269336"/>
              <a:gd name="connsiteY99" fmla="*/ 1871392 h 2323145"/>
              <a:gd name="connsiteX100" fmla="*/ 6270527 w 11269336"/>
              <a:gd name="connsiteY100" fmla="*/ 1872208 h 2323145"/>
              <a:gd name="connsiteX101" fmla="*/ 6249518 w 11269336"/>
              <a:gd name="connsiteY101" fmla="*/ 1876079 h 2323145"/>
              <a:gd name="connsiteX102" fmla="*/ 6190386 w 11269336"/>
              <a:gd name="connsiteY102" fmla="*/ 1872478 h 2323145"/>
              <a:gd name="connsiteX103" fmla="*/ 6159777 w 11269336"/>
              <a:gd name="connsiteY103" fmla="*/ 1891745 h 2323145"/>
              <a:gd name="connsiteX104" fmla="*/ 6153131 w 11269336"/>
              <a:gd name="connsiteY104" fmla="*/ 1895079 h 2323145"/>
              <a:gd name="connsiteX105" fmla="*/ 6152798 w 11269336"/>
              <a:gd name="connsiteY105" fmla="*/ 1894920 h 2323145"/>
              <a:gd name="connsiteX106" fmla="*/ 6145388 w 11269336"/>
              <a:gd name="connsiteY106" fmla="*/ 1897990 h 2323145"/>
              <a:gd name="connsiteX107" fmla="*/ 6141014 w 11269336"/>
              <a:gd name="connsiteY107" fmla="*/ 1901155 h 2323145"/>
              <a:gd name="connsiteX108" fmla="*/ 6128122 w 11269336"/>
              <a:gd name="connsiteY108" fmla="*/ 1907623 h 2323145"/>
              <a:gd name="connsiteX109" fmla="*/ 6122351 w 11269336"/>
              <a:gd name="connsiteY109" fmla="*/ 1908359 h 2323145"/>
              <a:gd name="connsiteX110" fmla="*/ 6064750 w 11269336"/>
              <a:gd name="connsiteY110" fmla="*/ 1896394 h 2323145"/>
              <a:gd name="connsiteX111" fmla="*/ 5964230 w 11269336"/>
              <a:gd name="connsiteY111" fmla="*/ 1910038 h 2323145"/>
              <a:gd name="connsiteX112" fmla="*/ 5865399 w 11269336"/>
              <a:gd name="connsiteY112" fmla="*/ 1926966 h 2323145"/>
              <a:gd name="connsiteX113" fmla="*/ 5829951 w 11269336"/>
              <a:gd name="connsiteY113" fmla="*/ 1934755 h 2323145"/>
              <a:gd name="connsiteX114" fmla="*/ 5765285 w 11269336"/>
              <a:gd name="connsiteY114" fmla="*/ 1941322 h 2323145"/>
              <a:gd name="connsiteX115" fmla="*/ 5734750 w 11269336"/>
              <a:gd name="connsiteY115" fmla="*/ 1939793 h 2323145"/>
              <a:gd name="connsiteX116" fmla="*/ 5733569 w 11269336"/>
              <a:gd name="connsiteY116" fmla="*/ 1940505 h 2323145"/>
              <a:gd name="connsiteX117" fmla="*/ 5730329 w 11269336"/>
              <a:gd name="connsiteY117" fmla="*/ 1937845 h 2323145"/>
              <a:gd name="connsiteX118" fmla="*/ 5724661 w 11269336"/>
              <a:gd name="connsiteY118" fmla="*/ 1937455 h 2323145"/>
              <a:gd name="connsiteX119" fmla="*/ 5710186 w 11269336"/>
              <a:gd name="connsiteY119" fmla="*/ 1941370 h 2323145"/>
              <a:gd name="connsiteX120" fmla="*/ 5704910 w 11269336"/>
              <a:gd name="connsiteY120" fmla="*/ 1943663 h 2323145"/>
              <a:gd name="connsiteX121" fmla="*/ 5696836 w 11269336"/>
              <a:gd name="connsiteY121" fmla="*/ 1945271 h 2323145"/>
              <a:gd name="connsiteX122" fmla="*/ 5696583 w 11269336"/>
              <a:gd name="connsiteY122" fmla="*/ 1945050 h 2323145"/>
              <a:gd name="connsiteX123" fmla="*/ 5689123 w 11269336"/>
              <a:gd name="connsiteY123" fmla="*/ 1947067 h 2323145"/>
              <a:gd name="connsiteX124" fmla="*/ 5653291 w 11269336"/>
              <a:gd name="connsiteY124" fmla="*/ 1960245 h 2323145"/>
              <a:gd name="connsiteX125" fmla="*/ 5599385 w 11269336"/>
              <a:gd name="connsiteY125" fmla="*/ 1945198 h 2323145"/>
              <a:gd name="connsiteX126" fmla="*/ 5578300 w 11269336"/>
              <a:gd name="connsiteY126" fmla="*/ 1944963 h 2323145"/>
              <a:gd name="connsiteX127" fmla="*/ 5566758 w 11269336"/>
              <a:gd name="connsiteY127" fmla="*/ 1943441 h 2323145"/>
              <a:gd name="connsiteX128" fmla="*/ 5565857 w 11269336"/>
              <a:gd name="connsiteY128" fmla="*/ 1942445 h 2323145"/>
              <a:gd name="connsiteX129" fmla="*/ 5531534 w 11269336"/>
              <a:gd name="connsiteY129" fmla="*/ 1955208 h 2323145"/>
              <a:gd name="connsiteX130" fmla="*/ 5526552 w 11269336"/>
              <a:gd name="connsiteY130" fmla="*/ 1954799 h 2323145"/>
              <a:gd name="connsiteX131" fmla="*/ 5504723 w 11269336"/>
              <a:gd name="connsiteY131" fmla="*/ 1965811 h 2323145"/>
              <a:gd name="connsiteX132" fmla="*/ 5493156 w 11269336"/>
              <a:gd name="connsiteY132" fmla="*/ 1970063 h 2323145"/>
              <a:gd name="connsiteX133" fmla="*/ 5490486 w 11269336"/>
              <a:gd name="connsiteY133" fmla="*/ 1974227 h 2323145"/>
              <a:gd name="connsiteX134" fmla="*/ 5473107 w 11269336"/>
              <a:gd name="connsiteY134" fmla="*/ 1979001 h 2323145"/>
              <a:gd name="connsiteX135" fmla="*/ 5470885 w 11269336"/>
              <a:gd name="connsiteY135" fmla="*/ 1978432 h 2323145"/>
              <a:gd name="connsiteX136" fmla="*/ 5457393 w 11269336"/>
              <a:gd name="connsiteY136" fmla="*/ 1986525 h 2323145"/>
              <a:gd name="connsiteX137" fmla="*/ 5447102 w 11269336"/>
              <a:gd name="connsiteY137" fmla="*/ 1998329 h 2323145"/>
              <a:gd name="connsiteX138" fmla="*/ 5159151 w 11269336"/>
              <a:gd name="connsiteY138" fmla="*/ 2029640 h 2323145"/>
              <a:gd name="connsiteX139" fmla="*/ 5041688 w 11269336"/>
              <a:gd name="connsiteY139" fmla="*/ 2022334 h 2323145"/>
              <a:gd name="connsiteX140" fmla="*/ 4860988 w 11269336"/>
              <a:gd name="connsiteY140" fmla="*/ 2135698 h 2323145"/>
              <a:gd name="connsiteX141" fmla="*/ 4807902 w 11269336"/>
              <a:gd name="connsiteY141" fmla="*/ 2138894 h 2323145"/>
              <a:gd name="connsiteX142" fmla="*/ 4765388 w 11269336"/>
              <a:gd name="connsiteY142" fmla="*/ 2162525 h 2323145"/>
              <a:gd name="connsiteX143" fmla="*/ 4745033 w 11269336"/>
              <a:gd name="connsiteY143" fmla="*/ 2158859 h 2323145"/>
              <a:gd name="connsiteX144" fmla="*/ 4741475 w 11269336"/>
              <a:gd name="connsiteY144" fmla="*/ 2157998 h 2323145"/>
              <a:gd name="connsiteX145" fmla="*/ 4728247 w 11269336"/>
              <a:gd name="connsiteY145" fmla="*/ 2159526 h 2323145"/>
              <a:gd name="connsiteX146" fmla="*/ 4723263 w 11269336"/>
              <a:gd name="connsiteY146" fmla="*/ 2153742 h 2323145"/>
              <a:gd name="connsiteX147" fmla="*/ 4702453 w 11269336"/>
              <a:gd name="connsiteY147" fmla="*/ 2151586 h 2323145"/>
              <a:gd name="connsiteX148" fmla="*/ 4678455 w 11269336"/>
              <a:gd name="connsiteY148" fmla="*/ 2156131 h 2323145"/>
              <a:gd name="connsiteX149" fmla="*/ 4593061 w 11269336"/>
              <a:gd name="connsiteY149" fmla="*/ 2171597 h 2323145"/>
              <a:gd name="connsiteX150" fmla="*/ 4579902 w 11269336"/>
              <a:gd name="connsiteY150" fmla="*/ 2177927 h 2323145"/>
              <a:gd name="connsiteX151" fmla="*/ 4533444 w 11269336"/>
              <a:gd name="connsiteY151" fmla="*/ 2181200 h 2323145"/>
              <a:gd name="connsiteX152" fmla="*/ 4492832 w 11269336"/>
              <a:gd name="connsiteY152" fmla="*/ 2188033 h 2323145"/>
              <a:gd name="connsiteX153" fmla="*/ 4467257 w 11269336"/>
              <a:gd name="connsiteY153" fmla="*/ 2196121 h 2323145"/>
              <a:gd name="connsiteX154" fmla="*/ 4459937 w 11269336"/>
              <a:gd name="connsiteY154" fmla="*/ 2195182 h 2323145"/>
              <a:gd name="connsiteX155" fmla="*/ 4433312 w 11269336"/>
              <a:gd name="connsiteY155" fmla="*/ 2199004 h 2323145"/>
              <a:gd name="connsiteX156" fmla="*/ 4420601 w 11269336"/>
              <a:gd name="connsiteY156" fmla="*/ 2205158 h 2323145"/>
              <a:gd name="connsiteX157" fmla="*/ 4405765 w 11269336"/>
              <a:gd name="connsiteY157" fmla="*/ 2199902 h 2323145"/>
              <a:gd name="connsiteX158" fmla="*/ 4401354 w 11269336"/>
              <a:gd name="connsiteY158" fmla="*/ 2194745 h 2323145"/>
              <a:gd name="connsiteX159" fmla="*/ 4383151 w 11269336"/>
              <a:gd name="connsiteY159" fmla="*/ 2201140 h 2323145"/>
              <a:gd name="connsiteX160" fmla="*/ 4366646 w 11269336"/>
              <a:gd name="connsiteY160" fmla="*/ 2198564 h 2323145"/>
              <a:gd name="connsiteX161" fmla="*/ 4354009 w 11269336"/>
              <a:gd name="connsiteY161" fmla="*/ 2204984 h 2323145"/>
              <a:gd name="connsiteX162" fmla="*/ 4348284 w 11269336"/>
              <a:gd name="connsiteY162" fmla="*/ 2205270 h 2323145"/>
              <a:gd name="connsiteX163" fmla="*/ 4333906 w 11269336"/>
              <a:gd name="connsiteY163" fmla="*/ 2205251 h 2323145"/>
              <a:gd name="connsiteX164" fmla="*/ 4308819 w 11269336"/>
              <a:gd name="connsiteY164" fmla="*/ 2203822 h 2323145"/>
              <a:gd name="connsiteX165" fmla="*/ 4301210 w 11269336"/>
              <a:gd name="connsiteY165" fmla="*/ 2204456 h 2323145"/>
              <a:gd name="connsiteX166" fmla="*/ 4283095 w 11269336"/>
              <a:gd name="connsiteY166" fmla="*/ 2198177 h 2323145"/>
              <a:gd name="connsiteX167" fmla="*/ 4250119 w 11269336"/>
              <a:gd name="connsiteY167" fmla="*/ 2196342 h 2323145"/>
              <a:gd name="connsiteX168" fmla="*/ 4189203 w 11269336"/>
              <a:gd name="connsiteY168" fmla="*/ 2178994 h 2323145"/>
              <a:gd name="connsiteX169" fmla="*/ 4154035 w 11269336"/>
              <a:gd name="connsiteY169" fmla="*/ 2171950 h 2323145"/>
              <a:gd name="connsiteX170" fmla="*/ 4129569 w 11269336"/>
              <a:gd name="connsiteY170" fmla="*/ 2163850 h 2323145"/>
              <a:gd name="connsiteX171" fmla="*/ 4061250 w 11269336"/>
              <a:gd name="connsiteY171" fmla="*/ 2159236 h 2323145"/>
              <a:gd name="connsiteX172" fmla="*/ 3945480 w 11269336"/>
              <a:gd name="connsiteY172" fmla="*/ 2158279 h 2323145"/>
              <a:gd name="connsiteX173" fmla="*/ 3921468 w 11269336"/>
              <a:gd name="connsiteY173" fmla="*/ 2156588 h 2323145"/>
              <a:gd name="connsiteX174" fmla="*/ 3903348 w 11269336"/>
              <a:gd name="connsiteY174" fmla="*/ 2149220 h 2323145"/>
              <a:gd name="connsiteX175" fmla="*/ 3901342 w 11269336"/>
              <a:gd name="connsiteY175" fmla="*/ 2142355 h 2323145"/>
              <a:gd name="connsiteX176" fmla="*/ 3888539 w 11269336"/>
              <a:gd name="connsiteY176" fmla="*/ 2140476 h 2323145"/>
              <a:gd name="connsiteX177" fmla="*/ 3885662 w 11269336"/>
              <a:gd name="connsiteY177" fmla="*/ 2138740 h 2323145"/>
              <a:gd name="connsiteX178" fmla="*/ 3868627 w 11269336"/>
              <a:gd name="connsiteY178" fmla="*/ 2130023 h 2323145"/>
              <a:gd name="connsiteX179" fmla="*/ 3819177 w 11269336"/>
              <a:gd name="connsiteY179" fmla="*/ 2142111 h 2323145"/>
              <a:gd name="connsiteX180" fmla="*/ 3769100 w 11269336"/>
              <a:gd name="connsiteY180" fmla="*/ 2131731 h 2323145"/>
              <a:gd name="connsiteX181" fmla="*/ 3562752 w 11269336"/>
              <a:gd name="connsiteY181" fmla="*/ 2131785 h 2323145"/>
              <a:gd name="connsiteX182" fmla="*/ 3541402 w 11269336"/>
              <a:gd name="connsiteY182" fmla="*/ 2106821 h 2323145"/>
              <a:gd name="connsiteX183" fmla="*/ 3365341 w 11269336"/>
              <a:gd name="connsiteY183" fmla="*/ 2077638 h 2323145"/>
              <a:gd name="connsiteX184" fmla="*/ 3170922 w 11269336"/>
              <a:gd name="connsiteY184" fmla="*/ 2115957 h 2323145"/>
              <a:gd name="connsiteX185" fmla="*/ 3156256 w 11269336"/>
              <a:gd name="connsiteY185" fmla="*/ 2124773 h 2323145"/>
              <a:gd name="connsiteX186" fmla="*/ 3140298 w 11269336"/>
              <a:gd name="connsiteY186" fmla="*/ 2129182 h 2323145"/>
              <a:gd name="connsiteX187" fmla="*/ 3138514 w 11269336"/>
              <a:gd name="connsiteY187" fmla="*/ 2128069 h 2323145"/>
              <a:gd name="connsiteX188" fmla="*/ 3120467 w 11269336"/>
              <a:gd name="connsiteY188" fmla="*/ 2128281 h 2323145"/>
              <a:gd name="connsiteX189" fmla="*/ 3116175 w 11269336"/>
              <a:gd name="connsiteY189" fmla="*/ 2131633 h 2323145"/>
              <a:gd name="connsiteX190" fmla="*/ 3103685 w 11269336"/>
              <a:gd name="connsiteY190" fmla="*/ 2132814 h 2323145"/>
              <a:gd name="connsiteX191" fmla="*/ 3078794 w 11269336"/>
              <a:gd name="connsiteY191" fmla="*/ 2137935 h 2323145"/>
              <a:gd name="connsiteX192" fmla="*/ 3074407 w 11269336"/>
              <a:gd name="connsiteY192" fmla="*/ 2136274 h 2323145"/>
              <a:gd name="connsiteX193" fmla="*/ 3037285 w 11269336"/>
              <a:gd name="connsiteY193" fmla="*/ 2139919 h 2323145"/>
              <a:gd name="connsiteX194" fmla="*/ 3036901 w 11269336"/>
              <a:gd name="connsiteY194" fmla="*/ 2138726 h 2323145"/>
              <a:gd name="connsiteX195" fmla="*/ 3026996 w 11269336"/>
              <a:gd name="connsiteY195" fmla="*/ 2134322 h 2323145"/>
              <a:gd name="connsiteX196" fmla="*/ 3007772 w 11269336"/>
              <a:gd name="connsiteY196" fmla="*/ 2128742 h 2323145"/>
              <a:gd name="connsiteX197" fmla="*/ 2965030 w 11269336"/>
              <a:gd name="connsiteY197" fmla="*/ 2100494 h 2323145"/>
              <a:gd name="connsiteX198" fmla="*/ 2926342 w 11269336"/>
              <a:gd name="connsiteY198" fmla="*/ 2104155 h 2323145"/>
              <a:gd name="connsiteX199" fmla="*/ 2918608 w 11269336"/>
              <a:gd name="connsiteY199" fmla="*/ 2104215 h 2323145"/>
              <a:gd name="connsiteX200" fmla="*/ 2918475 w 11269336"/>
              <a:gd name="connsiteY200" fmla="*/ 2103937 h 2323145"/>
              <a:gd name="connsiteX201" fmla="*/ 2910360 w 11269336"/>
              <a:gd name="connsiteY201" fmla="*/ 2103444 h 2323145"/>
              <a:gd name="connsiteX202" fmla="*/ 2904507 w 11269336"/>
              <a:gd name="connsiteY202" fmla="*/ 2104326 h 2323145"/>
              <a:gd name="connsiteX203" fmla="*/ 2889503 w 11269336"/>
              <a:gd name="connsiteY203" fmla="*/ 2104443 h 2323145"/>
              <a:gd name="connsiteX204" fmla="*/ 2884480 w 11269336"/>
              <a:gd name="connsiteY204" fmla="*/ 2102626 h 2323145"/>
              <a:gd name="connsiteX205" fmla="*/ 2882689 w 11269336"/>
              <a:gd name="connsiteY205" fmla="*/ 2099228 h 2323145"/>
              <a:gd name="connsiteX206" fmla="*/ 2881291 w 11269336"/>
              <a:gd name="connsiteY206" fmla="*/ 2099618 h 2323145"/>
              <a:gd name="connsiteX207" fmla="*/ 2853979 w 11269336"/>
              <a:gd name="connsiteY207" fmla="*/ 2090388 h 2323145"/>
              <a:gd name="connsiteX208" fmla="*/ 2791790 w 11269336"/>
              <a:gd name="connsiteY208" fmla="*/ 2080332 h 2323145"/>
              <a:gd name="connsiteX209" fmla="*/ 2755844 w 11269336"/>
              <a:gd name="connsiteY209" fmla="*/ 2078874 h 2323145"/>
              <a:gd name="connsiteX210" fmla="*/ 2657742 w 11269336"/>
              <a:gd name="connsiteY210" fmla="*/ 2070179 h 2323145"/>
              <a:gd name="connsiteX211" fmla="*/ 2559549 w 11269336"/>
              <a:gd name="connsiteY211" fmla="*/ 2057873 h 2323145"/>
              <a:gd name="connsiteX212" fmla="*/ 2512054 w 11269336"/>
              <a:gd name="connsiteY212" fmla="*/ 2031671 h 2323145"/>
              <a:gd name="connsiteX213" fmla="*/ 2506437 w 11269336"/>
              <a:gd name="connsiteY213" fmla="*/ 2030918 h 2323145"/>
              <a:gd name="connsiteX214" fmla="*/ 2491752 w 11269336"/>
              <a:gd name="connsiteY214" fmla="*/ 2033906 h 2323145"/>
              <a:gd name="connsiteX215" fmla="*/ 2486338 w 11269336"/>
              <a:gd name="connsiteY215" fmla="*/ 2035862 h 2323145"/>
              <a:gd name="connsiteX216" fmla="*/ 2478186 w 11269336"/>
              <a:gd name="connsiteY216" fmla="*/ 2036953 h 2323145"/>
              <a:gd name="connsiteX217" fmla="*/ 2477950 w 11269336"/>
              <a:gd name="connsiteY217" fmla="*/ 2036715 h 2323145"/>
              <a:gd name="connsiteX218" fmla="*/ 2470381 w 11269336"/>
              <a:gd name="connsiteY218" fmla="*/ 2038256 h 2323145"/>
              <a:gd name="connsiteX219" fmla="*/ 2433781 w 11269336"/>
              <a:gd name="connsiteY219" fmla="*/ 2049140 h 2323145"/>
              <a:gd name="connsiteX220" fmla="*/ 2381172 w 11269336"/>
              <a:gd name="connsiteY220" fmla="*/ 2030645 h 2323145"/>
              <a:gd name="connsiteX221" fmla="*/ 2360198 w 11269336"/>
              <a:gd name="connsiteY221" fmla="*/ 2029059 h 2323145"/>
              <a:gd name="connsiteX222" fmla="*/ 2348815 w 11269336"/>
              <a:gd name="connsiteY222" fmla="*/ 2026798 h 2323145"/>
              <a:gd name="connsiteX223" fmla="*/ 2347988 w 11269336"/>
              <a:gd name="connsiteY223" fmla="*/ 2025745 h 2323145"/>
              <a:gd name="connsiteX224" fmla="*/ 2312920 w 11269336"/>
              <a:gd name="connsiteY224" fmla="*/ 2036311 h 2323145"/>
              <a:gd name="connsiteX225" fmla="*/ 2307986 w 11269336"/>
              <a:gd name="connsiteY225" fmla="*/ 2035583 h 2323145"/>
              <a:gd name="connsiteX226" fmla="*/ 2285481 w 11269336"/>
              <a:gd name="connsiteY226" fmla="*/ 2045197 h 2323145"/>
              <a:gd name="connsiteX227" fmla="*/ 2273666 w 11269336"/>
              <a:gd name="connsiteY227" fmla="*/ 2048710 h 2323145"/>
              <a:gd name="connsiteX228" fmla="*/ 2270719 w 11269336"/>
              <a:gd name="connsiteY228" fmla="*/ 2052702 h 2323145"/>
              <a:gd name="connsiteX229" fmla="*/ 2253080 w 11269336"/>
              <a:gd name="connsiteY229" fmla="*/ 2056363 h 2323145"/>
              <a:gd name="connsiteX230" fmla="*/ 2250906 w 11269336"/>
              <a:gd name="connsiteY230" fmla="*/ 2055654 h 2323145"/>
              <a:gd name="connsiteX231" fmla="*/ 2236905 w 11269336"/>
              <a:gd name="connsiteY231" fmla="*/ 2062882 h 2323145"/>
              <a:gd name="connsiteX232" fmla="*/ 2225830 w 11269336"/>
              <a:gd name="connsiteY232" fmla="*/ 2074027 h 2323145"/>
              <a:gd name="connsiteX233" fmla="*/ 2073776 w 11269336"/>
              <a:gd name="connsiteY233" fmla="*/ 2089244 h 2323145"/>
              <a:gd name="connsiteX234" fmla="*/ 1948256 w 11269336"/>
              <a:gd name="connsiteY234" fmla="*/ 2146616 h 2323145"/>
              <a:gd name="connsiteX235" fmla="*/ 1865582 w 11269336"/>
              <a:gd name="connsiteY235" fmla="*/ 2153738 h 2323145"/>
              <a:gd name="connsiteX236" fmla="*/ 1835210 w 11269336"/>
              <a:gd name="connsiteY236" fmla="*/ 2134244 h 2323145"/>
              <a:gd name="connsiteX237" fmla="*/ 1632661 w 11269336"/>
              <a:gd name="connsiteY237" fmla="*/ 2173882 h 2323145"/>
              <a:gd name="connsiteX238" fmla="*/ 1579590 w 11269336"/>
              <a:gd name="connsiteY238" fmla="*/ 2173680 h 2323145"/>
              <a:gd name="connsiteX239" fmla="*/ 1535601 w 11269336"/>
              <a:gd name="connsiteY239" fmla="*/ 2194590 h 2323145"/>
              <a:gd name="connsiteX240" fmla="*/ 1515594 w 11269336"/>
              <a:gd name="connsiteY240" fmla="*/ 2189622 h 2323145"/>
              <a:gd name="connsiteX241" fmla="*/ 1512113 w 11269336"/>
              <a:gd name="connsiteY241" fmla="*/ 2188534 h 2323145"/>
              <a:gd name="connsiteX242" fmla="*/ 1498838 w 11269336"/>
              <a:gd name="connsiteY242" fmla="*/ 2189213 h 2323145"/>
              <a:gd name="connsiteX243" fmla="*/ 1494279 w 11269336"/>
              <a:gd name="connsiteY243" fmla="*/ 2183112 h 2323145"/>
              <a:gd name="connsiteX244" fmla="*/ 1473714 w 11269336"/>
              <a:gd name="connsiteY244" fmla="*/ 2179625 h 2323145"/>
              <a:gd name="connsiteX245" fmla="*/ 1449503 w 11269336"/>
              <a:gd name="connsiteY245" fmla="*/ 2182633 h 2323145"/>
              <a:gd name="connsiteX246" fmla="*/ 1266687 w 11269336"/>
              <a:gd name="connsiteY246" fmla="*/ 2212688 h 2323145"/>
              <a:gd name="connsiteX247" fmla="*/ 1239614 w 11269336"/>
              <a:gd name="connsiteY247" fmla="*/ 2209727 h 2323145"/>
              <a:gd name="connsiteX248" fmla="*/ 1202436 w 11269336"/>
              <a:gd name="connsiteY248" fmla="*/ 2209817 h 2323145"/>
              <a:gd name="connsiteX249" fmla="*/ 1136097 w 11269336"/>
              <a:gd name="connsiteY249" fmla="*/ 2205112 h 2323145"/>
              <a:gd name="connsiteX250" fmla="*/ 988232 w 11269336"/>
              <a:gd name="connsiteY250" fmla="*/ 2235635 h 2323145"/>
              <a:gd name="connsiteX251" fmla="*/ 981959 w 11269336"/>
              <a:gd name="connsiteY251" fmla="*/ 2231607 h 2323145"/>
              <a:gd name="connsiteX252" fmla="*/ 938600 w 11269336"/>
              <a:gd name="connsiteY252" fmla="*/ 2238113 h 2323145"/>
              <a:gd name="connsiteX253" fmla="*/ 791788 w 11269336"/>
              <a:gd name="connsiteY253" fmla="*/ 2293224 h 2323145"/>
              <a:gd name="connsiteX254" fmla="*/ 706914 w 11269336"/>
              <a:gd name="connsiteY254" fmla="*/ 2305046 h 2323145"/>
              <a:gd name="connsiteX255" fmla="*/ 675971 w 11269336"/>
              <a:gd name="connsiteY255" fmla="*/ 2304030 h 2323145"/>
              <a:gd name="connsiteX256" fmla="*/ 624180 w 11269336"/>
              <a:gd name="connsiteY256" fmla="*/ 2302650 h 2323145"/>
              <a:gd name="connsiteX257" fmla="*/ 583453 w 11269336"/>
              <a:gd name="connsiteY257" fmla="*/ 2288788 h 2323145"/>
              <a:gd name="connsiteX258" fmla="*/ 540946 w 11269336"/>
              <a:gd name="connsiteY258" fmla="*/ 2292721 h 2323145"/>
              <a:gd name="connsiteX259" fmla="*/ 533680 w 11269336"/>
              <a:gd name="connsiteY259" fmla="*/ 2310233 h 2323145"/>
              <a:gd name="connsiteX260" fmla="*/ 487366 w 11269336"/>
              <a:gd name="connsiteY260" fmla="*/ 2309053 h 2323145"/>
              <a:gd name="connsiteX261" fmla="*/ 416820 w 11269336"/>
              <a:gd name="connsiteY261" fmla="*/ 2305443 h 2323145"/>
              <a:gd name="connsiteX262" fmla="*/ 376805 w 11269336"/>
              <a:gd name="connsiteY262" fmla="*/ 2307647 h 2323145"/>
              <a:gd name="connsiteX263" fmla="*/ 266777 w 11269336"/>
              <a:gd name="connsiteY263" fmla="*/ 2309012 h 2323145"/>
              <a:gd name="connsiteX264" fmla="*/ 156013 w 11269336"/>
              <a:gd name="connsiteY264" fmla="*/ 2306832 h 2323145"/>
              <a:gd name="connsiteX265" fmla="*/ 87258 w 11269336"/>
              <a:gd name="connsiteY265" fmla="*/ 2285511 h 2323145"/>
              <a:gd name="connsiteX266" fmla="*/ 23798 w 11269336"/>
              <a:gd name="connsiteY266" fmla="*/ 2281822 h 2323145"/>
              <a:gd name="connsiteX267" fmla="*/ 0 w 11269336"/>
              <a:gd name="connsiteY267" fmla="*/ 2285369 h 2323145"/>
              <a:gd name="connsiteX268" fmla="*/ 0 w 11269336"/>
              <a:gd name="connsiteY268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742561 w 11269336"/>
              <a:gd name="connsiteY18" fmla="*/ 500437 h 2323145"/>
              <a:gd name="connsiteX19" fmla="*/ 9561831 w 11269336"/>
              <a:gd name="connsiteY19" fmla="*/ 547649 h 2323145"/>
              <a:gd name="connsiteX20" fmla="*/ 9380600 w 11269336"/>
              <a:gd name="connsiteY20" fmla="*/ 549821 h 2323145"/>
              <a:gd name="connsiteX21" fmla="*/ 9139429 w 11269336"/>
              <a:gd name="connsiteY21" fmla="*/ 696446 h 2323145"/>
              <a:gd name="connsiteX22" fmla="*/ 9114263 w 11269336"/>
              <a:gd name="connsiteY22" fmla="*/ 709213 h 2323145"/>
              <a:gd name="connsiteX23" fmla="*/ 9028928 w 11269336"/>
              <a:gd name="connsiteY23" fmla="*/ 745350 h 2323145"/>
              <a:gd name="connsiteX24" fmla="*/ 8977138 w 11269336"/>
              <a:gd name="connsiteY24" fmla="*/ 774970 h 2323145"/>
              <a:gd name="connsiteX25" fmla="*/ 8947030 w 11269336"/>
              <a:gd name="connsiteY25" fmla="*/ 814934 h 2323145"/>
              <a:gd name="connsiteX26" fmla="*/ 8914746 w 11269336"/>
              <a:gd name="connsiteY26" fmla="*/ 826428 h 2323145"/>
              <a:gd name="connsiteX27" fmla="*/ 8917778 w 11269336"/>
              <a:gd name="connsiteY27" fmla="*/ 835198 h 2323145"/>
              <a:gd name="connsiteX28" fmla="*/ 8905560 w 11269336"/>
              <a:gd name="connsiteY28" fmla="*/ 838358 h 2323145"/>
              <a:gd name="connsiteX29" fmla="*/ 8897564 w 11269336"/>
              <a:gd name="connsiteY29" fmla="*/ 834287 h 2323145"/>
              <a:gd name="connsiteX30" fmla="*/ 8878040 w 11269336"/>
              <a:gd name="connsiteY30" fmla="*/ 844150 h 2323145"/>
              <a:gd name="connsiteX31" fmla="*/ 8882654 w 11269336"/>
              <a:gd name="connsiteY31" fmla="*/ 892768 h 2323145"/>
              <a:gd name="connsiteX32" fmla="*/ 8795998 w 11269336"/>
              <a:gd name="connsiteY32" fmla="*/ 863337 h 2323145"/>
              <a:gd name="connsiteX33" fmla="*/ 8776970 w 11269336"/>
              <a:gd name="connsiteY33" fmla="*/ 885177 h 2323145"/>
              <a:gd name="connsiteX34" fmla="*/ 8755719 w 11269336"/>
              <a:gd name="connsiteY34" fmla="*/ 889754 h 2323145"/>
              <a:gd name="connsiteX35" fmla="*/ 8743257 w 11269336"/>
              <a:gd name="connsiteY35" fmla="*/ 904723 h 2323145"/>
              <a:gd name="connsiteX36" fmla="*/ 8721366 w 11269336"/>
              <a:gd name="connsiteY36" fmla="*/ 904711 h 2323145"/>
              <a:gd name="connsiteX37" fmla="*/ 8678353 w 11269336"/>
              <a:gd name="connsiteY37" fmla="*/ 926318 h 2323145"/>
              <a:gd name="connsiteX38" fmla="*/ 8636849 w 11269336"/>
              <a:gd name="connsiteY38" fmla="*/ 937900 h 2323145"/>
              <a:gd name="connsiteX39" fmla="*/ 8620213 w 11269336"/>
              <a:gd name="connsiteY39" fmla="*/ 943068 h 2323145"/>
              <a:gd name="connsiteX40" fmla="*/ 8612581 w 11269336"/>
              <a:gd name="connsiteY40" fmla="*/ 952695 h 2323145"/>
              <a:gd name="connsiteX41" fmla="*/ 8589038 w 11269336"/>
              <a:gd name="connsiteY41" fmla="*/ 963892 h 2323145"/>
              <a:gd name="connsiteX42" fmla="*/ 8579950 w 11269336"/>
              <a:gd name="connsiteY42" fmla="*/ 960899 h 2323145"/>
              <a:gd name="connsiteX43" fmla="*/ 8579319 w 11269336"/>
              <a:gd name="connsiteY43" fmla="*/ 965630 h 2323145"/>
              <a:gd name="connsiteX44" fmla="*/ 8547429 w 11269336"/>
              <a:gd name="connsiteY44" fmla="*/ 984506 h 2323145"/>
              <a:gd name="connsiteX45" fmla="*/ 8478704 w 11269336"/>
              <a:gd name="connsiteY45" fmla="*/ 1025490 h 2323145"/>
              <a:gd name="connsiteX46" fmla="*/ 8461421 w 11269336"/>
              <a:gd name="connsiteY46" fmla="*/ 1035512 h 2323145"/>
              <a:gd name="connsiteX47" fmla="*/ 8445003 w 11269336"/>
              <a:gd name="connsiteY47" fmla="*/ 1036851 h 2323145"/>
              <a:gd name="connsiteX48" fmla="*/ 8357350 w 11269336"/>
              <a:gd name="connsiteY48" fmla="*/ 1060213 h 2323145"/>
              <a:gd name="connsiteX49" fmla="*/ 8335565 w 11269336"/>
              <a:gd name="connsiteY49" fmla="*/ 1061151 h 2323145"/>
              <a:gd name="connsiteX50" fmla="*/ 8325267 w 11269336"/>
              <a:gd name="connsiteY50" fmla="*/ 1055919 h 2323145"/>
              <a:gd name="connsiteX51" fmla="*/ 8293586 w 11269336"/>
              <a:gd name="connsiteY51" fmla="*/ 1076144 h 2323145"/>
              <a:gd name="connsiteX52" fmla="*/ 8242405 w 11269336"/>
              <a:gd name="connsiteY52" fmla="*/ 1095960 h 2323145"/>
              <a:gd name="connsiteX53" fmla="*/ 8197391 w 11269336"/>
              <a:gd name="connsiteY53" fmla="*/ 1107746 h 2323145"/>
              <a:gd name="connsiteX54" fmla="*/ 8081474 w 11269336"/>
              <a:gd name="connsiteY54" fmla="*/ 1130125 h 2323145"/>
              <a:gd name="connsiteX55" fmla="*/ 8053585 w 11269336"/>
              <a:gd name="connsiteY55" fmla="*/ 1129169 h 2323145"/>
              <a:gd name="connsiteX56" fmla="*/ 8038422 w 11269336"/>
              <a:gd name="connsiteY56" fmla="*/ 1119092 h 2323145"/>
              <a:gd name="connsiteX57" fmla="*/ 8029450 w 11269336"/>
              <a:gd name="connsiteY57" fmla="*/ 1125592 h 2323145"/>
              <a:gd name="connsiteX58" fmla="*/ 7959552 w 11269336"/>
              <a:gd name="connsiteY58" fmla="*/ 1140188 h 2323145"/>
              <a:gd name="connsiteX59" fmla="*/ 7914188 w 11269336"/>
              <a:gd name="connsiteY59" fmla="*/ 1150862 h 2323145"/>
              <a:gd name="connsiteX60" fmla="*/ 7914918 w 11269336"/>
              <a:gd name="connsiteY60" fmla="*/ 1168758 h 2323145"/>
              <a:gd name="connsiteX61" fmla="*/ 7875510 w 11269336"/>
              <a:gd name="connsiteY61" fmla="*/ 1183153 h 2323145"/>
              <a:gd name="connsiteX62" fmla="*/ 7829932 w 11269336"/>
              <a:gd name="connsiteY62" fmla="*/ 1180782 h 2323145"/>
              <a:gd name="connsiteX63" fmla="*/ 7779182 w 11269336"/>
              <a:gd name="connsiteY63" fmla="*/ 1192665 h 2323145"/>
              <a:gd name="connsiteX64" fmla="*/ 7748774 w 11269336"/>
              <a:gd name="connsiteY64" fmla="*/ 1199586 h 2323145"/>
              <a:gd name="connsiteX65" fmla="*/ 7671846 w 11269336"/>
              <a:gd name="connsiteY65" fmla="*/ 1231966 h 2323145"/>
              <a:gd name="connsiteX66" fmla="*/ 7554146 w 11269336"/>
              <a:gd name="connsiteY66" fmla="*/ 1319748 h 2323145"/>
              <a:gd name="connsiteX67" fmla="*/ 7515052 w 11269336"/>
              <a:gd name="connsiteY67" fmla="*/ 1336718 h 2323145"/>
              <a:gd name="connsiteX68" fmla="*/ 7507193 w 11269336"/>
              <a:gd name="connsiteY68" fmla="*/ 1334617 h 2323145"/>
              <a:gd name="connsiteX69" fmla="*/ 7461694 w 11269336"/>
              <a:gd name="connsiteY69" fmla="*/ 1375866 h 2323145"/>
              <a:gd name="connsiteX70" fmla="*/ 7377571 w 11269336"/>
              <a:gd name="connsiteY70" fmla="*/ 1400128 h 2323145"/>
              <a:gd name="connsiteX71" fmla="*/ 7311261 w 11269336"/>
              <a:gd name="connsiteY71" fmla="*/ 1412652 h 2323145"/>
              <a:gd name="connsiteX72" fmla="*/ 7275307 w 11269336"/>
              <a:gd name="connsiteY72" fmla="*/ 1422171 h 2323145"/>
              <a:gd name="connsiteX73" fmla="*/ 7247783 w 11269336"/>
              <a:gd name="connsiteY73" fmla="*/ 1426330 h 2323145"/>
              <a:gd name="connsiteX74" fmla="*/ 7185047 w 11269336"/>
              <a:gd name="connsiteY74" fmla="*/ 1451812 h 2323145"/>
              <a:gd name="connsiteX75" fmla="*/ 7084117 w 11269336"/>
              <a:gd name="connsiteY75" fmla="*/ 1500281 h 2323145"/>
              <a:gd name="connsiteX76" fmla="*/ 7062011 w 11269336"/>
              <a:gd name="connsiteY76" fmla="*/ 1509183 h 2323145"/>
              <a:gd name="connsiteX77" fmla="*/ 7040555 w 11269336"/>
              <a:gd name="connsiteY77" fmla="*/ 1511207 h 2323145"/>
              <a:gd name="connsiteX78" fmla="*/ 7033438 w 11269336"/>
              <a:gd name="connsiteY78" fmla="*/ 1506772 h 2323145"/>
              <a:gd name="connsiteX79" fmla="*/ 7020886 w 11269336"/>
              <a:gd name="connsiteY79" fmla="*/ 1510764 h 2323145"/>
              <a:gd name="connsiteX80" fmla="*/ 7017033 w 11269336"/>
              <a:gd name="connsiteY80" fmla="*/ 1510650 h 2323145"/>
              <a:gd name="connsiteX81" fmla="*/ 6995460 w 11269336"/>
              <a:gd name="connsiteY81" fmla="*/ 1511173 h 2323145"/>
              <a:gd name="connsiteX82" fmla="*/ 6962144 w 11269336"/>
              <a:gd name="connsiteY82" fmla="*/ 1541508 h 2323145"/>
              <a:gd name="connsiteX83" fmla="*/ 6910674 w 11269336"/>
              <a:gd name="connsiteY83" fmla="*/ 1554793 h 2323145"/>
              <a:gd name="connsiteX84" fmla="*/ 6732152 w 11269336"/>
              <a:gd name="connsiteY84" fmla="*/ 1642538 h 2323145"/>
              <a:gd name="connsiteX85" fmla="*/ 6694106 w 11269336"/>
              <a:gd name="connsiteY85" fmla="*/ 1632377 h 2323145"/>
              <a:gd name="connsiteX86" fmla="*/ 6617223 w 11269336"/>
              <a:gd name="connsiteY86" fmla="*/ 1659889 h 2323145"/>
              <a:gd name="connsiteX87" fmla="*/ 6521138 w 11269336"/>
              <a:gd name="connsiteY87" fmla="*/ 1744340 h 2323145"/>
              <a:gd name="connsiteX88" fmla="*/ 6380677 w 11269336"/>
              <a:gd name="connsiteY88" fmla="*/ 1796883 h 2323145"/>
              <a:gd name="connsiteX89" fmla="*/ 6374897 w 11269336"/>
              <a:gd name="connsiteY89" fmla="*/ 1809910 h 2323145"/>
              <a:gd name="connsiteX90" fmla="*/ 6364545 w 11269336"/>
              <a:gd name="connsiteY90" fmla="*/ 1820090 h 2323145"/>
              <a:gd name="connsiteX91" fmla="*/ 6362126 w 11269336"/>
              <a:gd name="connsiteY91" fmla="*/ 1819991 h 2323145"/>
              <a:gd name="connsiteX92" fmla="*/ 6346673 w 11269336"/>
              <a:gd name="connsiteY92" fmla="*/ 1827824 h 2323145"/>
              <a:gd name="connsiteX93" fmla="*/ 6345588 w 11269336"/>
              <a:gd name="connsiteY93" fmla="*/ 1832232 h 2323145"/>
              <a:gd name="connsiteX94" fmla="*/ 6335708 w 11269336"/>
              <a:gd name="connsiteY94" fmla="*/ 1838451 h 2323145"/>
              <a:gd name="connsiteX95" fmla="*/ 6318182 w 11269336"/>
              <a:gd name="connsiteY95" fmla="*/ 1852975 h 2323145"/>
              <a:gd name="connsiteX96" fmla="*/ 6313084 w 11269336"/>
              <a:gd name="connsiteY96" fmla="*/ 1853561 h 2323145"/>
              <a:gd name="connsiteX97" fmla="*/ 6283816 w 11269336"/>
              <a:gd name="connsiteY97" fmla="*/ 1872148 h 2323145"/>
              <a:gd name="connsiteX98" fmla="*/ 6282550 w 11269336"/>
              <a:gd name="connsiteY98" fmla="*/ 1871392 h 2323145"/>
              <a:gd name="connsiteX99" fmla="*/ 6270527 w 11269336"/>
              <a:gd name="connsiteY99" fmla="*/ 1872208 h 2323145"/>
              <a:gd name="connsiteX100" fmla="*/ 6249518 w 11269336"/>
              <a:gd name="connsiteY100" fmla="*/ 1876079 h 2323145"/>
              <a:gd name="connsiteX101" fmla="*/ 6190386 w 11269336"/>
              <a:gd name="connsiteY101" fmla="*/ 1872478 h 2323145"/>
              <a:gd name="connsiteX102" fmla="*/ 6159777 w 11269336"/>
              <a:gd name="connsiteY102" fmla="*/ 1891745 h 2323145"/>
              <a:gd name="connsiteX103" fmla="*/ 6153131 w 11269336"/>
              <a:gd name="connsiteY103" fmla="*/ 1895079 h 2323145"/>
              <a:gd name="connsiteX104" fmla="*/ 6152798 w 11269336"/>
              <a:gd name="connsiteY104" fmla="*/ 1894920 h 2323145"/>
              <a:gd name="connsiteX105" fmla="*/ 6145388 w 11269336"/>
              <a:gd name="connsiteY105" fmla="*/ 1897990 h 2323145"/>
              <a:gd name="connsiteX106" fmla="*/ 6141014 w 11269336"/>
              <a:gd name="connsiteY106" fmla="*/ 1901155 h 2323145"/>
              <a:gd name="connsiteX107" fmla="*/ 6128122 w 11269336"/>
              <a:gd name="connsiteY107" fmla="*/ 1907623 h 2323145"/>
              <a:gd name="connsiteX108" fmla="*/ 6122351 w 11269336"/>
              <a:gd name="connsiteY108" fmla="*/ 1908359 h 2323145"/>
              <a:gd name="connsiteX109" fmla="*/ 6064750 w 11269336"/>
              <a:gd name="connsiteY109" fmla="*/ 1896394 h 2323145"/>
              <a:gd name="connsiteX110" fmla="*/ 5964230 w 11269336"/>
              <a:gd name="connsiteY110" fmla="*/ 1910038 h 2323145"/>
              <a:gd name="connsiteX111" fmla="*/ 5865399 w 11269336"/>
              <a:gd name="connsiteY111" fmla="*/ 1926966 h 2323145"/>
              <a:gd name="connsiteX112" fmla="*/ 5829951 w 11269336"/>
              <a:gd name="connsiteY112" fmla="*/ 1934755 h 2323145"/>
              <a:gd name="connsiteX113" fmla="*/ 5765285 w 11269336"/>
              <a:gd name="connsiteY113" fmla="*/ 1941322 h 2323145"/>
              <a:gd name="connsiteX114" fmla="*/ 5734750 w 11269336"/>
              <a:gd name="connsiteY114" fmla="*/ 1939793 h 2323145"/>
              <a:gd name="connsiteX115" fmla="*/ 5733569 w 11269336"/>
              <a:gd name="connsiteY115" fmla="*/ 1940505 h 2323145"/>
              <a:gd name="connsiteX116" fmla="*/ 5730329 w 11269336"/>
              <a:gd name="connsiteY116" fmla="*/ 1937845 h 2323145"/>
              <a:gd name="connsiteX117" fmla="*/ 5724661 w 11269336"/>
              <a:gd name="connsiteY117" fmla="*/ 1937455 h 2323145"/>
              <a:gd name="connsiteX118" fmla="*/ 5710186 w 11269336"/>
              <a:gd name="connsiteY118" fmla="*/ 1941370 h 2323145"/>
              <a:gd name="connsiteX119" fmla="*/ 5704910 w 11269336"/>
              <a:gd name="connsiteY119" fmla="*/ 1943663 h 2323145"/>
              <a:gd name="connsiteX120" fmla="*/ 5696836 w 11269336"/>
              <a:gd name="connsiteY120" fmla="*/ 1945271 h 2323145"/>
              <a:gd name="connsiteX121" fmla="*/ 5696583 w 11269336"/>
              <a:gd name="connsiteY121" fmla="*/ 1945050 h 2323145"/>
              <a:gd name="connsiteX122" fmla="*/ 5689123 w 11269336"/>
              <a:gd name="connsiteY122" fmla="*/ 1947067 h 2323145"/>
              <a:gd name="connsiteX123" fmla="*/ 5653291 w 11269336"/>
              <a:gd name="connsiteY123" fmla="*/ 1960245 h 2323145"/>
              <a:gd name="connsiteX124" fmla="*/ 5599385 w 11269336"/>
              <a:gd name="connsiteY124" fmla="*/ 1945198 h 2323145"/>
              <a:gd name="connsiteX125" fmla="*/ 5578300 w 11269336"/>
              <a:gd name="connsiteY125" fmla="*/ 1944963 h 2323145"/>
              <a:gd name="connsiteX126" fmla="*/ 5566758 w 11269336"/>
              <a:gd name="connsiteY126" fmla="*/ 1943441 h 2323145"/>
              <a:gd name="connsiteX127" fmla="*/ 5565857 w 11269336"/>
              <a:gd name="connsiteY127" fmla="*/ 1942445 h 2323145"/>
              <a:gd name="connsiteX128" fmla="*/ 5531534 w 11269336"/>
              <a:gd name="connsiteY128" fmla="*/ 1955208 h 2323145"/>
              <a:gd name="connsiteX129" fmla="*/ 5526552 w 11269336"/>
              <a:gd name="connsiteY129" fmla="*/ 1954799 h 2323145"/>
              <a:gd name="connsiteX130" fmla="*/ 5504723 w 11269336"/>
              <a:gd name="connsiteY130" fmla="*/ 1965811 h 2323145"/>
              <a:gd name="connsiteX131" fmla="*/ 5493156 w 11269336"/>
              <a:gd name="connsiteY131" fmla="*/ 1970063 h 2323145"/>
              <a:gd name="connsiteX132" fmla="*/ 5490486 w 11269336"/>
              <a:gd name="connsiteY132" fmla="*/ 1974227 h 2323145"/>
              <a:gd name="connsiteX133" fmla="*/ 5473107 w 11269336"/>
              <a:gd name="connsiteY133" fmla="*/ 1979001 h 2323145"/>
              <a:gd name="connsiteX134" fmla="*/ 5470885 w 11269336"/>
              <a:gd name="connsiteY134" fmla="*/ 1978432 h 2323145"/>
              <a:gd name="connsiteX135" fmla="*/ 5457393 w 11269336"/>
              <a:gd name="connsiteY135" fmla="*/ 1986525 h 2323145"/>
              <a:gd name="connsiteX136" fmla="*/ 5447102 w 11269336"/>
              <a:gd name="connsiteY136" fmla="*/ 1998329 h 2323145"/>
              <a:gd name="connsiteX137" fmla="*/ 5159151 w 11269336"/>
              <a:gd name="connsiteY137" fmla="*/ 2029640 h 2323145"/>
              <a:gd name="connsiteX138" fmla="*/ 5041688 w 11269336"/>
              <a:gd name="connsiteY138" fmla="*/ 2022334 h 2323145"/>
              <a:gd name="connsiteX139" fmla="*/ 4860988 w 11269336"/>
              <a:gd name="connsiteY139" fmla="*/ 2135698 h 2323145"/>
              <a:gd name="connsiteX140" fmla="*/ 4807902 w 11269336"/>
              <a:gd name="connsiteY140" fmla="*/ 2138894 h 2323145"/>
              <a:gd name="connsiteX141" fmla="*/ 4765388 w 11269336"/>
              <a:gd name="connsiteY141" fmla="*/ 2162525 h 2323145"/>
              <a:gd name="connsiteX142" fmla="*/ 4745033 w 11269336"/>
              <a:gd name="connsiteY142" fmla="*/ 2158859 h 2323145"/>
              <a:gd name="connsiteX143" fmla="*/ 4741475 w 11269336"/>
              <a:gd name="connsiteY143" fmla="*/ 2157998 h 2323145"/>
              <a:gd name="connsiteX144" fmla="*/ 4728247 w 11269336"/>
              <a:gd name="connsiteY144" fmla="*/ 2159526 h 2323145"/>
              <a:gd name="connsiteX145" fmla="*/ 4723263 w 11269336"/>
              <a:gd name="connsiteY145" fmla="*/ 2153742 h 2323145"/>
              <a:gd name="connsiteX146" fmla="*/ 4702453 w 11269336"/>
              <a:gd name="connsiteY146" fmla="*/ 2151586 h 2323145"/>
              <a:gd name="connsiteX147" fmla="*/ 4678455 w 11269336"/>
              <a:gd name="connsiteY147" fmla="*/ 2156131 h 2323145"/>
              <a:gd name="connsiteX148" fmla="*/ 4593061 w 11269336"/>
              <a:gd name="connsiteY148" fmla="*/ 2171597 h 2323145"/>
              <a:gd name="connsiteX149" fmla="*/ 4579902 w 11269336"/>
              <a:gd name="connsiteY149" fmla="*/ 2177927 h 2323145"/>
              <a:gd name="connsiteX150" fmla="*/ 4533444 w 11269336"/>
              <a:gd name="connsiteY150" fmla="*/ 2181200 h 2323145"/>
              <a:gd name="connsiteX151" fmla="*/ 4492832 w 11269336"/>
              <a:gd name="connsiteY151" fmla="*/ 2188033 h 2323145"/>
              <a:gd name="connsiteX152" fmla="*/ 4467257 w 11269336"/>
              <a:gd name="connsiteY152" fmla="*/ 2196121 h 2323145"/>
              <a:gd name="connsiteX153" fmla="*/ 4459937 w 11269336"/>
              <a:gd name="connsiteY153" fmla="*/ 2195182 h 2323145"/>
              <a:gd name="connsiteX154" fmla="*/ 4433312 w 11269336"/>
              <a:gd name="connsiteY154" fmla="*/ 2199004 h 2323145"/>
              <a:gd name="connsiteX155" fmla="*/ 4420601 w 11269336"/>
              <a:gd name="connsiteY155" fmla="*/ 2205158 h 2323145"/>
              <a:gd name="connsiteX156" fmla="*/ 4405765 w 11269336"/>
              <a:gd name="connsiteY156" fmla="*/ 2199902 h 2323145"/>
              <a:gd name="connsiteX157" fmla="*/ 4401354 w 11269336"/>
              <a:gd name="connsiteY157" fmla="*/ 2194745 h 2323145"/>
              <a:gd name="connsiteX158" fmla="*/ 4383151 w 11269336"/>
              <a:gd name="connsiteY158" fmla="*/ 2201140 h 2323145"/>
              <a:gd name="connsiteX159" fmla="*/ 4366646 w 11269336"/>
              <a:gd name="connsiteY159" fmla="*/ 2198564 h 2323145"/>
              <a:gd name="connsiteX160" fmla="*/ 4354009 w 11269336"/>
              <a:gd name="connsiteY160" fmla="*/ 2204984 h 2323145"/>
              <a:gd name="connsiteX161" fmla="*/ 4348284 w 11269336"/>
              <a:gd name="connsiteY161" fmla="*/ 2205270 h 2323145"/>
              <a:gd name="connsiteX162" fmla="*/ 4333906 w 11269336"/>
              <a:gd name="connsiteY162" fmla="*/ 2205251 h 2323145"/>
              <a:gd name="connsiteX163" fmla="*/ 4308819 w 11269336"/>
              <a:gd name="connsiteY163" fmla="*/ 2203822 h 2323145"/>
              <a:gd name="connsiteX164" fmla="*/ 4301210 w 11269336"/>
              <a:gd name="connsiteY164" fmla="*/ 2204456 h 2323145"/>
              <a:gd name="connsiteX165" fmla="*/ 4283095 w 11269336"/>
              <a:gd name="connsiteY165" fmla="*/ 2198177 h 2323145"/>
              <a:gd name="connsiteX166" fmla="*/ 4250119 w 11269336"/>
              <a:gd name="connsiteY166" fmla="*/ 2196342 h 2323145"/>
              <a:gd name="connsiteX167" fmla="*/ 4189203 w 11269336"/>
              <a:gd name="connsiteY167" fmla="*/ 2178994 h 2323145"/>
              <a:gd name="connsiteX168" fmla="*/ 4154035 w 11269336"/>
              <a:gd name="connsiteY168" fmla="*/ 2171950 h 2323145"/>
              <a:gd name="connsiteX169" fmla="*/ 4129569 w 11269336"/>
              <a:gd name="connsiteY169" fmla="*/ 2163850 h 2323145"/>
              <a:gd name="connsiteX170" fmla="*/ 4061250 w 11269336"/>
              <a:gd name="connsiteY170" fmla="*/ 2159236 h 2323145"/>
              <a:gd name="connsiteX171" fmla="*/ 3945480 w 11269336"/>
              <a:gd name="connsiteY171" fmla="*/ 2158279 h 2323145"/>
              <a:gd name="connsiteX172" fmla="*/ 3921468 w 11269336"/>
              <a:gd name="connsiteY172" fmla="*/ 2156588 h 2323145"/>
              <a:gd name="connsiteX173" fmla="*/ 3903348 w 11269336"/>
              <a:gd name="connsiteY173" fmla="*/ 2149220 h 2323145"/>
              <a:gd name="connsiteX174" fmla="*/ 3901342 w 11269336"/>
              <a:gd name="connsiteY174" fmla="*/ 2142355 h 2323145"/>
              <a:gd name="connsiteX175" fmla="*/ 3888539 w 11269336"/>
              <a:gd name="connsiteY175" fmla="*/ 2140476 h 2323145"/>
              <a:gd name="connsiteX176" fmla="*/ 3885662 w 11269336"/>
              <a:gd name="connsiteY176" fmla="*/ 2138740 h 2323145"/>
              <a:gd name="connsiteX177" fmla="*/ 3868627 w 11269336"/>
              <a:gd name="connsiteY177" fmla="*/ 2130023 h 2323145"/>
              <a:gd name="connsiteX178" fmla="*/ 3819177 w 11269336"/>
              <a:gd name="connsiteY178" fmla="*/ 2142111 h 2323145"/>
              <a:gd name="connsiteX179" fmla="*/ 3769100 w 11269336"/>
              <a:gd name="connsiteY179" fmla="*/ 2131731 h 2323145"/>
              <a:gd name="connsiteX180" fmla="*/ 3562752 w 11269336"/>
              <a:gd name="connsiteY180" fmla="*/ 2131785 h 2323145"/>
              <a:gd name="connsiteX181" fmla="*/ 3541402 w 11269336"/>
              <a:gd name="connsiteY181" fmla="*/ 2106821 h 2323145"/>
              <a:gd name="connsiteX182" fmla="*/ 3365341 w 11269336"/>
              <a:gd name="connsiteY182" fmla="*/ 2077638 h 2323145"/>
              <a:gd name="connsiteX183" fmla="*/ 3170922 w 11269336"/>
              <a:gd name="connsiteY183" fmla="*/ 2115957 h 2323145"/>
              <a:gd name="connsiteX184" fmla="*/ 3156256 w 11269336"/>
              <a:gd name="connsiteY184" fmla="*/ 2124773 h 2323145"/>
              <a:gd name="connsiteX185" fmla="*/ 3140298 w 11269336"/>
              <a:gd name="connsiteY185" fmla="*/ 2129182 h 2323145"/>
              <a:gd name="connsiteX186" fmla="*/ 3138514 w 11269336"/>
              <a:gd name="connsiteY186" fmla="*/ 2128069 h 2323145"/>
              <a:gd name="connsiteX187" fmla="*/ 3120467 w 11269336"/>
              <a:gd name="connsiteY187" fmla="*/ 2128281 h 2323145"/>
              <a:gd name="connsiteX188" fmla="*/ 3116175 w 11269336"/>
              <a:gd name="connsiteY188" fmla="*/ 2131633 h 2323145"/>
              <a:gd name="connsiteX189" fmla="*/ 3103685 w 11269336"/>
              <a:gd name="connsiteY189" fmla="*/ 2132814 h 2323145"/>
              <a:gd name="connsiteX190" fmla="*/ 3078794 w 11269336"/>
              <a:gd name="connsiteY190" fmla="*/ 2137935 h 2323145"/>
              <a:gd name="connsiteX191" fmla="*/ 3074407 w 11269336"/>
              <a:gd name="connsiteY191" fmla="*/ 2136274 h 2323145"/>
              <a:gd name="connsiteX192" fmla="*/ 3037285 w 11269336"/>
              <a:gd name="connsiteY192" fmla="*/ 2139919 h 2323145"/>
              <a:gd name="connsiteX193" fmla="*/ 3036901 w 11269336"/>
              <a:gd name="connsiteY193" fmla="*/ 2138726 h 2323145"/>
              <a:gd name="connsiteX194" fmla="*/ 3026996 w 11269336"/>
              <a:gd name="connsiteY194" fmla="*/ 2134322 h 2323145"/>
              <a:gd name="connsiteX195" fmla="*/ 3007772 w 11269336"/>
              <a:gd name="connsiteY195" fmla="*/ 2128742 h 2323145"/>
              <a:gd name="connsiteX196" fmla="*/ 2965030 w 11269336"/>
              <a:gd name="connsiteY196" fmla="*/ 2100494 h 2323145"/>
              <a:gd name="connsiteX197" fmla="*/ 2926342 w 11269336"/>
              <a:gd name="connsiteY197" fmla="*/ 2104155 h 2323145"/>
              <a:gd name="connsiteX198" fmla="*/ 2918608 w 11269336"/>
              <a:gd name="connsiteY198" fmla="*/ 2104215 h 2323145"/>
              <a:gd name="connsiteX199" fmla="*/ 2918475 w 11269336"/>
              <a:gd name="connsiteY199" fmla="*/ 2103937 h 2323145"/>
              <a:gd name="connsiteX200" fmla="*/ 2910360 w 11269336"/>
              <a:gd name="connsiteY200" fmla="*/ 2103444 h 2323145"/>
              <a:gd name="connsiteX201" fmla="*/ 2904507 w 11269336"/>
              <a:gd name="connsiteY201" fmla="*/ 2104326 h 2323145"/>
              <a:gd name="connsiteX202" fmla="*/ 2889503 w 11269336"/>
              <a:gd name="connsiteY202" fmla="*/ 2104443 h 2323145"/>
              <a:gd name="connsiteX203" fmla="*/ 2884480 w 11269336"/>
              <a:gd name="connsiteY203" fmla="*/ 2102626 h 2323145"/>
              <a:gd name="connsiteX204" fmla="*/ 2882689 w 11269336"/>
              <a:gd name="connsiteY204" fmla="*/ 2099228 h 2323145"/>
              <a:gd name="connsiteX205" fmla="*/ 2881291 w 11269336"/>
              <a:gd name="connsiteY205" fmla="*/ 2099618 h 2323145"/>
              <a:gd name="connsiteX206" fmla="*/ 2853979 w 11269336"/>
              <a:gd name="connsiteY206" fmla="*/ 2090388 h 2323145"/>
              <a:gd name="connsiteX207" fmla="*/ 2791790 w 11269336"/>
              <a:gd name="connsiteY207" fmla="*/ 2080332 h 2323145"/>
              <a:gd name="connsiteX208" fmla="*/ 2755844 w 11269336"/>
              <a:gd name="connsiteY208" fmla="*/ 2078874 h 2323145"/>
              <a:gd name="connsiteX209" fmla="*/ 2657742 w 11269336"/>
              <a:gd name="connsiteY209" fmla="*/ 2070179 h 2323145"/>
              <a:gd name="connsiteX210" fmla="*/ 2559549 w 11269336"/>
              <a:gd name="connsiteY210" fmla="*/ 2057873 h 2323145"/>
              <a:gd name="connsiteX211" fmla="*/ 2512054 w 11269336"/>
              <a:gd name="connsiteY211" fmla="*/ 2031671 h 2323145"/>
              <a:gd name="connsiteX212" fmla="*/ 2506437 w 11269336"/>
              <a:gd name="connsiteY212" fmla="*/ 2030918 h 2323145"/>
              <a:gd name="connsiteX213" fmla="*/ 2491752 w 11269336"/>
              <a:gd name="connsiteY213" fmla="*/ 2033906 h 2323145"/>
              <a:gd name="connsiteX214" fmla="*/ 2486338 w 11269336"/>
              <a:gd name="connsiteY214" fmla="*/ 2035862 h 2323145"/>
              <a:gd name="connsiteX215" fmla="*/ 2478186 w 11269336"/>
              <a:gd name="connsiteY215" fmla="*/ 2036953 h 2323145"/>
              <a:gd name="connsiteX216" fmla="*/ 2477950 w 11269336"/>
              <a:gd name="connsiteY216" fmla="*/ 2036715 h 2323145"/>
              <a:gd name="connsiteX217" fmla="*/ 2470381 w 11269336"/>
              <a:gd name="connsiteY217" fmla="*/ 2038256 h 2323145"/>
              <a:gd name="connsiteX218" fmla="*/ 2433781 w 11269336"/>
              <a:gd name="connsiteY218" fmla="*/ 2049140 h 2323145"/>
              <a:gd name="connsiteX219" fmla="*/ 2381172 w 11269336"/>
              <a:gd name="connsiteY219" fmla="*/ 2030645 h 2323145"/>
              <a:gd name="connsiteX220" fmla="*/ 2360198 w 11269336"/>
              <a:gd name="connsiteY220" fmla="*/ 2029059 h 2323145"/>
              <a:gd name="connsiteX221" fmla="*/ 2348815 w 11269336"/>
              <a:gd name="connsiteY221" fmla="*/ 2026798 h 2323145"/>
              <a:gd name="connsiteX222" fmla="*/ 2347988 w 11269336"/>
              <a:gd name="connsiteY222" fmla="*/ 2025745 h 2323145"/>
              <a:gd name="connsiteX223" fmla="*/ 2312920 w 11269336"/>
              <a:gd name="connsiteY223" fmla="*/ 2036311 h 2323145"/>
              <a:gd name="connsiteX224" fmla="*/ 2307986 w 11269336"/>
              <a:gd name="connsiteY224" fmla="*/ 2035583 h 2323145"/>
              <a:gd name="connsiteX225" fmla="*/ 2285481 w 11269336"/>
              <a:gd name="connsiteY225" fmla="*/ 2045197 h 2323145"/>
              <a:gd name="connsiteX226" fmla="*/ 2273666 w 11269336"/>
              <a:gd name="connsiteY226" fmla="*/ 2048710 h 2323145"/>
              <a:gd name="connsiteX227" fmla="*/ 2270719 w 11269336"/>
              <a:gd name="connsiteY227" fmla="*/ 2052702 h 2323145"/>
              <a:gd name="connsiteX228" fmla="*/ 2253080 w 11269336"/>
              <a:gd name="connsiteY228" fmla="*/ 2056363 h 2323145"/>
              <a:gd name="connsiteX229" fmla="*/ 2250906 w 11269336"/>
              <a:gd name="connsiteY229" fmla="*/ 2055654 h 2323145"/>
              <a:gd name="connsiteX230" fmla="*/ 2236905 w 11269336"/>
              <a:gd name="connsiteY230" fmla="*/ 2062882 h 2323145"/>
              <a:gd name="connsiteX231" fmla="*/ 2225830 w 11269336"/>
              <a:gd name="connsiteY231" fmla="*/ 2074027 h 2323145"/>
              <a:gd name="connsiteX232" fmla="*/ 2073776 w 11269336"/>
              <a:gd name="connsiteY232" fmla="*/ 2089244 h 2323145"/>
              <a:gd name="connsiteX233" fmla="*/ 1948256 w 11269336"/>
              <a:gd name="connsiteY233" fmla="*/ 2146616 h 2323145"/>
              <a:gd name="connsiteX234" fmla="*/ 1865582 w 11269336"/>
              <a:gd name="connsiteY234" fmla="*/ 2153738 h 2323145"/>
              <a:gd name="connsiteX235" fmla="*/ 1835210 w 11269336"/>
              <a:gd name="connsiteY235" fmla="*/ 2134244 h 2323145"/>
              <a:gd name="connsiteX236" fmla="*/ 1632661 w 11269336"/>
              <a:gd name="connsiteY236" fmla="*/ 2173882 h 2323145"/>
              <a:gd name="connsiteX237" fmla="*/ 1579590 w 11269336"/>
              <a:gd name="connsiteY237" fmla="*/ 2173680 h 2323145"/>
              <a:gd name="connsiteX238" fmla="*/ 1535601 w 11269336"/>
              <a:gd name="connsiteY238" fmla="*/ 2194590 h 2323145"/>
              <a:gd name="connsiteX239" fmla="*/ 1515594 w 11269336"/>
              <a:gd name="connsiteY239" fmla="*/ 2189622 h 2323145"/>
              <a:gd name="connsiteX240" fmla="*/ 1512113 w 11269336"/>
              <a:gd name="connsiteY240" fmla="*/ 2188534 h 2323145"/>
              <a:gd name="connsiteX241" fmla="*/ 1498838 w 11269336"/>
              <a:gd name="connsiteY241" fmla="*/ 2189213 h 2323145"/>
              <a:gd name="connsiteX242" fmla="*/ 1494279 w 11269336"/>
              <a:gd name="connsiteY242" fmla="*/ 2183112 h 2323145"/>
              <a:gd name="connsiteX243" fmla="*/ 1473714 w 11269336"/>
              <a:gd name="connsiteY243" fmla="*/ 2179625 h 2323145"/>
              <a:gd name="connsiteX244" fmla="*/ 1449503 w 11269336"/>
              <a:gd name="connsiteY244" fmla="*/ 2182633 h 2323145"/>
              <a:gd name="connsiteX245" fmla="*/ 1266687 w 11269336"/>
              <a:gd name="connsiteY245" fmla="*/ 2212688 h 2323145"/>
              <a:gd name="connsiteX246" fmla="*/ 1239614 w 11269336"/>
              <a:gd name="connsiteY246" fmla="*/ 2209727 h 2323145"/>
              <a:gd name="connsiteX247" fmla="*/ 1202436 w 11269336"/>
              <a:gd name="connsiteY247" fmla="*/ 2209817 h 2323145"/>
              <a:gd name="connsiteX248" fmla="*/ 1136097 w 11269336"/>
              <a:gd name="connsiteY248" fmla="*/ 2205112 h 2323145"/>
              <a:gd name="connsiteX249" fmla="*/ 988232 w 11269336"/>
              <a:gd name="connsiteY249" fmla="*/ 2235635 h 2323145"/>
              <a:gd name="connsiteX250" fmla="*/ 981959 w 11269336"/>
              <a:gd name="connsiteY250" fmla="*/ 2231607 h 2323145"/>
              <a:gd name="connsiteX251" fmla="*/ 938600 w 11269336"/>
              <a:gd name="connsiteY251" fmla="*/ 2238113 h 2323145"/>
              <a:gd name="connsiteX252" fmla="*/ 791788 w 11269336"/>
              <a:gd name="connsiteY252" fmla="*/ 2293224 h 2323145"/>
              <a:gd name="connsiteX253" fmla="*/ 706914 w 11269336"/>
              <a:gd name="connsiteY253" fmla="*/ 2305046 h 2323145"/>
              <a:gd name="connsiteX254" fmla="*/ 675971 w 11269336"/>
              <a:gd name="connsiteY254" fmla="*/ 2304030 h 2323145"/>
              <a:gd name="connsiteX255" fmla="*/ 624180 w 11269336"/>
              <a:gd name="connsiteY255" fmla="*/ 2302650 h 2323145"/>
              <a:gd name="connsiteX256" fmla="*/ 583453 w 11269336"/>
              <a:gd name="connsiteY256" fmla="*/ 2288788 h 2323145"/>
              <a:gd name="connsiteX257" fmla="*/ 540946 w 11269336"/>
              <a:gd name="connsiteY257" fmla="*/ 2292721 h 2323145"/>
              <a:gd name="connsiteX258" fmla="*/ 533680 w 11269336"/>
              <a:gd name="connsiteY258" fmla="*/ 2310233 h 2323145"/>
              <a:gd name="connsiteX259" fmla="*/ 487366 w 11269336"/>
              <a:gd name="connsiteY259" fmla="*/ 2309053 h 2323145"/>
              <a:gd name="connsiteX260" fmla="*/ 416820 w 11269336"/>
              <a:gd name="connsiteY260" fmla="*/ 2305443 h 2323145"/>
              <a:gd name="connsiteX261" fmla="*/ 376805 w 11269336"/>
              <a:gd name="connsiteY261" fmla="*/ 2307647 h 2323145"/>
              <a:gd name="connsiteX262" fmla="*/ 266777 w 11269336"/>
              <a:gd name="connsiteY262" fmla="*/ 2309012 h 2323145"/>
              <a:gd name="connsiteX263" fmla="*/ 156013 w 11269336"/>
              <a:gd name="connsiteY263" fmla="*/ 2306832 h 2323145"/>
              <a:gd name="connsiteX264" fmla="*/ 87258 w 11269336"/>
              <a:gd name="connsiteY264" fmla="*/ 2285511 h 2323145"/>
              <a:gd name="connsiteX265" fmla="*/ 23798 w 11269336"/>
              <a:gd name="connsiteY265" fmla="*/ 2281822 h 2323145"/>
              <a:gd name="connsiteX266" fmla="*/ 0 w 11269336"/>
              <a:gd name="connsiteY266" fmla="*/ 2285369 h 2323145"/>
              <a:gd name="connsiteX267" fmla="*/ 0 w 11269336"/>
              <a:gd name="connsiteY267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742561 w 11269336"/>
              <a:gd name="connsiteY18" fmla="*/ 500437 h 2323145"/>
              <a:gd name="connsiteX19" fmla="*/ 9380600 w 11269336"/>
              <a:gd name="connsiteY19" fmla="*/ 549821 h 2323145"/>
              <a:gd name="connsiteX20" fmla="*/ 9139429 w 11269336"/>
              <a:gd name="connsiteY20" fmla="*/ 696446 h 2323145"/>
              <a:gd name="connsiteX21" fmla="*/ 9114263 w 11269336"/>
              <a:gd name="connsiteY21" fmla="*/ 709213 h 2323145"/>
              <a:gd name="connsiteX22" fmla="*/ 9028928 w 11269336"/>
              <a:gd name="connsiteY22" fmla="*/ 745350 h 2323145"/>
              <a:gd name="connsiteX23" fmla="*/ 8977138 w 11269336"/>
              <a:gd name="connsiteY23" fmla="*/ 774970 h 2323145"/>
              <a:gd name="connsiteX24" fmla="*/ 8947030 w 11269336"/>
              <a:gd name="connsiteY24" fmla="*/ 814934 h 2323145"/>
              <a:gd name="connsiteX25" fmla="*/ 8914746 w 11269336"/>
              <a:gd name="connsiteY25" fmla="*/ 826428 h 2323145"/>
              <a:gd name="connsiteX26" fmla="*/ 8917778 w 11269336"/>
              <a:gd name="connsiteY26" fmla="*/ 835198 h 2323145"/>
              <a:gd name="connsiteX27" fmla="*/ 8905560 w 11269336"/>
              <a:gd name="connsiteY27" fmla="*/ 838358 h 2323145"/>
              <a:gd name="connsiteX28" fmla="*/ 8897564 w 11269336"/>
              <a:gd name="connsiteY28" fmla="*/ 834287 h 2323145"/>
              <a:gd name="connsiteX29" fmla="*/ 8878040 w 11269336"/>
              <a:gd name="connsiteY29" fmla="*/ 844150 h 2323145"/>
              <a:gd name="connsiteX30" fmla="*/ 8882654 w 11269336"/>
              <a:gd name="connsiteY30" fmla="*/ 892768 h 2323145"/>
              <a:gd name="connsiteX31" fmla="*/ 8795998 w 11269336"/>
              <a:gd name="connsiteY31" fmla="*/ 863337 h 2323145"/>
              <a:gd name="connsiteX32" fmla="*/ 8776970 w 11269336"/>
              <a:gd name="connsiteY32" fmla="*/ 885177 h 2323145"/>
              <a:gd name="connsiteX33" fmla="*/ 8755719 w 11269336"/>
              <a:gd name="connsiteY33" fmla="*/ 889754 h 2323145"/>
              <a:gd name="connsiteX34" fmla="*/ 8743257 w 11269336"/>
              <a:gd name="connsiteY34" fmla="*/ 904723 h 2323145"/>
              <a:gd name="connsiteX35" fmla="*/ 8721366 w 11269336"/>
              <a:gd name="connsiteY35" fmla="*/ 904711 h 2323145"/>
              <a:gd name="connsiteX36" fmla="*/ 8678353 w 11269336"/>
              <a:gd name="connsiteY36" fmla="*/ 926318 h 2323145"/>
              <a:gd name="connsiteX37" fmla="*/ 8636849 w 11269336"/>
              <a:gd name="connsiteY37" fmla="*/ 937900 h 2323145"/>
              <a:gd name="connsiteX38" fmla="*/ 8620213 w 11269336"/>
              <a:gd name="connsiteY38" fmla="*/ 943068 h 2323145"/>
              <a:gd name="connsiteX39" fmla="*/ 8612581 w 11269336"/>
              <a:gd name="connsiteY39" fmla="*/ 952695 h 2323145"/>
              <a:gd name="connsiteX40" fmla="*/ 8589038 w 11269336"/>
              <a:gd name="connsiteY40" fmla="*/ 963892 h 2323145"/>
              <a:gd name="connsiteX41" fmla="*/ 8579950 w 11269336"/>
              <a:gd name="connsiteY41" fmla="*/ 960899 h 2323145"/>
              <a:gd name="connsiteX42" fmla="*/ 8579319 w 11269336"/>
              <a:gd name="connsiteY42" fmla="*/ 965630 h 2323145"/>
              <a:gd name="connsiteX43" fmla="*/ 8547429 w 11269336"/>
              <a:gd name="connsiteY43" fmla="*/ 984506 h 2323145"/>
              <a:gd name="connsiteX44" fmla="*/ 8478704 w 11269336"/>
              <a:gd name="connsiteY44" fmla="*/ 1025490 h 2323145"/>
              <a:gd name="connsiteX45" fmla="*/ 8461421 w 11269336"/>
              <a:gd name="connsiteY45" fmla="*/ 1035512 h 2323145"/>
              <a:gd name="connsiteX46" fmla="*/ 8445003 w 11269336"/>
              <a:gd name="connsiteY46" fmla="*/ 1036851 h 2323145"/>
              <a:gd name="connsiteX47" fmla="*/ 8357350 w 11269336"/>
              <a:gd name="connsiteY47" fmla="*/ 1060213 h 2323145"/>
              <a:gd name="connsiteX48" fmla="*/ 8335565 w 11269336"/>
              <a:gd name="connsiteY48" fmla="*/ 1061151 h 2323145"/>
              <a:gd name="connsiteX49" fmla="*/ 8325267 w 11269336"/>
              <a:gd name="connsiteY49" fmla="*/ 1055919 h 2323145"/>
              <a:gd name="connsiteX50" fmla="*/ 8293586 w 11269336"/>
              <a:gd name="connsiteY50" fmla="*/ 1076144 h 2323145"/>
              <a:gd name="connsiteX51" fmla="*/ 8242405 w 11269336"/>
              <a:gd name="connsiteY51" fmla="*/ 1095960 h 2323145"/>
              <a:gd name="connsiteX52" fmla="*/ 8197391 w 11269336"/>
              <a:gd name="connsiteY52" fmla="*/ 1107746 h 2323145"/>
              <a:gd name="connsiteX53" fmla="*/ 8081474 w 11269336"/>
              <a:gd name="connsiteY53" fmla="*/ 1130125 h 2323145"/>
              <a:gd name="connsiteX54" fmla="*/ 8053585 w 11269336"/>
              <a:gd name="connsiteY54" fmla="*/ 1129169 h 2323145"/>
              <a:gd name="connsiteX55" fmla="*/ 8038422 w 11269336"/>
              <a:gd name="connsiteY55" fmla="*/ 1119092 h 2323145"/>
              <a:gd name="connsiteX56" fmla="*/ 8029450 w 11269336"/>
              <a:gd name="connsiteY56" fmla="*/ 1125592 h 2323145"/>
              <a:gd name="connsiteX57" fmla="*/ 7959552 w 11269336"/>
              <a:gd name="connsiteY57" fmla="*/ 1140188 h 2323145"/>
              <a:gd name="connsiteX58" fmla="*/ 7914188 w 11269336"/>
              <a:gd name="connsiteY58" fmla="*/ 1150862 h 2323145"/>
              <a:gd name="connsiteX59" fmla="*/ 7914918 w 11269336"/>
              <a:gd name="connsiteY59" fmla="*/ 1168758 h 2323145"/>
              <a:gd name="connsiteX60" fmla="*/ 7875510 w 11269336"/>
              <a:gd name="connsiteY60" fmla="*/ 1183153 h 2323145"/>
              <a:gd name="connsiteX61" fmla="*/ 7829932 w 11269336"/>
              <a:gd name="connsiteY61" fmla="*/ 1180782 h 2323145"/>
              <a:gd name="connsiteX62" fmla="*/ 7779182 w 11269336"/>
              <a:gd name="connsiteY62" fmla="*/ 1192665 h 2323145"/>
              <a:gd name="connsiteX63" fmla="*/ 7748774 w 11269336"/>
              <a:gd name="connsiteY63" fmla="*/ 1199586 h 2323145"/>
              <a:gd name="connsiteX64" fmla="*/ 7671846 w 11269336"/>
              <a:gd name="connsiteY64" fmla="*/ 1231966 h 2323145"/>
              <a:gd name="connsiteX65" fmla="*/ 7554146 w 11269336"/>
              <a:gd name="connsiteY65" fmla="*/ 1319748 h 2323145"/>
              <a:gd name="connsiteX66" fmla="*/ 7515052 w 11269336"/>
              <a:gd name="connsiteY66" fmla="*/ 1336718 h 2323145"/>
              <a:gd name="connsiteX67" fmla="*/ 7507193 w 11269336"/>
              <a:gd name="connsiteY67" fmla="*/ 1334617 h 2323145"/>
              <a:gd name="connsiteX68" fmla="*/ 7461694 w 11269336"/>
              <a:gd name="connsiteY68" fmla="*/ 1375866 h 2323145"/>
              <a:gd name="connsiteX69" fmla="*/ 7377571 w 11269336"/>
              <a:gd name="connsiteY69" fmla="*/ 1400128 h 2323145"/>
              <a:gd name="connsiteX70" fmla="*/ 7311261 w 11269336"/>
              <a:gd name="connsiteY70" fmla="*/ 1412652 h 2323145"/>
              <a:gd name="connsiteX71" fmla="*/ 7275307 w 11269336"/>
              <a:gd name="connsiteY71" fmla="*/ 1422171 h 2323145"/>
              <a:gd name="connsiteX72" fmla="*/ 7247783 w 11269336"/>
              <a:gd name="connsiteY72" fmla="*/ 1426330 h 2323145"/>
              <a:gd name="connsiteX73" fmla="*/ 7185047 w 11269336"/>
              <a:gd name="connsiteY73" fmla="*/ 1451812 h 2323145"/>
              <a:gd name="connsiteX74" fmla="*/ 7084117 w 11269336"/>
              <a:gd name="connsiteY74" fmla="*/ 1500281 h 2323145"/>
              <a:gd name="connsiteX75" fmla="*/ 7062011 w 11269336"/>
              <a:gd name="connsiteY75" fmla="*/ 1509183 h 2323145"/>
              <a:gd name="connsiteX76" fmla="*/ 7040555 w 11269336"/>
              <a:gd name="connsiteY76" fmla="*/ 1511207 h 2323145"/>
              <a:gd name="connsiteX77" fmla="*/ 7033438 w 11269336"/>
              <a:gd name="connsiteY77" fmla="*/ 1506772 h 2323145"/>
              <a:gd name="connsiteX78" fmla="*/ 7020886 w 11269336"/>
              <a:gd name="connsiteY78" fmla="*/ 1510764 h 2323145"/>
              <a:gd name="connsiteX79" fmla="*/ 7017033 w 11269336"/>
              <a:gd name="connsiteY79" fmla="*/ 1510650 h 2323145"/>
              <a:gd name="connsiteX80" fmla="*/ 6995460 w 11269336"/>
              <a:gd name="connsiteY80" fmla="*/ 1511173 h 2323145"/>
              <a:gd name="connsiteX81" fmla="*/ 6962144 w 11269336"/>
              <a:gd name="connsiteY81" fmla="*/ 1541508 h 2323145"/>
              <a:gd name="connsiteX82" fmla="*/ 6910674 w 11269336"/>
              <a:gd name="connsiteY82" fmla="*/ 1554793 h 2323145"/>
              <a:gd name="connsiteX83" fmla="*/ 6732152 w 11269336"/>
              <a:gd name="connsiteY83" fmla="*/ 1642538 h 2323145"/>
              <a:gd name="connsiteX84" fmla="*/ 6694106 w 11269336"/>
              <a:gd name="connsiteY84" fmla="*/ 1632377 h 2323145"/>
              <a:gd name="connsiteX85" fmla="*/ 6617223 w 11269336"/>
              <a:gd name="connsiteY85" fmla="*/ 1659889 h 2323145"/>
              <a:gd name="connsiteX86" fmla="*/ 6521138 w 11269336"/>
              <a:gd name="connsiteY86" fmla="*/ 1744340 h 2323145"/>
              <a:gd name="connsiteX87" fmla="*/ 6380677 w 11269336"/>
              <a:gd name="connsiteY87" fmla="*/ 1796883 h 2323145"/>
              <a:gd name="connsiteX88" fmla="*/ 6374897 w 11269336"/>
              <a:gd name="connsiteY88" fmla="*/ 1809910 h 2323145"/>
              <a:gd name="connsiteX89" fmla="*/ 6364545 w 11269336"/>
              <a:gd name="connsiteY89" fmla="*/ 1820090 h 2323145"/>
              <a:gd name="connsiteX90" fmla="*/ 6362126 w 11269336"/>
              <a:gd name="connsiteY90" fmla="*/ 1819991 h 2323145"/>
              <a:gd name="connsiteX91" fmla="*/ 6346673 w 11269336"/>
              <a:gd name="connsiteY91" fmla="*/ 1827824 h 2323145"/>
              <a:gd name="connsiteX92" fmla="*/ 6345588 w 11269336"/>
              <a:gd name="connsiteY92" fmla="*/ 1832232 h 2323145"/>
              <a:gd name="connsiteX93" fmla="*/ 6335708 w 11269336"/>
              <a:gd name="connsiteY93" fmla="*/ 1838451 h 2323145"/>
              <a:gd name="connsiteX94" fmla="*/ 6318182 w 11269336"/>
              <a:gd name="connsiteY94" fmla="*/ 1852975 h 2323145"/>
              <a:gd name="connsiteX95" fmla="*/ 6313084 w 11269336"/>
              <a:gd name="connsiteY95" fmla="*/ 1853561 h 2323145"/>
              <a:gd name="connsiteX96" fmla="*/ 6283816 w 11269336"/>
              <a:gd name="connsiteY96" fmla="*/ 1872148 h 2323145"/>
              <a:gd name="connsiteX97" fmla="*/ 6282550 w 11269336"/>
              <a:gd name="connsiteY97" fmla="*/ 1871392 h 2323145"/>
              <a:gd name="connsiteX98" fmla="*/ 6270527 w 11269336"/>
              <a:gd name="connsiteY98" fmla="*/ 1872208 h 2323145"/>
              <a:gd name="connsiteX99" fmla="*/ 6249518 w 11269336"/>
              <a:gd name="connsiteY99" fmla="*/ 1876079 h 2323145"/>
              <a:gd name="connsiteX100" fmla="*/ 6190386 w 11269336"/>
              <a:gd name="connsiteY100" fmla="*/ 1872478 h 2323145"/>
              <a:gd name="connsiteX101" fmla="*/ 6159777 w 11269336"/>
              <a:gd name="connsiteY101" fmla="*/ 1891745 h 2323145"/>
              <a:gd name="connsiteX102" fmla="*/ 6153131 w 11269336"/>
              <a:gd name="connsiteY102" fmla="*/ 1895079 h 2323145"/>
              <a:gd name="connsiteX103" fmla="*/ 6152798 w 11269336"/>
              <a:gd name="connsiteY103" fmla="*/ 1894920 h 2323145"/>
              <a:gd name="connsiteX104" fmla="*/ 6145388 w 11269336"/>
              <a:gd name="connsiteY104" fmla="*/ 1897990 h 2323145"/>
              <a:gd name="connsiteX105" fmla="*/ 6141014 w 11269336"/>
              <a:gd name="connsiteY105" fmla="*/ 1901155 h 2323145"/>
              <a:gd name="connsiteX106" fmla="*/ 6128122 w 11269336"/>
              <a:gd name="connsiteY106" fmla="*/ 1907623 h 2323145"/>
              <a:gd name="connsiteX107" fmla="*/ 6122351 w 11269336"/>
              <a:gd name="connsiteY107" fmla="*/ 1908359 h 2323145"/>
              <a:gd name="connsiteX108" fmla="*/ 6064750 w 11269336"/>
              <a:gd name="connsiteY108" fmla="*/ 1896394 h 2323145"/>
              <a:gd name="connsiteX109" fmla="*/ 5964230 w 11269336"/>
              <a:gd name="connsiteY109" fmla="*/ 1910038 h 2323145"/>
              <a:gd name="connsiteX110" fmla="*/ 5865399 w 11269336"/>
              <a:gd name="connsiteY110" fmla="*/ 1926966 h 2323145"/>
              <a:gd name="connsiteX111" fmla="*/ 5829951 w 11269336"/>
              <a:gd name="connsiteY111" fmla="*/ 1934755 h 2323145"/>
              <a:gd name="connsiteX112" fmla="*/ 5765285 w 11269336"/>
              <a:gd name="connsiteY112" fmla="*/ 1941322 h 2323145"/>
              <a:gd name="connsiteX113" fmla="*/ 5734750 w 11269336"/>
              <a:gd name="connsiteY113" fmla="*/ 1939793 h 2323145"/>
              <a:gd name="connsiteX114" fmla="*/ 5733569 w 11269336"/>
              <a:gd name="connsiteY114" fmla="*/ 1940505 h 2323145"/>
              <a:gd name="connsiteX115" fmla="*/ 5730329 w 11269336"/>
              <a:gd name="connsiteY115" fmla="*/ 1937845 h 2323145"/>
              <a:gd name="connsiteX116" fmla="*/ 5724661 w 11269336"/>
              <a:gd name="connsiteY116" fmla="*/ 1937455 h 2323145"/>
              <a:gd name="connsiteX117" fmla="*/ 5710186 w 11269336"/>
              <a:gd name="connsiteY117" fmla="*/ 1941370 h 2323145"/>
              <a:gd name="connsiteX118" fmla="*/ 5704910 w 11269336"/>
              <a:gd name="connsiteY118" fmla="*/ 1943663 h 2323145"/>
              <a:gd name="connsiteX119" fmla="*/ 5696836 w 11269336"/>
              <a:gd name="connsiteY119" fmla="*/ 1945271 h 2323145"/>
              <a:gd name="connsiteX120" fmla="*/ 5696583 w 11269336"/>
              <a:gd name="connsiteY120" fmla="*/ 1945050 h 2323145"/>
              <a:gd name="connsiteX121" fmla="*/ 5689123 w 11269336"/>
              <a:gd name="connsiteY121" fmla="*/ 1947067 h 2323145"/>
              <a:gd name="connsiteX122" fmla="*/ 5653291 w 11269336"/>
              <a:gd name="connsiteY122" fmla="*/ 1960245 h 2323145"/>
              <a:gd name="connsiteX123" fmla="*/ 5599385 w 11269336"/>
              <a:gd name="connsiteY123" fmla="*/ 1945198 h 2323145"/>
              <a:gd name="connsiteX124" fmla="*/ 5578300 w 11269336"/>
              <a:gd name="connsiteY124" fmla="*/ 1944963 h 2323145"/>
              <a:gd name="connsiteX125" fmla="*/ 5566758 w 11269336"/>
              <a:gd name="connsiteY125" fmla="*/ 1943441 h 2323145"/>
              <a:gd name="connsiteX126" fmla="*/ 5565857 w 11269336"/>
              <a:gd name="connsiteY126" fmla="*/ 1942445 h 2323145"/>
              <a:gd name="connsiteX127" fmla="*/ 5531534 w 11269336"/>
              <a:gd name="connsiteY127" fmla="*/ 1955208 h 2323145"/>
              <a:gd name="connsiteX128" fmla="*/ 5526552 w 11269336"/>
              <a:gd name="connsiteY128" fmla="*/ 1954799 h 2323145"/>
              <a:gd name="connsiteX129" fmla="*/ 5504723 w 11269336"/>
              <a:gd name="connsiteY129" fmla="*/ 1965811 h 2323145"/>
              <a:gd name="connsiteX130" fmla="*/ 5493156 w 11269336"/>
              <a:gd name="connsiteY130" fmla="*/ 1970063 h 2323145"/>
              <a:gd name="connsiteX131" fmla="*/ 5490486 w 11269336"/>
              <a:gd name="connsiteY131" fmla="*/ 1974227 h 2323145"/>
              <a:gd name="connsiteX132" fmla="*/ 5473107 w 11269336"/>
              <a:gd name="connsiteY132" fmla="*/ 1979001 h 2323145"/>
              <a:gd name="connsiteX133" fmla="*/ 5470885 w 11269336"/>
              <a:gd name="connsiteY133" fmla="*/ 1978432 h 2323145"/>
              <a:gd name="connsiteX134" fmla="*/ 5457393 w 11269336"/>
              <a:gd name="connsiteY134" fmla="*/ 1986525 h 2323145"/>
              <a:gd name="connsiteX135" fmla="*/ 5447102 w 11269336"/>
              <a:gd name="connsiteY135" fmla="*/ 1998329 h 2323145"/>
              <a:gd name="connsiteX136" fmla="*/ 5159151 w 11269336"/>
              <a:gd name="connsiteY136" fmla="*/ 2029640 h 2323145"/>
              <a:gd name="connsiteX137" fmla="*/ 5041688 w 11269336"/>
              <a:gd name="connsiteY137" fmla="*/ 2022334 h 2323145"/>
              <a:gd name="connsiteX138" fmla="*/ 4860988 w 11269336"/>
              <a:gd name="connsiteY138" fmla="*/ 2135698 h 2323145"/>
              <a:gd name="connsiteX139" fmla="*/ 4807902 w 11269336"/>
              <a:gd name="connsiteY139" fmla="*/ 2138894 h 2323145"/>
              <a:gd name="connsiteX140" fmla="*/ 4765388 w 11269336"/>
              <a:gd name="connsiteY140" fmla="*/ 2162525 h 2323145"/>
              <a:gd name="connsiteX141" fmla="*/ 4745033 w 11269336"/>
              <a:gd name="connsiteY141" fmla="*/ 2158859 h 2323145"/>
              <a:gd name="connsiteX142" fmla="*/ 4741475 w 11269336"/>
              <a:gd name="connsiteY142" fmla="*/ 2157998 h 2323145"/>
              <a:gd name="connsiteX143" fmla="*/ 4728247 w 11269336"/>
              <a:gd name="connsiteY143" fmla="*/ 2159526 h 2323145"/>
              <a:gd name="connsiteX144" fmla="*/ 4723263 w 11269336"/>
              <a:gd name="connsiteY144" fmla="*/ 2153742 h 2323145"/>
              <a:gd name="connsiteX145" fmla="*/ 4702453 w 11269336"/>
              <a:gd name="connsiteY145" fmla="*/ 2151586 h 2323145"/>
              <a:gd name="connsiteX146" fmla="*/ 4678455 w 11269336"/>
              <a:gd name="connsiteY146" fmla="*/ 2156131 h 2323145"/>
              <a:gd name="connsiteX147" fmla="*/ 4593061 w 11269336"/>
              <a:gd name="connsiteY147" fmla="*/ 2171597 h 2323145"/>
              <a:gd name="connsiteX148" fmla="*/ 4579902 w 11269336"/>
              <a:gd name="connsiteY148" fmla="*/ 2177927 h 2323145"/>
              <a:gd name="connsiteX149" fmla="*/ 4533444 w 11269336"/>
              <a:gd name="connsiteY149" fmla="*/ 2181200 h 2323145"/>
              <a:gd name="connsiteX150" fmla="*/ 4492832 w 11269336"/>
              <a:gd name="connsiteY150" fmla="*/ 2188033 h 2323145"/>
              <a:gd name="connsiteX151" fmla="*/ 4467257 w 11269336"/>
              <a:gd name="connsiteY151" fmla="*/ 2196121 h 2323145"/>
              <a:gd name="connsiteX152" fmla="*/ 4459937 w 11269336"/>
              <a:gd name="connsiteY152" fmla="*/ 2195182 h 2323145"/>
              <a:gd name="connsiteX153" fmla="*/ 4433312 w 11269336"/>
              <a:gd name="connsiteY153" fmla="*/ 2199004 h 2323145"/>
              <a:gd name="connsiteX154" fmla="*/ 4420601 w 11269336"/>
              <a:gd name="connsiteY154" fmla="*/ 2205158 h 2323145"/>
              <a:gd name="connsiteX155" fmla="*/ 4405765 w 11269336"/>
              <a:gd name="connsiteY155" fmla="*/ 2199902 h 2323145"/>
              <a:gd name="connsiteX156" fmla="*/ 4401354 w 11269336"/>
              <a:gd name="connsiteY156" fmla="*/ 2194745 h 2323145"/>
              <a:gd name="connsiteX157" fmla="*/ 4383151 w 11269336"/>
              <a:gd name="connsiteY157" fmla="*/ 2201140 h 2323145"/>
              <a:gd name="connsiteX158" fmla="*/ 4366646 w 11269336"/>
              <a:gd name="connsiteY158" fmla="*/ 2198564 h 2323145"/>
              <a:gd name="connsiteX159" fmla="*/ 4354009 w 11269336"/>
              <a:gd name="connsiteY159" fmla="*/ 2204984 h 2323145"/>
              <a:gd name="connsiteX160" fmla="*/ 4348284 w 11269336"/>
              <a:gd name="connsiteY160" fmla="*/ 2205270 h 2323145"/>
              <a:gd name="connsiteX161" fmla="*/ 4333906 w 11269336"/>
              <a:gd name="connsiteY161" fmla="*/ 2205251 h 2323145"/>
              <a:gd name="connsiteX162" fmla="*/ 4308819 w 11269336"/>
              <a:gd name="connsiteY162" fmla="*/ 2203822 h 2323145"/>
              <a:gd name="connsiteX163" fmla="*/ 4301210 w 11269336"/>
              <a:gd name="connsiteY163" fmla="*/ 2204456 h 2323145"/>
              <a:gd name="connsiteX164" fmla="*/ 4283095 w 11269336"/>
              <a:gd name="connsiteY164" fmla="*/ 2198177 h 2323145"/>
              <a:gd name="connsiteX165" fmla="*/ 4250119 w 11269336"/>
              <a:gd name="connsiteY165" fmla="*/ 2196342 h 2323145"/>
              <a:gd name="connsiteX166" fmla="*/ 4189203 w 11269336"/>
              <a:gd name="connsiteY166" fmla="*/ 2178994 h 2323145"/>
              <a:gd name="connsiteX167" fmla="*/ 4154035 w 11269336"/>
              <a:gd name="connsiteY167" fmla="*/ 2171950 h 2323145"/>
              <a:gd name="connsiteX168" fmla="*/ 4129569 w 11269336"/>
              <a:gd name="connsiteY168" fmla="*/ 2163850 h 2323145"/>
              <a:gd name="connsiteX169" fmla="*/ 4061250 w 11269336"/>
              <a:gd name="connsiteY169" fmla="*/ 2159236 h 2323145"/>
              <a:gd name="connsiteX170" fmla="*/ 3945480 w 11269336"/>
              <a:gd name="connsiteY170" fmla="*/ 2158279 h 2323145"/>
              <a:gd name="connsiteX171" fmla="*/ 3921468 w 11269336"/>
              <a:gd name="connsiteY171" fmla="*/ 2156588 h 2323145"/>
              <a:gd name="connsiteX172" fmla="*/ 3903348 w 11269336"/>
              <a:gd name="connsiteY172" fmla="*/ 2149220 h 2323145"/>
              <a:gd name="connsiteX173" fmla="*/ 3901342 w 11269336"/>
              <a:gd name="connsiteY173" fmla="*/ 2142355 h 2323145"/>
              <a:gd name="connsiteX174" fmla="*/ 3888539 w 11269336"/>
              <a:gd name="connsiteY174" fmla="*/ 2140476 h 2323145"/>
              <a:gd name="connsiteX175" fmla="*/ 3885662 w 11269336"/>
              <a:gd name="connsiteY175" fmla="*/ 2138740 h 2323145"/>
              <a:gd name="connsiteX176" fmla="*/ 3868627 w 11269336"/>
              <a:gd name="connsiteY176" fmla="*/ 2130023 h 2323145"/>
              <a:gd name="connsiteX177" fmla="*/ 3819177 w 11269336"/>
              <a:gd name="connsiteY177" fmla="*/ 2142111 h 2323145"/>
              <a:gd name="connsiteX178" fmla="*/ 3769100 w 11269336"/>
              <a:gd name="connsiteY178" fmla="*/ 2131731 h 2323145"/>
              <a:gd name="connsiteX179" fmla="*/ 3562752 w 11269336"/>
              <a:gd name="connsiteY179" fmla="*/ 2131785 h 2323145"/>
              <a:gd name="connsiteX180" fmla="*/ 3541402 w 11269336"/>
              <a:gd name="connsiteY180" fmla="*/ 2106821 h 2323145"/>
              <a:gd name="connsiteX181" fmla="*/ 3365341 w 11269336"/>
              <a:gd name="connsiteY181" fmla="*/ 2077638 h 2323145"/>
              <a:gd name="connsiteX182" fmla="*/ 3170922 w 11269336"/>
              <a:gd name="connsiteY182" fmla="*/ 2115957 h 2323145"/>
              <a:gd name="connsiteX183" fmla="*/ 3156256 w 11269336"/>
              <a:gd name="connsiteY183" fmla="*/ 2124773 h 2323145"/>
              <a:gd name="connsiteX184" fmla="*/ 3140298 w 11269336"/>
              <a:gd name="connsiteY184" fmla="*/ 2129182 h 2323145"/>
              <a:gd name="connsiteX185" fmla="*/ 3138514 w 11269336"/>
              <a:gd name="connsiteY185" fmla="*/ 2128069 h 2323145"/>
              <a:gd name="connsiteX186" fmla="*/ 3120467 w 11269336"/>
              <a:gd name="connsiteY186" fmla="*/ 2128281 h 2323145"/>
              <a:gd name="connsiteX187" fmla="*/ 3116175 w 11269336"/>
              <a:gd name="connsiteY187" fmla="*/ 2131633 h 2323145"/>
              <a:gd name="connsiteX188" fmla="*/ 3103685 w 11269336"/>
              <a:gd name="connsiteY188" fmla="*/ 2132814 h 2323145"/>
              <a:gd name="connsiteX189" fmla="*/ 3078794 w 11269336"/>
              <a:gd name="connsiteY189" fmla="*/ 2137935 h 2323145"/>
              <a:gd name="connsiteX190" fmla="*/ 3074407 w 11269336"/>
              <a:gd name="connsiteY190" fmla="*/ 2136274 h 2323145"/>
              <a:gd name="connsiteX191" fmla="*/ 3037285 w 11269336"/>
              <a:gd name="connsiteY191" fmla="*/ 2139919 h 2323145"/>
              <a:gd name="connsiteX192" fmla="*/ 3036901 w 11269336"/>
              <a:gd name="connsiteY192" fmla="*/ 2138726 h 2323145"/>
              <a:gd name="connsiteX193" fmla="*/ 3026996 w 11269336"/>
              <a:gd name="connsiteY193" fmla="*/ 2134322 h 2323145"/>
              <a:gd name="connsiteX194" fmla="*/ 3007772 w 11269336"/>
              <a:gd name="connsiteY194" fmla="*/ 2128742 h 2323145"/>
              <a:gd name="connsiteX195" fmla="*/ 2965030 w 11269336"/>
              <a:gd name="connsiteY195" fmla="*/ 2100494 h 2323145"/>
              <a:gd name="connsiteX196" fmla="*/ 2926342 w 11269336"/>
              <a:gd name="connsiteY196" fmla="*/ 2104155 h 2323145"/>
              <a:gd name="connsiteX197" fmla="*/ 2918608 w 11269336"/>
              <a:gd name="connsiteY197" fmla="*/ 2104215 h 2323145"/>
              <a:gd name="connsiteX198" fmla="*/ 2918475 w 11269336"/>
              <a:gd name="connsiteY198" fmla="*/ 2103937 h 2323145"/>
              <a:gd name="connsiteX199" fmla="*/ 2910360 w 11269336"/>
              <a:gd name="connsiteY199" fmla="*/ 2103444 h 2323145"/>
              <a:gd name="connsiteX200" fmla="*/ 2904507 w 11269336"/>
              <a:gd name="connsiteY200" fmla="*/ 2104326 h 2323145"/>
              <a:gd name="connsiteX201" fmla="*/ 2889503 w 11269336"/>
              <a:gd name="connsiteY201" fmla="*/ 2104443 h 2323145"/>
              <a:gd name="connsiteX202" fmla="*/ 2884480 w 11269336"/>
              <a:gd name="connsiteY202" fmla="*/ 2102626 h 2323145"/>
              <a:gd name="connsiteX203" fmla="*/ 2882689 w 11269336"/>
              <a:gd name="connsiteY203" fmla="*/ 2099228 h 2323145"/>
              <a:gd name="connsiteX204" fmla="*/ 2881291 w 11269336"/>
              <a:gd name="connsiteY204" fmla="*/ 2099618 h 2323145"/>
              <a:gd name="connsiteX205" fmla="*/ 2853979 w 11269336"/>
              <a:gd name="connsiteY205" fmla="*/ 2090388 h 2323145"/>
              <a:gd name="connsiteX206" fmla="*/ 2791790 w 11269336"/>
              <a:gd name="connsiteY206" fmla="*/ 2080332 h 2323145"/>
              <a:gd name="connsiteX207" fmla="*/ 2755844 w 11269336"/>
              <a:gd name="connsiteY207" fmla="*/ 2078874 h 2323145"/>
              <a:gd name="connsiteX208" fmla="*/ 2657742 w 11269336"/>
              <a:gd name="connsiteY208" fmla="*/ 2070179 h 2323145"/>
              <a:gd name="connsiteX209" fmla="*/ 2559549 w 11269336"/>
              <a:gd name="connsiteY209" fmla="*/ 2057873 h 2323145"/>
              <a:gd name="connsiteX210" fmla="*/ 2512054 w 11269336"/>
              <a:gd name="connsiteY210" fmla="*/ 2031671 h 2323145"/>
              <a:gd name="connsiteX211" fmla="*/ 2506437 w 11269336"/>
              <a:gd name="connsiteY211" fmla="*/ 2030918 h 2323145"/>
              <a:gd name="connsiteX212" fmla="*/ 2491752 w 11269336"/>
              <a:gd name="connsiteY212" fmla="*/ 2033906 h 2323145"/>
              <a:gd name="connsiteX213" fmla="*/ 2486338 w 11269336"/>
              <a:gd name="connsiteY213" fmla="*/ 2035862 h 2323145"/>
              <a:gd name="connsiteX214" fmla="*/ 2478186 w 11269336"/>
              <a:gd name="connsiteY214" fmla="*/ 2036953 h 2323145"/>
              <a:gd name="connsiteX215" fmla="*/ 2477950 w 11269336"/>
              <a:gd name="connsiteY215" fmla="*/ 2036715 h 2323145"/>
              <a:gd name="connsiteX216" fmla="*/ 2470381 w 11269336"/>
              <a:gd name="connsiteY216" fmla="*/ 2038256 h 2323145"/>
              <a:gd name="connsiteX217" fmla="*/ 2433781 w 11269336"/>
              <a:gd name="connsiteY217" fmla="*/ 2049140 h 2323145"/>
              <a:gd name="connsiteX218" fmla="*/ 2381172 w 11269336"/>
              <a:gd name="connsiteY218" fmla="*/ 2030645 h 2323145"/>
              <a:gd name="connsiteX219" fmla="*/ 2360198 w 11269336"/>
              <a:gd name="connsiteY219" fmla="*/ 2029059 h 2323145"/>
              <a:gd name="connsiteX220" fmla="*/ 2348815 w 11269336"/>
              <a:gd name="connsiteY220" fmla="*/ 2026798 h 2323145"/>
              <a:gd name="connsiteX221" fmla="*/ 2347988 w 11269336"/>
              <a:gd name="connsiteY221" fmla="*/ 2025745 h 2323145"/>
              <a:gd name="connsiteX222" fmla="*/ 2312920 w 11269336"/>
              <a:gd name="connsiteY222" fmla="*/ 2036311 h 2323145"/>
              <a:gd name="connsiteX223" fmla="*/ 2307986 w 11269336"/>
              <a:gd name="connsiteY223" fmla="*/ 2035583 h 2323145"/>
              <a:gd name="connsiteX224" fmla="*/ 2285481 w 11269336"/>
              <a:gd name="connsiteY224" fmla="*/ 2045197 h 2323145"/>
              <a:gd name="connsiteX225" fmla="*/ 2273666 w 11269336"/>
              <a:gd name="connsiteY225" fmla="*/ 2048710 h 2323145"/>
              <a:gd name="connsiteX226" fmla="*/ 2270719 w 11269336"/>
              <a:gd name="connsiteY226" fmla="*/ 2052702 h 2323145"/>
              <a:gd name="connsiteX227" fmla="*/ 2253080 w 11269336"/>
              <a:gd name="connsiteY227" fmla="*/ 2056363 h 2323145"/>
              <a:gd name="connsiteX228" fmla="*/ 2250906 w 11269336"/>
              <a:gd name="connsiteY228" fmla="*/ 2055654 h 2323145"/>
              <a:gd name="connsiteX229" fmla="*/ 2236905 w 11269336"/>
              <a:gd name="connsiteY229" fmla="*/ 2062882 h 2323145"/>
              <a:gd name="connsiteX230" fmla="*/ 2225830 w 11269336"/>
              <a:gd name="connsiteY230" fmla="*/ 2074027 h 2323145"/>
              <a:gd name="connsiteX231" fmla="*/ 2073776 w 11269336"/>
              <a:gd name="connsiteY231" fmla="*/ 2089244 h 2323145"/>
              <a:gd name="connsiteX232" fmla="*/ 1948256 w 11269336"/>
              <a:gd name="connsiteY232" fmla="*/ 2146616 h 2323145"/>
              <a:gd name="connsiteX233" fmla="*/ 1865582 w 11269336"/>
              <a:gd name="connsiteY233" fmla="*/ 2153738 h 2323145"/>
              <a:gd name="connsiteX234" fmla="*/ 1835210 w 11269336"/>
              <a:gd name="connsiteY234" fmla="*/ 2134244 h 2323145"/>
              <a:gd name="connsiteX235" fmla="*/ 1632661 w 11269336"/>
              <a:gd name="connsiteY235" fmla="*/ 2173882 h 2323145"/>
              <a:gd name="connsiteX236" fmla="*/ 1579590 w 11269336"/>
              <a:gd name="connsiteY236" fmla="*/ 2173680 h 2323145"/>
              <a:gd name="connsiteX237" fmla="*/ 1535601 w 11269336"/>
              <a:gd name="connsiteY237" fmla="*/ 2194590 h 2323145"/>
              <a:gd name="connsiteX238" fmla="*/ 1515594 w 11269336"/>
              <a:gd name="connsiteY238" fmla="*/ 2189622 h 2323145"/>
              <a:gd name="connsiteX239" fmla="*/ 1512113 w 11269336"/>
              <a:gd name="connsiteY239" fmla="*/ 2188534 h 2323145"/>
              <a:gd name="connsiteX240" fmla="*/ 1498838 w 11269336"/>
              <a:gd name="connsiteY240" fmla="*/ 2189213 h 2323145"/>
              <a:gd name="connsiteX241" fmla="*/ 1494279 w 11269336"/>
              <a:gd name="connsiteY241" fmla="*/ 2183112 h 2323145"/>
              <a:gd name="connsiteX242" fmla="*/ 1473714 w 11269336"/>
              <a:gd name="connsiteY242" fmla="*/ 2179625 h 2323145"/>
              <a:gd name="connsiteX243" fmla="*/ 1449503 w 11269336"/>
              <a:gd name="connsiteY243" fmla="*/ 2182633 h 2323145"/>
              <a:gd name="connsiteX244" fmla="*/ 1266687 w 11269336"/>
              <a:gd name="connsiteY244" fmla="*/ 2212688 h 2323145"/>
              <a:gd name="connsiteX245" fmla="*/ 1239614 w 11269336"/>
              <a:gd name="connsiteY245" fmla="*/ 2209727 h 2323145"/>
              <a:gd name="connsiteX246" fmla="*/ 1202436 w 11269336"/>
              <a:gd name="connsiteY246" fmla="*/ 2209817 h 2323145"/>
              <a:gd name="connsiteX247" fmla="*/ 1136097 w 11269336"/>
              <a:gd name="connsiteY247" fmla="*/ 2205112 h 2323145"/>
              <a:gd name="connsiteX248" fmla="*/ 988232 w 11269336"/>
              <a:gd name="connsiteY248" fmla="*/ 2235635 h 2323145"/>
              <a:gd name="connsiteX249" fmla="*/ 981959 w 11269336"/>
              <a:gd name="connsiteY249" fmla="*/ 2231607 h 2323145"/>
              <a:gd name="connsiteX250" fmla="*/ 938600 w 11269336"/>
              <a:gd name="connsiteY250" fmla="*/ 2238113 h 2323145"/>
              <a:gd name="connsiteX251" fmla="*/ 791788 w 11269336"/>
              <a:gd name="connsiteY251" fmla="*/ 2293224 h 2323145"/>
              <a:gd name="connsiteX252" fmla="*/ 706914 w 11269336"/>
              <a:gd name="connsiteY252" fmla="*/ 2305046 h 2323145"/>
              <a:gd name="connsiteX253" fmla="*/ 675971 w 11269336"/>
              <a:gd name="connsiteY253" fmla="*/ 2304030 h 2323145"/>
              <a:gd name="connsiteX254" fmla="*/ 624180 w 11269336"/>
              <a:gd name="connsiteY254" fmla="*/ 2302650 h 2323145"/>
              <a:gd name="connsiteX255" fmla="*/ 583453 w 11269336"/>
              <a:gd name="connsiteY255" fmla="*/ 2288788 h 2323145"/>
              <a:gd name="connsiteX256" fmla="*/ 540946 w 11269336"/>
              <a:gd name="connsiteY256" fmla="*/ 2292721 h 2323145"/>
              <a:gd name="connsiteX257" fmla="*/ 533680 w 11269336"/>
              <a:gd name="connsiteY257" fmla="*/ 2310233 h 2323145"/>
              <a:gd name="connsiteX258" fmla="*/ 487366 w 11269336"/>
              <a:gd name="connsiteY258" fmla="*/ 2309053 h 2323145"/>
              <a:gd name="connsiteX259" fmla="*/ 416820 w 11269336"/>
              <a:gd name="connsiteY259" fmla="*/ 2305443 h 2323145"/>
              <a:gd name="connsiteX260" fmla="*/ 376805 w 11269336"/>
              <a:gd name="connsiteY260" fmla="*/ 2307647 h 2323145"/>
              <a:gd name="connsiteX261" fmla="*/ 266777 w 11269336"/>
              <a:gd name="connsiteY261" fmla="*/ 2309012 h 2323145"/>
              <a:gd name="connsiteX262" fmla="*/ 156013 w 11269336"/>
              <a:gd name="connsiteY262" fmla="*/ 2306832 h 2323145"/>
              <a:gd name="connsiteX263" fmla="*/ 87258 w 11269336"/>
              <a:gd name="connsiteY263" fmla="*/ 2285511 h 2323145"/>
              <a:gd name="connsiteX264" fmla="*/ 23798 w 11269336"/>
              <a:gd name="connsiteY264" fmla="*/ 2281822 h 2323145"/>
              <a:gd name="connsiteX265" fmla="*/ 0 w 11269336"/>
              <a:gd name="connsiteY265" fmla="*/ 2285369 h 2323145"/>
              <a:gd name="connsiteX266" fmla="*/ 0 w 11269336"/>
              <a:gd name="connsiteY266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656836 w 11269336"/>
              <a:gd name="connsiteY18" fmla="*/ 469967 h 2323145"/>
              <a:gd name="connsiteX19" fmla="*/ 9380600 w 11269336"/>
              <a:gd name="connsiteY19" fmla="*/ 549821 h 2323145"/>
              <a:gd name="connsiteX20" fmla="*/ 9139429 w 11269336"/>
              <a:gd name="connsiteY20" fmla="*/ 696446 h 2323145"/>
              <a:gd name="connsiteX21" fmla="*/ 9114263 w 11269336"/>
              <a:gd name="connsiteY21" fmla="*/ 709213 h 2323145"/>
              <a:gd name="connsiteX22" fmla="*/ 9028928 w 11269336"/>
              <a:gd name="connsiteY22" fmla="*/ 745350 h 2323145"/>
              <a:gd name="connsiteX23" fmla="*/ 8977138 w 11269336"/>
              <a:gd name="connsiteY23" fmla="*/ 774970 h 2323145"/>
              <a:gd name="connsiteX24" fmla="*/ 8947030 w 11269336"/>
              <a:gd name="connsiteY24" fmla="*/ 814934 h 2323145"/>
              <a:gd name="connsiteX25" fmla="*/ 8914746 w 11269336"/>
              <a:gd name="connsiteY25" fmla="*/ 826428 h 2323145"/>
              <a:gd name="connsiteX26" fmla="*/ 8917778 w 11269336"/>
              <a:gd name="connsiteY26" fmla="*/ 835198 h 2323145"/>
              <a:gd name="connsiteX27" fmla="*/ 8905560 w 11269336"/>
              <a:gd name="connsiteY27" fmla="*/ 838358 h 2323145"/>
              <a:gd name="connsiteX28" fmla="*/ 8897564 w 11269336"/>
              <a:gd name="connsiteY28" fmla="*/ 834287 h 2323145"/>
              <a:gd name="connsiteX29" fmla="*/ 8878040 w 11269336"/>
              <a:gd name="connsiteY29" fmla="*/ 844150 h 2323145"/>
              <a:gd name="connsiteX30" fmla="*/ 8882654 w 11269336"/>
              <a:gd name="connsiteY30" fmla="*/ 892768 h 2323145"/>
              <a:gd name="connsiteX31" fmla="*/ 8795998 w 11269336"/>
              <a:gd name="connsiteY31" fmla="*/ 863337 h 2323145"/>
              <a:gd name="connsiteX32" fmla="*/ 8776970 w 11269336"/>
              <a:gd name="connsiteY32" fmla="*/ 885177 h 2323145"/>
              <a:gd name="connsiteX33" fmla="*/ 8755719 w 11269336"/>
              <a:gd name="connsiteY33" fmla="*/ 889754 h 2323145"/>
              <a:gd name="connsiteX34" fmla="*/ 8743257 w 11269336"/>
              <a:gd name="connsiteY34" fmla="*/ 904723 h 2323145"/>
              <a:gd name="connsiteX35" fmla="*/ 8721366 w 11269336"/>
              <a:gd name="connsiteY35" fmla="*/ 904711 h 2323145"/>
              <a:gd name="connsiteX36" fmla="*/ 8678353 w 11269336"/>
              <a:gd name="connsiteY36" fmla="*/ 926318 h 2323145"/>
              <a:gd name="connsiteX37" fmla="*/ 8636849 w 11269336"/>
              <a:gd name="connsiteY37" fmla="*/ 937900 h 2323145"/>
              <a:gd name="connsiteX38" fmla="*/ 8620213 w 11269336"/>
              <a:gd name="connsiteY38" fmla="*/ 943068 h 2323145"/>
              <a:gd name="connsiteX39" fmla="*/ 8612581 w 11269336"/>
              <a:gd name="connsiteY39" fmla="*/ 952695 h 2323145"/>
              <a:gd name="connsiteX40" fmla="*/ 8589038 w 11269336"/>
              <a:gd name="connsiteY40" fmla="*/ 963892 h 2323145"/>
              <a:gd name="connsiteX41" fmla="*/ 8579950 w 11269336"/>
              <a:gd name="connsiteY41" fmla="*/ 960899 h 2323145"/>
              <a:gd name="connsiteX42" fmla="*/ 8579319 w 11269336"/>
              <a:gd name="connsiteY42" fmla="*/ 965630 h 2323145"/>
              <a:gd name="connsiteX43" fmla="*/ 8547429 w 11269336"/>
              <a:gd name="connsiteY43" fmla="*/ 984506 h 2323145"/>
              <a:gd name="connsiteX44" fmla="*/ 8478704 w 11269336"/>
              <a:gd name="connsiteY44" fmla="*/ 1025490 h 2323145"/>
              <a:gd name="connsiteX45" fmla="*/ 8461421 w 11269336"/>
              <a:gd name="connsiteY45" fmla="*/ 1035512 h 2323145"/>
              <a:gd name="connsiteX46" fmla="*/ 8445003 w 11269336"/>
              <a:gd name="connsiteY46" fmla="*/ 1036851 h 2323145"/>
              <a:gd name="connsiteX47" fmla="*/ 8357350 w 11269336"/>
              <a:gd name="connsiteY47" fmla="*/ 1060213 h 2323145"/>
              <a:gd name="connsiteX48" fmla="*/ 8335565 w 11269336"/>
              <a:gd name="connsiteY48" fmla="*/ 1061151 h 2323145"/>
              <a:gd name="connsiteX49" fmla="*/ 8325267 w 11269336"/>
              <a:gd name="connsiteY49" fmla="*/ 1055919 h 2323145"/>
              <a:gd name="connsiteX50" fmla="*/ 8293586 w 11269336"/>
              <a:gd name="connsiteY50" fmla="*/ 1076144 h 2323145"/>
              <a:gd name="connsiteX51" fmla="*/ 8242405 w 11269336"/>
              <a:gd name="connsiteY51" fmla="*/ 1095960 h 2323145"/>
              <a:gd name="connsiteX52" fmla="*/ 8197391 w 11269336"/>
              <a:gd name="connsiteY52" fmla="*/ 1107746 h 2323145"/>
              <a:gd name="connsiteX53" fmla="*/ 8081474 w 11269336"/>
              <a:gd name="connsiteY53" fmla="*/ 1130125 h 2323145"/>
              <a:gd name="connsiteX54" fmla="*/ 8053585 w 11269336"/>
              <a:gd name="connsiteY54" fmla="*/ 1129169 h 2323145"/>
              <a:gd name="connsiteX55" fmla="*/ 8038422 w 11269336"/>
              <a:gd name="connsiteY55" fmla="*/ 1119092 h 2323145"/>
              <a:gd name="connsiteX56" fmla="*/ 8029450 w 11269336"/>
              <a:gd name="connsiteY56" fmla="*/ 1125592 h 2323145"/>
              <a:gd name="connsiteX57" fmla="*/ 7959552 w 11269336"/>
              <a:gd name="connsiteY57" fmla="*/ 1140188 h 2323145"/>
              <a:gd name="connsiteX58" fmla="*/ 7914188 w 11269336"/>
              <a:gd name="connsiteY58" fmla="*/ 1150862 h 2323145"/>
              <a:gd name="connsiteX59" fmla="*/ 7914918 w 11269336"/>
              <a:gd name="connsiteY59" fmla="*/ 1168758 h 2323145"/>
              <a:gd name="connsiteX60" fmla="*/ 7875510 w 11269336"/>
              <a:gd name="connsiteY60" fmla="*/ 1183153 h 2323145"/>
              <a:gd name="connsiteX61" fmla="*/ 7829932 w 11269336"/>
              <a:gd name="connsiteY61" fmla="*/ 1180782 h 2323145"/>
              <a:gd name="connsiteX62" fmla="*/ 7779182 w 11269336"/>
              <a:gd name="connsiteY62" fmla="*/ 1192665 h 2323145"/>
              <a:gd name="connsiteX63" fmla="*/ 7748774 w 11269336"/>
              <a:gd name="connsiteY63" fmla="*/ 1199586 h 2323145"/>
              <a:gd name="connsiteX64" fmla="*/ 7671846 w 11269336"/>
              <a:gd name="connsiteY64" fmla="*/ 1231966 h 2323145"/>
              <a:gd name="connsiteX65" fmla="*/ 7554146 w 11269336"/>
              <a:gd name="connsiteY65" fmla="*/ 1319748 h 2323145"/>
              <a:gd name="connsiteX66" fmla="*/ 7515052 w 11269336"/>
              <a:gd name="connsiteY66" fmla="*/ 1336718 h 2323145"/>
              <a:gd name="connsiteX67" fmla="*/ 7507193 w 11269336"/>
              <a:gd name="connsiteY67" fmla="*/ 1334617 h 2323145"/>
              <a:gd name="connsiteX68" fmla="*/ 7461694 w 11269336"/>
              <a:gd name="connsiteY68" fmla="*/ 1375866 h 2323145"/>
              <a:gd name="connsiteX69" fmla="*/ 7377571 w 11269336"/>
              <a:gd name="connsiteY69" fmla="*/ 1400128 h 2323145"/>
              <a:gd name="connsiteX70" fmla="*/ 7311261 w 11269336"/>
              <a:gd name="connsiteY70" fmla="*/ 1412652 h 2323145"/>
              <a:gd name="connsiteX71" fmla="*/ 7275307 w 11269336"/>
              <a:gd name="connsiteY71" fmla="*/ 1422171 h 2323145"/>
              <a:gd name="connsiteX72" fmla="*/ 7247783 w 11269336"/>
              <a:gd name="connsiteY72" fmla="*/ 1426330 h 2323145"/>
              <a:gd name="connsiteX73" fmla="*/ 7185047 w 11269336"/>
              <a:gd name="connsiteY73" fmla="*/ 1451812 h 2323145"/>
              <a:gd name="connsiteX74" fmla="*/ 7084117 w 11269336"/>
              <a:gd name="connsiteY74" fmla="*/ 1500281 h 2323145"/>
              <a:gd name="connsiteX75" fmla="*/ 7062011 w 11269336"/>
              <a:gd name="connsiteY75" fmla="*/ 1509183 h 2323145"/>
              <a:gd name="connsiteX76" fmla="*/ 7040555 w 11269336"/>
              <a:gd name="connsiteY76" fmla="*/ 1511207 h 2323145"/>
              <a:gd name="connsiteX77" fmla="*/ 7033438 w 11269336"/>
              <a:gd name="connsiteY77" fmla="*/ 1506772 h 2323145"/>
              <a:gd name="connsiteX78" fmla="*/ 7020886 w 11269336"/>
              <a:gd name="connsiteY78" fmla="*/ 1510764 h 2323145"/>
              <a:gd name="connsiteX79" fmla="*/ 7017033 w 11269336"/>
              <a:gd name="connsiteY79" fmla="*/ 1510650 h 2323145"/>
              <a:gd name="connsiteX80" fmla="*/ 6995460 w 11269336"/>
              <a:gd name="connsiteY80" fmla="*/ 1511173 h 2323145"/>
              <a:gd name="connsiteX81" fmla="*/ 6962144 w 11269336"/>
              <a:gd name="connsiteY81" fmla="*/ 1541508 h 2323145"/>
              <a:gd name="connsiteX82" fmla="*/ 6910674 w 11269336"/>
              <a:gd name="connsiteY82" fmla="*/ 1554793 h 2323145"/>
              <a:gd name="connsiteX83" fmla="*/ 6732152 w 11269336"/>
              <a:gd name="connsiteY83" fmla="*/ 1642538 h 2323145"/>
              <a:gd name="connsiteX84" fmla="*/ 6694106 w 11269336"/>
              <a:gd name="connsiteY84" fmla="*/ 1632377 h 2323145"/>
              <a:gd name="connsiteX85" fmla="*/ 6617223 w 11269336"/>
              <a:gd name="connsiteY85" fmla="*/ 1659889 h 2323145"/>
              <a:gd name="connsiteX86" fmla="*/ 6521138 w 11269336"/>
              <a:gd name="connsiteY86" fmla="*/ 1744340 h 2323145"/>
              <a:gd name="connsiteX87" fmla="*/ 6380677 w 11269336"/>
              <a:gd name="connsiteY87" fmla="*/ 1796883 h 2323145"/>
              <a:gd name="connsiteX88" fmla="*/ 6374897 w 11269336"/>
              <a:gd name="connsiteY88" fmla="*/ 1809910 h 2323145"/>
              <a:gd name="connsiteX89" fmla="*/ 6364545 w 11269336"/>
              <a:gd name="connsiteY89" fmla="*/ 1820090 h 2323145"/>
              <a:gd name="connsiteX90" fmla="*/ 6362126 w 11269336"/>
              <a:gd name="connsiteY90" fmla="*/ 1819991 h 2323145"/>
              <a:gd name="connsiteX91" fmla="*/ 6346673 w 11269336"/>
              <a:gd name="connsiteY91" fmla="*/ 1827824 h 2323145"/>
              <a:gd name="connsiteX92" fmla="*/ 6345588 w 11269336"/>
              <a:gd name="connsiteY92" fmla="*/ 1832232 h 2323145"/>
              <a:gd name="connsiteX93" fmla="*/ 6335708 w 11269336"/>
              <a:gd name="connsiteY93" fmla="*/ 1838451 h 2323145"/>
              <a:gd name="connsiteX94" fmla="*/ 6318182 w 11269336"/>
              <a:gd name="connsiteY94" fmla="*/ 1852975 h 2323145"/>
              <a:gd name="connsiteX95" fmla="*/ 6313084 w 11269336"/>
              <a:gd name="connsiteY95" fmla="*/ 1853561 h 2323145"/>
              <a:gd name="connsiteX96" fmla="*/ 6283816 w 11269336"/>
              <a:gd name="connsiteY96" fmla="*/ 1872148 h 2323145"/>
              <a:gd name="connsiteX97" fmla="*/ 6282550 w 11269336"/>
              <a:gd name="connsiteY97" fmla="*/ 1871392 h 2323145"/>
              <a:gd name="connsiteX98" fmla="*/ 6270527 w 11269336"/>
              <a:gd name="connsiteY98" fmla="*/ 1872208 h 2323145"/>
              <a:gd name="connsiteX99" fmla="*/ 6249518 w 11269336"/>
              <a:gd name="connsiteY99" fmla="*/ 1876079 h 2323145"/>
              <a:gd name="connsiteX100" fmla="*/ 6190386 w 11269336"/>
              <a:gd name="connsiteY100" fmla="*/ 1872478 h 2323145"/>
              <a:gd name="connsiteX101" fmla="*/ 6159777 w 11269336"/>
              <a:gd name="connsiteY101" fmla="*/ 1891745 h 2323145"/>
              <a:gd name="connsiteX102" fmla="*/ 6153131 w 11269336"/>
              <a:gd name="connsiteY102" fmla="*/ 1895079 h 2323145"/>
              <a:gd name="connsiteX103" fmla="*/ 6152798 w 11269336"/>
              <a:gd name="connsiteY103" fmla="*/ 1894920 h 2323145"/>
              <a:gd name="connsiteX104" fmla="*/ 6145388 w 11269336"/>
              <a:gd name="connsiteY104" fmla="*/ 1897990 h 2323145"/>
              <a:gd name="connsiteX105" fmla="*/ 6141014 w 11269336"/>
              <a:gd name="connsiteY105" fmla="*/ 1901155 h 2323145"/>
              <a:gd name="connsiteX106" fmla="*/ 6128122 w 11269336"/>
              <a:gd name="connsiteY106" fmla="*/ 1907623 h 2323145"/>
              <a:gd name="connsiteX107" fmla="*/ 6122351 w 11269336"/>
              <a:gd name="connsiteY107" fmla="*/ 1908359 h 2323145"/>
              <a:gd name="connsiteX108" fmla="*/ 6064750 w 11269336"/>
              <a:gd name="connsiteY108" fmla="*/ 1896394 h 2323145"/>
              <a:gd name="connsiteX109" fmla="*/ 5964230 w 11269336"/>
              <a:gd name="connsiteY109" fmla="*/ 1910038 h 2323145"/>
              <a:gd name="connsiteX110" fmla="*/ 5865399 w 11269336"/>
              <a:gd name="connsiteY110" fmla="*/ 1926966 h 2323145"/>
              <a:gd name="connsiteX111" fmla="*/ 5829951 w 11269336"/>
              <a:gd name="connsiteY111" fmla="*/ 1934755 h 2323145"/>
              <a:gd name="connsiteX112" fmla="*/ 5765285 w 11269336"/>
              <a:gd name="connsiteY112" fmla="*/ 1941322 h 2323145"/>
              <a:gd name="connsiteX113" fmla="*/ 5734750 w 11269336"/>
              <a:gd name="connsiteY113" fmla="*/ 1939793 h 2323145"/>
              <a:gd name="connsiteX114" fmla="*/ 5733569 w 11269336"/>
              <a:gd name="connsiteY114" fmla="*/ 1940505 h 2323145"/>
              <a:gd name="connsiteX115" fmla="*/ 5730329 w 11269336"/>
              <a:gd name="connsiteY115" fmla="*/ 1937845 h 2323145"/>
              <a:gd name="connsiteX116" fmla="*/ 5724661 w 11269336"/>
              <a:gd name="connsiteY116" fmla="*/ 1937455 h 2323145"/>
              <a:gd name="connsiteX117" fmla="*/ 5710186 w 11269336"/>
              <a:gd name="connsiteY117" fmla="*/ 1941370 h 2323145"/>
              <a:gd name="connsiteX118" fmla="*/ 5704910 w 11269336"/>
              <a:gd name="connsiteY118" fmla="*/ 1943663 h 2323145"/>
              <a:gd name="connsiteX119" fmla="*/ 5696836 w 11269336"/>
              <a:gd name="connsiteY119" fmla="*/ 1945271 h 2323145"/>
              <a:gd name="connsiteX120" fmla="*/ 5696583 w 11269336"/>
              <a:gd name="connsiteY120" fmla="*/ 1945050 h 2323145"/>
              <a:gd name="connsiteX121" fmla="*/ 5689123 w 11269336"/>
              <a:gd name="connsiteY121" fmla="*/ 1947067 h 2323145"/>
              <a:gd name="connsiteX122" fmla="*/ 5653291 w 11269336"/>
              <a:gd name="connsiteY122" fmla="*/ 1960245 h 2323145"/>
              <a:gd name="connsiteX123" fmla="*/ 5599385 w 11269336"/>
              <a:gd name="connsiteY123" fmla="*/ 1945198 h 2323145"/>
              <a:gd name="connsiteX124" fmla="*/ 5578300 w 11269336"/>
              <a:gd name="connsiteY124" fmla="*/ 1944963 h 2323145"/>
              <a:gd name="connsiteX125" fmla="*/ 5566758 w 11269336"/>
              <a:gd name="connsiteY125" fmla="*/ 1943441 h 2323145"/>
              <a:gd name="connsiteX126" fmla="*/ 5565857 w 11269336"/>
              <a:gd name="connsiteY126" fmla="*/ 1942445 h 2323145"/>
              <a:gd name="connsiteX127" fmla="*/ 5531534 w 11269336"/>
              <a:gd name="connsiteY127" fmla="*/ 1955208 h 2323145"/>
              <a:gd name="connsiteX128" fmla="*/ 5526552 w 11269336"/>
              <a:gd name="connsiteY128" fmla="*/ 1954799 h 2323145"/>
              <a:gd name="connsiteX129" fmla="*/ 5504723 w 11269336"/>
              <a:gd name="connsiteY129" fmla="*/ 1965811 h 2323145"/>
              <a:gd name="connsiteX130" fmla="*/ 5493156 w 11269336"/>
              <a:gd name="connsiteY130" fmla="*/ 1970063 h 2323145"/>
              <a:gd name="connsiteX131" fmla="*/ 5490486 w 11269336"/>
              <a:gd name="connsiteY131" fmla="*/ 1974227 h 2323145"/>
              <a:gd name="connsiteX132" fmla="*/ 5473107 w 11269336"/>
              <a:gd name="connsiteY132" fmla="*/ 1979001 h 2323145"/>
              <a:gd name="connsiteX133" fmla="*/ 5470885 w 11269336"/>
              <a:gd name="connsiteY133" fmla="*/ 1978432 h 2323145"/>
              <a:gd name="connsiteX134" fmla="*/ 5457393 w 11269336"/>
              <a:gd name="connsiteY134" fmla="*/ 1986525 h 2323145"/>
              <a:gd name="connsiteX135" fmla="*/ 5447102 w 11269336"/>
              <a:gd name="connsiteY135" fmla="*/ 1998329 h 2323145"/>
              <a:gd name="connsiteX136" fmla="*/ 5159151 w 11269336"/>
              <a:gd name="connsiteY136" fmla="*/ 2029640 h 2323145"/>
              <a:gd name="connsiteX137" fmla="*/ 5041688 w 11269336"/>
              <a:gd name="connsiteY137" fmla="*/ 2022334 h 2323145"/>
              <a:gd name="connsiteX138" fmla="*/ 4860988 w 11269336"/>
              <a:gd name="connsiteY138" fmla="*/ 2135698 h 2323145"/>
              <a:gd name="connsiteX139" fmla="*/ 4807902 w 11269336"/>
              <a:gd name="connsiteY139" fmla="*/ 2138894 h 2323145"/>
              <a:gd name="connsiteX140" fmla="*/ 4765388 w 11269336"/>
              <a:gd name="connsiteY140" fmla="*/ 2162525 h 2323145"/>
              <a:gd name="connsiteX141" fmla="*/ 4745033 w 11269336"/>
              <a:gd name="connsiteY141" fmla="*/ 2158859 h 2323145"/>
              <a:gd name="connsiteX142" fmla="*/ 4741475 w 11269336"/>
              <a:gd name="connsiteY142" fmla="*/ 2157998 h 2323145"/>
              <a:gd name="connsiteX143" fmla="*/ 4728247 w 11269336"/>
              <a:gd name="connsiteY143" fmla="*/ 2159526 h 2323145"/>
              <a:gd name="connsiteX144" fmla="*/ 4723263 w 11269336"/>
              <a:gd name="connsiteY144" fmla="*/ 2153742 h 2323145"/>
              <a:gd name="connsiteX145" fmla="*/ 4702453 w 11269336"/>
              <a:gd name="connsiteY145" fmla="*/ 2151586 h 2323145"/>
              <a:gd name="connsiteX146" fmla="*/ 4678455 w 11269336"/>
              <a:gd name="connsiteY146" fmla="*/ 2156131 h 2323145"/>
              <a:gd name="connsiteX147" fmla="*/ 4593061 w 11269336"/>
              <a:gd name="connsiteY147" fmla="*/ 2171597 h 2323145"/>
              <a:gd name="connsiteX148" fmla="*/ 4579902 w 11269336"/>
              <a:gd name="connsiteY148" fmla="*/ 2177927 h 2323145"/>
              <a:gd name="connsiteX149" fmla="*/ 4533444 w 11269336"/>
              <a:gd name="connsiteY149" fmla="*/ 2181200 h 2323145"/>
              <a:gd name="connsiteX150" fmla="*/ 4492832 w 11269336"/>
              <a:gd name="connsiteY150" fmla="*/ 2188033 h 2323145"/>
              <a:gd name="connsiteX151" fmla="*/ 4467257 w 11269336"/>
              <a:gd name="connsiteY151" fmla="*/ 2196121 h 2323145"/>
              <a:gd name="connsiteX152" fmla="*/ 4459937 w 11269336"/>
              <a:gd name="connsiteY152" fmla="*/ 2195182 h 2323145"/>
              <a:gd name="connsiteX153" fmla="*/ 4433312 w 11269336"/>
              <a:gd name="connsiteY153" fmla="*/ 2199004 h 2323145"/>
              <a:gd name="connsiteX154" fmla="*/ 4420601 w 11269336"/>
              <a:gd name="connsiteY154" fmla="*/ 2205158 h 2323145"/>
              <a:gd name="connsiteX155" fmla="*/ 4405765 w 11269336"/>
              <a:gd name="connsiteY155" fmla="*/ 2199902 h 2323145"/>
              <a:gd name="connsiteX156" fmla="*/ 4401354 w 11269336"/>
              <a:gd name="connsiteY156" fmla="*/ 2194745 h 2323145"/>
              <a:gd name="connsiteX157" fmla="*/ 4383151 w 11269336"/>
              <a:gd name="connsiteY157" fmla="*/ 2201140 h 2323145"/>
              <a:gd name="connsiteX158" fmla="*/ 4366646 w 11269336"/>
              <a:gd name="connsiteY158" fmla="*/ 2198564 h 2323145"/>
              <a:gd name="connsiteX159" fmla="*/ 4354009 w 11269336"/>
              <a:gd name="connsiteY159" fmla="*/ 2204984 h 2323145"/>
              <a:gd name="connsiteX160" fmla="*/ 4348284 w 11269336"/>
              <a:gd name="connsiteY160" fmla="*/ 2205270 h 2323145"/>
              <a:gd name="connsiteX161" fmla="*/ 4333906 w 11269336"/>
              <a:gd name="connsiteY161" fmla="*/ 2205251 h 2323145"/>
              <a:gd name="connsiteX162" fmla="*/ 4308819 w 11269336"/>
              <a:gd name="connsiteY162" fmla="*/ 2203822 h 2323145"/>
              <a:gd name="connsiteX163" fmla="*/ 4301210 w 11269336"/>
              <a:gd name="connsiteY163" fmla="*/ 2204456 h 2323145"/>
              <a:gd name="connsiteX164" fmla="*/ 4283095 w 11269336"/>
              <a:gd name="connsiteY164" fmla="*/ 2198177 h 2323145"/>
              <a:gd name="connsiteX165" fmla="*/ 4250119 w 11269336"/>
              <a:gd name="connsiteY165" fmla="*/ 2196342 h 2323145"/>
              <a:gd name="connsiteX166" fmla="*/ 4189203 w 11269336"/>
              <a:gd name="connsiteY166" fmla="*/ 2178994 h 2323145"/>
              <a:gd name="connsiteX167" fmla="*/ 4154035 w 11269336"/>
              <a:gd name="connsiteY167" fmla="*/ 2171950 h 2323145"/>
              <a:gd name="connsiteX168" fmla="*/ 4129569 w 11269336"/>
              <a:gd name="connsiteY168" fmla="*/ 2163850 h 2323145"/>
              <a:gd name="connsiteX169" fmla="*/ 4061250 w 11269336"/>
              <a:gd name="connsiteY169" fmla="*/ 2159236 h 2323145"/>
              <a:gd name="connsiteX170" fmla="*/ 3945480 w 11269336"/>
              <a:gd name="connsiteY170" fmla="*/ 2158279 h 2323145"/>
              <a:gd name="connsiteX171" fmla="*/ 3921468 w 11269336"/>
              <a:gd name="connsiteY171" fmla="*/ 2156588 h 2323145"/>
              <a:gd name="connsiteX172" fmla="*/ 3903348 w 11269336"/>
              <a:gd name="connsiteY172" fmla="*/ 2149220 h 2323145"/>
              <a:gd name="connsiteX173" fmla="*/ 3901342 w 11269336"/>
              <a:gd name="connsiteY173" fmla="*/ 2142355 h 2323145"/>
              <a:gd name="connsiteX174" fmla="*/ 3888539 w 11269336"/>
              <a:gd name="connsiteY174" fmla="*/ 2140476 h 2323145"/>
              <a:gd name="connsiteX175" fmla="*/ 3885662 w 11269336"/>
              <a:gd name="connsiteY175" fmla="*/ 2138740 h 2323145"/>
              <a:gd name="connsiteX176" fmla="*/ 3868627 w 11269336"/>
              <a:gd name="connsiteY176" fmla="*/ 2130023 h 2323145"/>
              <a:gd name="connsiteX177" fmla="*/ 3819177 w 11269336"/>
              <a:gd name="connsiteY177" fmla="*/ 2142111 h 2323145"/>
              <a:gd name="connsiteX178" fmla="*/ 3769100 w 11269336"/>
              <a:gd name="connsiteY178" fmla="*/ 2131731 h 2323145"/>
              <a:gd name="connsiteX179" fmla="*/ 3562752 w 11269336"/>
              <a:gd name="connsiteY179" fmla="*/ 2131785 h 2323145"/>
              <a:gd name="connsiteX180" fmla="*/ 3541402 w 11269336"/>
              <a:gd name="connsiteY180" fmla="*/ 2106821 h 2323145"/>
              <a:gd name="connsiteX181" fmla="*/ 3365341 w 11269336"/>
              <a:gd name="connsiteY181" fmla="*/ 2077638 h 2323145"/>
              <a:gd name="connsiteX182" fmla="*/ 3170922 w 11269336"/>
              <a:gd name="connsiteY182" fmla="*/ 2115957 h 2323145"/>
              <a:gd name="connsiteX183" fmla="*/ 3156256 w 11269336"/>
              <a:gd name="connsiteY183" fmla="*/ 2124773 h 2323145"/>
              <a:gd name="connsiteX184" fmla="*/ 3140298 w 11269336"/>
              <a:gd name="connsiteY184" fmla="*/ 2129182 h 2323145"/>
              <a:gd name="connsiteX185" fmla="*/ 3138514 w 11269336"/>
              <a:gd name="connsiteY185" fmla="*/ 2128069 h 2323145"/>
              <a:gd name="connsiteX186" fmla="*/ 3120467 w 11269336"/>
              <a:gd name="connsiteY186" fmla="*/ 2128281 h 2323145"/>
              <a:gd name="connsiteX187" fmla="*/ 3116175 w 11269336"/>
              <a:gd name="connsiteY187" fmla="*/ 2131633 h 2323145"/>
              <a:gd name="connsiteX188" fmla="*/ 3103685 w 11269336"/>
              <a:gd name="connsiteY188" fmla="*/ 2132814 h 2323145"/>
              <a:gd name="connsiteX189" fmla="*/ 3078794 w 11269336"/>
              <a:gd name="connsiteY189" fmla="*/ 2137935 h 2323145"/>
              <a:gd name="connsiteX190" fmla="*/ 3074407 w 11269336"/>
              <a:gd name="connsiteY190" fmla="*/ 2136274 h 2323145"/>
              <a:gd name="connsiteX191" fmla="*/ 3037285 w 11269336"/>
              <a:gd name="connsiteY191" fmla="*/ 2139919 h 2323145"/>
              <a:gd name="connsiteX192" fmla="*/ 3036901 w 11269336"/>
              <a:gd name="connsiteY192" fmla="*/ 2138726 h 2323145"/>
              <a:gd name="connsiteX193" fmla="*/ 3026996 w 11269336"/>
              <a:gd name="connsiteY193" fmla="*/ 2134322 h 2323145"/>
              <a:gd name="connsiteX194" fmla="*/ 3007772 w 11269336"/>
              <a:gd name="connsiteY194" fmla="*/ 2128742 h 2323145"/>
              <a:gd name="connsiteX195" fmla="*/ 2965030 w 11269336"/>
              <a:gd name="connsiteY195" fmla="*/ 2100494 h 2323145"/>
              <a:gd name="connsiteX196" fmla="*/ 2926342 w 11269336"/>
              <a:gd name="connsiteY196" fmla="*/ 2104155 h 2323145"/>
              <a:gd name="connsiteX197" fmla="*/ 2918608 w 11269336"/>
              <a:gd name="connsiteY197" fmla="*/ 2104215 h 2323145"/>
              <a:gd name="connsiteX198" fmla="*/ 2918475 w 11269336"/>
              <a:gd name="connsiteY198" fmla="*/ 2103937 h 2323145"/>
              <a:gd name="connsiteX199" fmla="*/ 2910360 w 11269336"/>
              <a:gd name="connsiteY199" fmla="*/ 2103444 h 2323145"/>
              <a:gd name="connsiteX200" fmla="*/ 2904507 w 11269336"/>
              <a:gd name="connsiteY200" fmla="*/ 2104326 h 2323145"/>
              <a:gd name="connsiteX201" fmla="*/ 2889503 w 11269336"/>
              <a:gd name="connsiteY201" fmla="*/ 2104443 h 2323145"/>
              <a:gd name="connsiteX202" fmla="*/ 2884480 w 11269336"/>
              <a:gd name="connsiteY202" fmla="*/ 2102626 h 2323145"/>
              <a:gd name="connsiteX203" fmla="*/ 2882689 w 11269336"/>
              <a:gd name="connsiteY203" fmla="*/ 2099228 h 2323145"/>
              <a:gd name="connsiteX204" fmla="*/ 2881291 w 11269336"/>
              <a:gd name="connsiteY204" fmla="*/ 2099618 h 2323145"/>
              <a:gd name="connsiteX205" fmla="*/ 2853979 w 11269336"/>
              <a:gd name="connsiteY205" fmla="*/ 2090388 h 2323145"/>
              <a:gd name="connsiteX206" fmla="*/ 2791790 w 11269336"/>
              <a:gd name="connsiteY206" fmla="*/ 2080332 h 2323145"/>
              <a:gd name="connsiteX207" fmla="*/ 2755844 w 11269336"/>
              <a:gd name="connsiteY207" fmla="*/ 2078874 h 2323145"/>
              <a:gd name="connsiteX208" fmla="*/ 2657742 w 11269336"/>
              <a:gd name="connsiteY208" fmla="*/ 2070179 h 2323145"/>
              <a:gd name="connsiteX209" fmla="*/ 2559549 w 11269336"/>
              <a:gd name="connsiteY209" fmla="*/ 2057873 h 2323145"/>
              <a:gd name="connsiteX210" fmla="*/ 2512054 w 11269336"/>
              <a:gd name="connsiteY210" fmla="*/ 2031671 h 2323145"/>
              <a:gd name="connsiteX211" fmla="*/ 2506437 w 11269336"/>
              <a:gd name="connsiteY211" fmla="*/ 2030918 h 2323145"/>
              <a:gd name="connsiteX212" fmla="*/ 2491752 w 11269336"/>
              <a:gd name="connsiteY212" fmla="*/ 2033906 h 2323145"/>
              <a:gd name="connsiteX213" fmla="*/ 2486338 w 11269336"/>
              <a:gd name="connsiteY213" fmla="*/ 2035862 h 2323145"/>
              <a:gd name="connsiteX214" fmla="*/ 2478186 w 11269336"/>
              <a:gd name="connsiteY214" fmla="*/ 2036953 h 2323145"/>
              <a:gd name="connsiteX215" fmla="*/ 2477950 w 11269336"/>
              <a:gd name="connsiteY215" fmla="*/ 2036715 h 2323145"/>
              <a:gd name="connsiteX216" fmla="*/ 2470381 w 11269336"/>
              <a:gd name="connsiteY216" fmla="*/ 2038256 h 2323145"/>
              <a:gd name="connsiteX217" fmla="*/ 2433781 w 11269336"/>
              <a:gd name="connsiteY217" fmla="*/ 2049140 h 2323145"/>
              <a:gd name="connsiteX218" fmla="*/ 2381172 w 11269336"/>
              <a:gd name="connsiteY218" fmla="*/ 2030645 h 2323145"/>
              <a:gd name="connsiteX219" fmla="*/ 2360198 w 11269336"/>
              <a:gd name="connsiteY219" fmla="*/ 2029059 h 2323145"/>
              <a:gd name="connsiteX220" fmla="*/ 2348815 w 11269336"/>
              <a:gd name="connsiteY220" fmla="*/ 2026798 h 2323145"/>
              <a:gd name="connsiteX221" fmla="*/ 2347988 w 11269336"/>
              <a:gd name="connsiteY221" fmla="*/ 2025745 h 2323145"/>
              <a:gd name="connsiteX222" fmla="*/ 2312920 w 11269336"/>
              <a:gd name="connsiteY222" fmla="*/ 2036311 h 2323145"/>
              <a:gd name="connsiteX223" fmla="*/ 2307986 w 11269336"/>
              <a:gd name="connsiteY223" fmla="*/ 2035583 h 2323145"/>
              <a:gd name="connsiteX224" fmla="*/ 2285481 w 11269336"/>
              <a:gd name="connsiteY224" fmla="*/ 2045197 h 2323145"/>
              <a:gd name="connsiteX225" fmla="*/ 2273666 w 11269336"/>
              <a:gd name="connsiteY225" fmla="*/ 2048710 h 2323145"/>
              <a:gd name="connsiteX226" fmla="*/ 2270719 w 11269336"/>
              <a:gd name="connsiteY226" fmla="*/ 2052702 h 2323145"/>
              <a:gd name="connsiteX227" fmla="*/ 2253080 w 11269336"/>
              <a:gd name="connsiteY227" fmla="*/ 2056363 h 2323145"/>
              <a:gd name="connsiteX228" fmla="*/ 2250906 w 11269336"/>
              <a:gd name="connsiteY228" fmla="*/ 2055654 h 2323145"/>
              <a:gd name="connsiteX229" fmla="*/ 2236905 w 11269336"/>
              <a:gd name="connsiteY229" fmla="*/ 2062882 h 2323145"/>
              <a:gd name="connsiteX230" fmla="*/ 2225830 w 11269336"/>
              <a:gd name="connsiteY230" fmla="*/ 2074027 h 2323145"/>
              <a:gd name="connsiteX231" fmla="*/ 2073776 w 11269336"/>
              <a:gd name="connsiteY231" fmla="*/ 2089244 h 2323145"/>
              <a:gd name="connsiteX232" fmla="*/ 1948256 w 11269336"/>
              <a:gd name="connsiteY232" fmla="*/ 2146616 h 2323145"/>
              <a:gd name="connsiteX233" fmla="*/ 1865582 w 11269336"/>
              <a:gd name="connsiteY233" fmla="*/ 2153738 h 2323145"/>
              <a:gd name="connsiteX234" fmla="*/ 1835210 w 11269336"/>
              <a:gd name="connsiteY234" fmla="*/ 2134244 h 2323145"/>
              <a:gd name="connsiteX235" fmla="*/ 1632661 w 11269336"/>
              <a:gd name="connsiteY235" fmla="*/ 2173882 h 2323145"/>
              <a:gd name="connsiteX236" fmla="*/ 1579590 w 11269336"/>
              <a:gd name="connsiteY236" fmla="*/ 2173680 h 2323145"/>
              <a:gd name="connsiteX237" fmla="*/ 1535601 w 11269336"/>
              <a:gd name="connsiteY237" fmla="*/ 2194590 h 2323145"/>
              <a:gd name="connsiteX238" fmla="*/ 1515594 w 11269336"/>
              <a:gd name="connsiteY238" fmla="*/ 2189622 h 2323145"/>
              <a:gd name="connsiteX239" fmla="*/ 1512113 w 11269336"/>
              <a:gd name="connsiteY239" fmla="*/ 2188534 h 2323145"/>
              <a:gd name="connsiteX240" fmla="*/ 1498838 w 11269336"/>
              <a:gd name="connsiteY240" fmla="*/ 2189213 h 2323145"/>
              <a:gd name="connsiteX241" fmla="*/ 1494279 w 11269336"/>
              <a:gd name="connsiteY241" fmla="*/ 2183112 h 2323145"/>
              <a:gd name="connsiteX242" fmla="*/ 1473714 w 11269336"/>
              <a:gd name="connsiteY242" fmla="*/ 2179625 h 2323145"/>
              <a:gd name="connsiteX243" fmla="*/ 1449503 w 11269336"/>
              <a:gd name="connsiteY243" fmla="*/ 2182633 h 2323145"/>
              <a:gd name="connsiteX244" fmla="*/ 1266687 w 11269336"/>
              <a:gd name="connsiteY244" fmla="*/ 2212688 h 2323145"/>
              <a:gd name="connsiteX245" fmla="*/ 1239614 w 11269336"/>
              <a:gd name="connsiteY245" fmla="*/ 2209727 h 2323145"/>
              <a:gd name="connsiteX246" fmla="*/ 1202436 w 11269336"/>
              <a:gd name="connsiteY246" fmla="*/ 2209817 h 2323145"/>
              <a:gd name="connsiteX247" fmla="*/ 1136097 w 11269336"/>
              <a:gd name="connsiteY247" fmla="*/ 2205112 h 2323145"/>
              <a:gd name="connsiteX248" fmla="*/ 988232 w 11269336"/>
              <a:gd name="connsiteY248" fmla="*/ 2235635 h 2323145"/>
              <a:gd name="connsiteX249" fmla="*/ 981959 w 11269336"/>
              <a:gd name="connsiteY249" fmla="*/ 2231607 h 2323145"/>
              <a:gd name="connsiteX250" fmla="*/ 938600 w 11269336"/>
              <a:gd name="connsiteY250" fmla="*/ 2238113 h 2323145"/>
              <a:gd name="connsiteX251" fmla="*/ 791788 w 11269336"/>
              <a:gd name="connsiteY251" fmla="*/ 2293224 h 2323145"/>
              <a:gd name="connsiteX252" fmla="*/ 706914 w 11269336"/>
              <a:gd name="connsiteY252" fmla="*/ 2305046 h 2323145"/>
              <a:gd name="connsiteX253" fmla="*/ 675971 w 11269336"/>
              <a:gd name="connsiteY253" fmla="*/ 2304030 h 2323145"/>
              <a:gd name="connsiteX254" fmla="*/ 624180 w 11269336"/>
              <a:gd name="connsiteY254" fmla="*/ 2302650 h 2323145"/>
              <a:gd name="connsiteX255" fmla="*/ 583453 w 11269336"/>
              <a:gd name="connsiteY255" fmla="*/ 2288788 h 2323145"/>
              <a:gd name="connsiteX256" fmla="*/ 540946 w 11269336"/>
              <a:gd name="connsiteY256" fmla="*/ 2292721 h 2323145"/>
              <a:gd name="connsiteX257" fmla="*/ 533680 w 11269336"/>
              <a:gd name="connsiteY257" fmla="*/ 2310233 h 2323145"/>
              <a:gd name="connsiteX258" fmla="*/ 487366 w 11269336"/>
              <a:gd name="connsiteY258" fmla="*/ 2309053 h 2323145"/>
              <a:gd name="connsiteX259" fmla="*/ 416820 w 11269336"/>
              <a:gd name="connsiteY259" fmla="*/ 2305443 h 2323145"/>
              <a:gd name="connsiteX260" fmla="*/ 376805 w 11269336"/>
              <a:gd name="connsiteY260" fmla="*/ 2307647 h 2323145"/>
              <a:gd name="connsiteX261" fmla="*/ 266777 w 11269336"/>
              <a:gd name="connsiteY261" fmla="*/ 2309012 h 2323145"/>
              <a:gd name="connsiteX262" fmla="*/ 156013 w 11269336"/>
              <a:gd name="connsiteY262" fmla="*/ 2306832 h 2323145"/>
              <a:gd name="connsiteX263" fmla="*/ 87258 w 11269336"/>
              <a:gd name="connsiteY263" fmla="*/ 2285511 h 2323145"/>
              <a:gd name="connsiteX264" fmla="*/ 23798 w 11269336"/>
              <a:gd name="connsiteY264" fmla="*/ 2281822 h 2323145"/>
              <a:gd name="connsiteX265" fmla="*/ 0 w 11269336"/>
              <a:gd name="connsiteY265" fmla="*/ 2285369 h 2323145"/>
              <a:gd name="connsiteX266" fmla="*/ 0 w 11269336"/>
              <a:gd name="connsiteY266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656836 w 11269336"/>
              <a:gd name="connsiteY18" fmla="*/ 469967 h 2323145"/>
              <a:gd name="connsiteX19" fmla="*/ 9380600 w 11269336"/>
              <a:gd name="connsiteY19" fmla="*/ 549821 h 2323145"/>
              <a:gd name="connsiteX20" fmla="*/ 9139429 w 11269336"/>
              <a:gd name="connsiteY20" fmla="*/ 696446 h 2323145"/>
              <a:gd name="connsiteX21" fmla="*/ 9028928 w 11269336"/>
              <a:gd name="connsiteY21" fmla="*/ 745350 h 2323145"/>
              <a:gd name="connsiteX22" fmla="*/ 8977138 w 11269336"/>
              <a:gd name="connsiteY22" fmla="*/ 774970 h 2323145"/>
              <a:gd name="connsiteX23" fmla="*/ 8947030 w 11269336"/>
              <a:gd name="connsiteY23" fmla="*/ 814934 h 2323145"/>
              <a:gd name="connsiteX24" fmla="*/ 8914746 w 11269336"/>
              <a:gd name="connsiteY24" fmla="*/ 826428 h 2323145"/>
              <a:gd name="connsiteX25" fmla="*/ 8917778 w 11269336"/>
              <a:gd name="connsiteY25" fmla="*/ 835198 h 2323145"/>
              <a:gd name="connsiteX26" fmla="*/ 8905560 w 11269336"/>
              <a:gd name="connsiteY26" fmla="*/ 838358 h 2323145"/>
              <a:gd name="connsiteX27" fmla="*/ 8897564 w 11269336"/>
              <a:gd name="connsiteY27" fmla="*/ 834287 h 2323145"/>
              <a:gd name="connsiteX28" fmla="*/ 8878040 w 11269336"/>
              <a:gd name="connsiteY28" fmla="*/ 844150 h 2323145"/>
              <a:gd name="connsiteX29" fmla="*/ 8882654 w 11269336"/>
              <a:gd name="connsiteY29" fmla="*/ 892768 h 2323145"/>
              <a:gd name="connsiteX30" fmla="*/ 8795998 w 11269336"/>
              <a:gd name="connsiteY30" fmla="*/ 863337 h 2323145"/>
              <a:gd name="connsiteX31" fmla="*/ 8776970 w 11269336"/>
              <a:gd name="connsiteY31" fmla="*/ 885177 h 2323145"/>
              <a:gd name="connsiteX32" fmla="*/ 8755719 w 11269336"/>
              <a:gd name="connsiteY32" fmla="*/ 889754 h 2323145"/>
              <a:gd name="connsiteX33" fmla="*/ 8743257 w 11269336"/>
              <a:gd name="connsiteY33" fmla="*/ 904723 h 2323145"/>
              <a:gd name="connsiteX34" fmla="*/ 8721366 w 11269336"/>
              <a:gd name="connsiteY34" fmla="*/ 904711 h 2323145"/>
              <a:gd name="connsiteX35" fmla="*/ 8678353 w 11269336"/>
              <a:gd name="connsiteY35" fmla="*/ 926318 h 2323145"/>
              <a:gd name="connsiteX36" fmla="*/ 8636849 w 11269336"/>
              <a:gd name="connsiteY36" fmla="*/ 937900 h 2323145"/>
              <a:gd name="connsiteX37" fmla="*/ 8620213 w 11269336"/>
              <a:gd name="connsiteY37" fmla="*/ 943068 h 2323145"/>
              <a:gd name="connsiteX38" fmla="*/ 8612581 w 11269336"/>
              <a:gd name="connsiteY38" fmla="*/ 952695 h 2323145"/>
              <a:gd name="connsiteX39" fmla="*/ 8589038 w 11269336"/>
              <a:gd name="connsiteY39" fmla="*/ 963892 h 2323145"/>
              <a:gd name="connsiteX40" fmla="*/ 8579950 w 11269336"/>
              <a:gd name="connsiteY40" fmla="*/ 960899 h 2323145"/>
              <a:gd name="connsiteX41" fmla="*/ 8579319 w 11269336"/>
              <a:gd name="connsiteY41" fmla="*/ 965630 h 2323145"/>
              <a:gd name="connsiteX42" fmla="*/ 8547429 w 11269336"/>
              <a:gd name="connsiteY42" fmla="*/ 984506 h 2323145"/>
              <a:gd name="connsiteX43" fmla="*/ 8478704 w 11269336"/>
              <a:gd name="connsiteY43" fmla="*/ 1025490 h 2323145"/>
              <a:gd name="connsiteX44" fmla="*/ 8461421 w 11269336"/>
              <a:gd name="connsiteY44" fmla="*/ 1035512 h 2323145"/>
              <a:gd name="connsiteX45" fmla="*/ 8445003 w 11269336"/>
              <a:gd name="connsiteY45" fmla="*/ 1036851 h 2323145"/>
              <a:gd name="connsiteX46" fmla="*/ 8357350 w 11269336"/>
              <a:gd name="connsiteY46" fmla="*/ 1060213 h 2323145"/>
              <a:gd name="connsiteX47" fmla="*/ 8335565 w 11269336"/>
              <a:gd name="connsiteY47" fmla="*/ 1061151 h 2323145"/>
              <a:gd name="connsiteX48" fmla="*/ 8325267 w 11269336"/>
              <a:gd name="connsiteY48" fmla="*/ 1055919 h 2323145"/>
              <a:gd name="connsiteX49" fmla="*/ 8293586 w 11269336"/>
              <a:gd name="connsiteY49" fmla="*/ 1076144 h 2323145"/>
              <a:gd name="connsiteX50" fmla="*/ 8242405 w 11269336"/>
              <a:gd name="connsiteY50" fmla="*/ 1095960 h 2323145"/>
              <a:gd name="connsiteX51" fmla="*/ 8197391 w 11269336"/>
              <a:gd name="connsiteY51" fmla="*/ 1107746 h 2323145"/>
              <a:gd name="connsiteX52" fmla="*/ 8081474 w 11269336"/>
              <a:gd name="connsiteY52" fmla="*/ 1130125 h 2323145"/>
              <a:gd name="connsiteX53" fmla="*/ 8053585 w 11269336"/>
              <a:gd name="connsiteY53" fmla="*/ 1129169 h 2323145"/>
              <a:gd name="connsiteX54" fmla="*/ 8038422 w 11269336"/>
              <a:gd name="connsiteY54" fmla="*/ 1119092 h 2323145"/>
              <a:gd name="connsiteX55" fmla="*/ 8029450 w 11269336"/>
              <a:gd name="connsiteY55" fmla="*/ 1125592 h 2323145"/>
              <a:gd name="connsiteX56" fmla="*/ 7959552 w 11269336"/>
              <a:gd name="connsiteY56" fmla="*/ 1140188 h 2323145"/>
              <a:gd name="connsiteX57" fmla="*/ 7914188 w 11269336"/>
              <a:gd name="connsiteY57" fmla="*/ 1150862 h 2323145"/>
              <a:gd name="connsiteX58" fmla="*/ 7914918 w 11269336"/>
              <a:gd name="connsiteY58" fmla="*/ 1168758 h 2323145"/>
              <a:gd name="connsiteX59" fmla="*/ 7875510 w 11269336"/>
              <a:gd name="connsiteY59" fmla="*/ 1183153 h 2323145"/>
              <a:gd name="connsiteX60" fmla="*/ 7829932 w 11269336"/>
              <a:gd name="connsiteY60" fmla="*/ 1180782 h 2323145"/>
              <a:gd name="connsiteX61" fmla="*/ 7779182 w 11269336"/>
              <a:gd name="connsiteY61" fmla="*/ 1192665 h 2323145"/>
              <a:gd name="connsiteX62" fmla="*/ 7748774 w 11269336"/>
              <a:gd name="connsiteY62" fmla="*/ 1199586 h 2323145"/>
              <a:gd name="connsiteX63" fmla="*/ 7671846 w 11269336"/>
              <a:gd name="connsiteY63" fmla="*/ 1231966 h 2323145"/>
              <a:gd name="connsiteX64" fmla="*/ 7554146 w 11269336"/>
              <a:gd name="connsiteY64" fmla="*/ 1319748 h 2323145"/>
              <a:gd name="connsiteX65" fmla="*/ 7515052 w 11269336"/>
              <a:gd name="connsiteY65" fmla="*/ 1336718 h 2323145"/>
              <a:gd name="connsiteX66" fmla="*/ 7507193 w 11269336"/>
              <a:gd name="connsiteY66" fmla="*/ 1334617 h 2323145"/>
              <a:gd name="connsiteX67" fmla="*/ 7461694 w 11269336"/>
              <a:gd name="connsiteY67" fmla="*/ 1375866 h 2323145"/>
              <a:gd name="connsiteX68" fmla="*/ 7377571 w 11269336"/>
              <a:gd name="connsiteY68" fmla="*/ 1400128 h 2323145"/>
              <a:gd name="connsiteX69" fmla="*/ 7311261 w 11269336"/>
              <a:gd name="connsiteY69" fmla="*/ 1412652 h 2323145"/>
              <a:gd name="connsiteX70" fmla="*/ 7275307 w 11269336"/>
              <a:gd name="connsiteY70" fmla="*/ 1422171 h 2323145"/>
              <a:gd name="connsiteX71" fmla="*/ 7247783 w 11269336"/>
              <a:gd name="connsiteY71" fmla="*/ 1426330 h 2323145"/>
              <a:gd name="connsiteX72" fmla="*/ 7185047 w 11269336"/>
              <a:gd name="connsiteY72" fmla="*/ 1451812 h 2323145"/>
              <a:gd name="connsiteX73" fmla="*/ 7084117 w 11269336"/>
              <a:gd name="connsiteY73" fmla="*/ 1500281 h 2323145"/>
              <a:gd name="connsiteX74" fmla="*/ 7062011 w 11269336"/>
              <a:gd name="connsiteY74" fmla="*/ 1509183 h 2323145"/>
              <a:gd name="connsiteX75" fmla="*/ 7040555 w 11269336"/>
              <a:gd name="connsiteY75" fmla="*/ 1511207 h 2323145"/>
              <a:gd name="connsiteX76" fmla="*/ 7033438 w 11269336"/>
              <a:gd name="connsiteY76" fmla="*/ 1506772 h 2323145"/>
              <a:gd name="connsiteX77" fmla="*/ 7020886 w 11269336"/>
              <a:gd name="connsiteY77" fmla="*/ 1510764 h 2323145"/>
              <a:gd name="connsiteX78" fmla="*/ 7017033 w 11269336"/>
              <a:gd name="connsiteY78" fmla="*/ 1510650 h 2323145"/>
              <a:gd name="connsiteX79" fmla="*/ 6995460 w 11269336"/>
              <a:gd name="connsiteY79" fmla="*/ 1511173 h 2323145"/>
              <a:gd name="connsiteX80" fmla="*/ 6962144 w 11269336"/>
              <a:gd name="connsiteY80" fmla="*/ 1541508 h 2323145"/>
              <a:gd name="connsiteX81" fmla="*/ 6910674 w 11269336"/>
              <a:gd name="connsiteY81" fmla="*/ 1554793 h 2323145"/>
              <a:gd name="connsiteX82" fmla="*/ 6732152 w 11269336"/>
              <a:gd name="connsiteY82" fmla="*/ 1642538 h 2323145"/>
              <a:gd name="connsiteX83" fmla="*/ 6694106 w 11269336"/>
              <a:gd name="connsiteY83" fmla="*/ 1632377 h 2323145"/>
              <a:gd name="connsiteX84" fmla="*/ 6617223 w 11269336"/>
              <a:gd name="connsiteY84" fmla="*/ 1659889 h 2323145"/>
              <a:gd name="connsiteX85" fmla="*/ 6521138 w 11269336"/>
              <a:gd name="connsiteY85" fmla="*/ 1744340 h 2323145"/>
              <a:gd name="connsiteX86" fmla="*/ 6380677 w 11269336"/>
              <a:gd name="connsiteY86" fmla="*/ 1796883 h 2323145"/>
              <a:gd name="connsiteX87" fmla="*/ 6374897 w 11269336"/>
              <a:gd name="connsiteY87" fmla="*/ 1809910 h 2323145"/>
              <a:gd name="connsiteX88" fmla="*/ 6364545 w 11269336"/>
              <a:gd name="connsiteY88" fmla="*/ 1820090 h 2323145"/>
              <a:gd name="connsiteX89" fmla="*/ 6362126 w 11269336"/>
              <a:gd name="connsiteY89" fmla="*/ 1819991 h 2323145"/>
              <a:gd name="connsiteX90" fmla="*/ 6346673 w 11269336"/>
              <a:gd name="connsiteY90" fmla="*/ 1827824 h 2323145"/>
              <a:gd name="connsiteX91" fmla="*/ 6345588 w 11269336"/>
              <a:gd name="connsiteY91" fmla="*/ 1832232 h 2323145"/>
              <a:gd name="connsiteX92" fmla="*/ 6335708 w 11269336"/>
              <a:gd name="connsiteY92" fmla="*/ 1838451 h 2323145"/>
              <a:gd name="connsiteX93" fmla="*/ 6318182 w 11269336"/>
              <a:gd name="connsiteY93" fmla="*/ 1852975 h 2323145"/>
              <a:gd name="connsiteX94" fmla="*/ 6313084 w 11269336"/>
              <a:gd name="connsiteY94" fmla="*/ 1853561 h 2323145"/>
              <a:gd name="connsiteX95" fmla="*/ 6283816 w 11269336"/>
              <a:gd name="connsiteY95" fmla="*/ 1872148 h 2323145"/>
              <a:gd name="connsiteX96" fmla="*/ 6282550 w 11269336"/>
              <a:gd name="connsiteY96" fmla="*/ 1871392 h 2323145"/>
              <a:gd name="connsiteX97" fmla="*/ 6270527 w 11269336"/>
              <a:gd name="connsiteY97" fmla="*/ 1872208 h 2323145"/>
              <a:gd name="connsiteX98" fmla="*/ 6249518 w 11269336"/>
              <a:gd name="connsiteY98" fmla="*/ 1876079 h 2323145"/>
              <a:gd name="connsiteX99" fmla="*/ 6190386 w 11269336"/>
              <a:gd name="connsiteY99" fmla="*/ 1872478 h 2323145"/>
              <a:gd name="connsiteX100" fmla="*/ 6159777 w 11269336"/>
              <a:gd name="connsiteY100" fmla="*/ 1891745 h 2323145"/>
              <a:gd name="connsiteX101" fmla="*/ 6153131 w 11269336"/>
              <a:gd name="connsiteY101" fmla="*/ 1895079 h 2323145"/>
              <a:gd name="connsiteX102" fmla="*/ 6152798 w 11269336"/>
              <a:gd name="connsiteY102" fmla="*/ 1894920 h 2323145"/>
              <a:gd name="connsiteX103" fmla="*/ 6145388 w 11269336"/>
              <a:gd name="connsiteY103" fmla="*/ 1897990 h 2323145"/>
              <a:gd name="connsiteX104" fmla="*/ 6141014 w 11269336"/>
              <a:gd name="connsiteY104" fmla="*/ 1901155 h 2323145"/>
              <a:gd name="connsiteX105" fmla="*/ 6128122 w 11269336"/>
              <a:gd name="connsiteY105" fmla="*/ 1907623 h 2323145"/>
              <a:gd name="connsiteX106" fmla="*/ 6122351 w 11269336"/>
              <a:gd name="connsiteY106" fmla="*/ 1908359 h 2323145"/>
              <a:gd name="connsiteX107" fmla="*/ 6064750 w 11269336"/>
              <a:gd name="connsiteY107" fmla="*/ 1896394 h 2323145"/>
              <a:gd name="connsiteX108" fmla="*/ 5964230 w 11269336"/>
              <a:gd name="connsiteY108" fmla="*/ 1910038 h 2323145"/>
              <a:gd name="connsiteX109" fmla="*/ 5865399 w 11269336"/>
              <a:gd name="connsiteY109" fmla="*/ 1926966 h 2323145"/>
              <a:gd name="connsiteX110" fmla="*/ 5829951 w 11269336"/>
              <a:gd name="connsiteY110" fmla="*/ 1934755 h 2323145"/>
              <a:gd name="connsiteX111" fmla="*/ 5765285 w 11269336"/>
              <a:gd name="connsiteY111" fmla="*/ 1941322 h 2323145"/>
              <a:gd name="connsiteX112" fmla="*/ 5734750 w 11269336"/>
              <a:gd name="connsiteY112" fmla="*/ 1939793 h 2323145"/>
              <a:gd name="connsiteX113" fmla="*/ 5733569 w 11269336"/>
              <a:gd name="connsiteY113" fmla="*/ 1940505 h 2323145"/>
              <a:gd name="connsiteX114" fmla="*/ 5730329 w 11269336"/>
              <a:gd name="connsiteY114" fmla="*/ 1937845 h 2323145"/>
              <a:gd name="connsiteX115" fmla="*/ 5724661 w 11269336"/>
              <a:gd name="connsiteY115" fmla="*/ 1937455 h 2323145"/>
              <a:gd name="connsiteX116" fmla="*/ 5710186 w 11269336"/>
              <a:gd name="connsiteY116" fmla="*/ 1941370 h 2323145"/>
              <a:gd name="connsiteX117" fmla="*/ 5704910 w 11269336"/>
              <a:gd name="connsiteY117" fmla="*/ 1943663 h 2323145"/>
              <a:gd name="connsiteX118" fmla="*/ 5696836 w 11269336"/>
              <a:gd name="connsiteY118" fmla="*/ 1945271 h 2323145"/>
              <a:gd name="connsiteX119" fmla="*/ 5696583 w 11269336"/>
              <a:gd name="connsiteY119" fmla="*/ 1945050 h 2323145"/>
              <a:gd name="connsiteX120" fmla="*/ 5689123 w 11269336"/>
              <a:gd name="connsiteY120" fmla="*/ 1947067 h 2323145"/>
              <a:gd name="connsiteX121" fmla="*/ 5653291 w 11269336"/>
              <a:gd name="connsiteY121" fmla="*/ 1960245 h 2323145"/>
              <a:gd name="connsiteX122" fmla="*/ 5599385 w 11269336"/>
              <a:gd name="connsiteY122" fmla="*/ 1945198 h 2323145"/>
              <a:gd name="connsiteX123" fmla="*/ 5578300 w 11269336"/>
              <a:gd name="connsiteY123" fmla="*/ 1944963 h 2323145"/>
              <a:gd name="connsiteX124" fmla="*/ 5566758 w 11269336"/>
              <a:gd name="connsiteY124" fmla="*/ 1943441 h 2323145"/>
              <a:gd name="connsiteX125" fmla="*/ 5565857 w 11269336"/>
              <a:gd name="connsiteY125" fmla="*/ 1942445 h 2323145"/>
              <a:gd name="connsiteX126" fmla="*/ 5531534 w 11269336"/>
              <a:gd name="connsiteY126" fmla="*/ 1955208 h 2323145"/>
              <a:gd name="connsiteX127" fmla="*/ 5526552 w 11269336"/>
              <a:gd name="connsiteY127" fmla="*/ 1954799 h 2323145"/>
              <a:gd name="connsiteX128" fmla="*/ 5504723 w 11269336"/>
              <a:gd name="connsiteY128" fmla="*/ 1965811 h 2323145"/>
              <a:gd name="connsiteX129" fmla="*/ 5493156 w 11269336"/>
              <a:gd name="connsiteY129" fmla="*/ 1970063 h 2323145"/>
              <a:gd name="connsiteX130" fmla="*/ 5490486 w 11269336"/>
              <a:gd name="connsiteY130" fmla="*/ 1974227 h 2323145"/>
              <a:gd name="connsiteX131" fmla="*/ 5473107 w 11269336"/>
              <a:gd name="connsiteY131" fmla="*/ 1979001 h 2323145"/>
              <a:gd name="connsiteX132" fmla="*/ 5470885 w 11269336"/>
              <a:gd name="connsiteY132" fmla="*/ 1978432 h 2323145"/>
              <a:gd name="connsiteX133" fmla="*/ 5457393 w 11269336"/>
              <a:gd name="connsiteY133" fmla="*/ 1986525 h 2323145"/>
              <a:gd name="connsiteX134" fmla="*/ 5447102 w 11269336"/>
              <a:gd name="connsiteY134" fmla="*/ 1998329 h 2323145"/>
              <a:gd name="connsiteX135" fmla="*/ 5159151 w 11269336"/>
              <a:gd name="connsiteY135" fmla="*/ 2029640 h 2323145"/>
              <a:gd name="connsiteX136" fmla="*/ 5041688 w 11269336"/>
              <a:gd name="connsiteY136" fmla="*/ 2022334 h 2323145"/>
              <a:gd name="connsiteX137" fmla="*/ 4860988 w 11269336"/>
              <a:gd name="connsiteY137" fmla="*/ 2135698 h 2323145"/>
              <a:gd name="connsiteX138" fmla="*/ 4807902 w 11269336"/>
              <a:gd name="connsiteY138" fmla="*/ 2138894 h 2323145"/>
              <a:gd name="connsiteX139" fmla="*/ 4765388 w 11269336"/>
              <a:gd name="connsiteY139" fmla="*/ 2162525 h 2323145"/>
              <a:gd name="connsiteX140" fmla="*/ 4745033 w 11269336"/>
              <a:gd name="connsiteY140" fmla="*/ 2158859 h 2323145"/>
              <a:gd name="connsiteX141" fmla="*/ 4741475 w 11269336"/>
              <a:gd name="connsiteY141" fmla="*/ 2157998 h 2323145"/>
              <a:gd name="connsiteX142" fmla="*/ 4728247 w 11269336"/>
              <a:gd name="connsiteY142" fmla="*/ 2159526 h 2323145"/>
              <a:gd name="connsiteX143" fmla="*/ 4723263 w 11269336"/>
              <a:gd name="connsiteY143" fmla="*/ 2153742 h 2323145"/>
              <a:gd name="connsiteX144" fmla="*/ 4702453 w 11269336"/>
              <a:gd name="connsiteY144" fmla="*/ 2151586 h 2323145"/>
              <a:gd name="connsiteX145" fmla="*/ 4678455 w 11269336"/>
              <a:gd name="connsiteY145" fmla="*/ 2156131 h 2323145"/>
              <a:gd name="connsiteX146" fmla="*/ 4593061 w 11269336"/>
              <a:gd name="connsiteY146" fmla="*/ 2171597 h 2323145"/>
              <a:gd name="connsiteX147" fmla="*/ 4579902 w 11269336"/>
              <a:gd name="connsiteY147" fmla="*/ 2177927 h 2323145"/>
              <a:gd name="connsiteX148" fmla="*/ 4533444 w 11269336"/>
              <a:gd name="connsiteY148" fmla="*/ 2181200 h 2323145"/>
              <a:gd name="connsiteX149" fmla="*/ 4492832 w 11269336"/>
              <a:gd name="connsiteY149" fmla="*/ 2188033 h 2323145"/>
              <a:gd name="connsiteX150" fmla="*/ 4467257 w 11269336"/>
              <a:gd name="connsiteY150" fmla="*/ 2196121 h 2323145"/>
              <a:gd name="connsiteX151" fmla="*/ 4459937 w 11269336"/>
              <a:gd name="connsiteY151" fmla="*/ 2195182 h 2323145"/>
              <a:gd name="connsiteX152" fmla="*/ 4433312 w 11269336"/>
              <a:gd name="connsiteY152" fmla="*/ 2199004 h 2323145"/>
              <a:gd name="connsiteX153" fmla="*/ 4420601 w 11269336"/>
              <a:gd name="connsiteY153" fmla="*/ 2205158 h 2323145"/>
              <a:gd name="connsiteX154" fmla="*/ 4405765 w 11269336"/>
              <a:gd name="connsiteY154" fmla="*/ 2199902 h 2323145"/>
              <a:gd name="connsiteX155" fmla="*/ 4401354 w 11269336"/>
              <a:gd name="connsiteY155" fmla="*/ 2194745 h 2323145"/>
              <a:gd name="connsiteX156" fmla="*/ 4383151 w 11269336"/>
              <a:gd name="connsiteY156" fmla="*/ 2201140 h 2323145"/>
              <a:gd name="connsiteX157" fmla="*/ 4366646 w 11269336"/>
              <a:gd name="connsiteY157" fmla="*/ 2198564 h 2323145"/>
              <a:gd name="connsiteX158" fmla="*/ 4354009 w 11269336"/>
              <a:gd name="connsiteY158" fmla="*/ 2204984 h 2323145"/>
              <a:gd name="connsiteX159" fmla="*/ 4348284 w 11269336"/>
              <a:gd name="connsiteY159" fmla="*/ 2205270 h 2323145"/>
              <a:gd name="connsiteX160" fmla="*/ 4333906 w 11269336"/>
              <a:gd name="connsiteY160" fmla="*/ 2205251 h 2323145"/>
              <a:gd name="connsiteX161" fmla="*/ 4308819 w 11269336"/>
              <a:gd name="connsiteY161" fmla="*/ 2203822 h 2323145"/>
              <a:gd name="connsiteX162" fmla="*/ 4301210 w 11269336"/>
              <a:gd name="connsiteY162" fmla="*/ 2204456 h 2323145"/>
              <a:gd name="connsiteX163" fmla="*/ 4283095 w 11269336"/>
              <a:gd name="connsiteY163" fmla="*/ 2198177 h 2323145"/>
              <a:gd name="connsiteX164" fmla="*/ 4250119 w 11269336"/>
              <a:gd name="connsiteY164" fmla="*/ 2196342 h 2323145"/>
              <a:gd name="connsiteX165" fmla="*/ 4189203 w 11269336"/>
              <a:gd name="connsiteY165" fmla="*/ 2178994 h 2323145"/>
              <a:gd name="connsiteX166" fmla="*/ 4154035 w 11269336"/>
              <a:gd name="connsiteY166" fmla="*/ 2171950 h 2323145"/>
              <a:gd name="connsiteX167" fmla="*/ 4129569 w 11269336"/>
              <a:gd name="connsiteY167" fmla="*/ 2163850 h 2323145"/>
              <a:gd name="connsiteX168" fmla="*/ 4061250 w 11269336"/>
              <a:gd name="connsiteY168" fmla="*/ 2159236 h 2323145"/>
              <a:gd name="connsiteX169" fmla="*/ 3945480 w 11269336"/>
              <a:gd name="connsiteY169" fmla="*/ 2158279 h 2323145"/>
              <a:gd name="connsiteX170" fmla="*/ 3921468 w 11269336"/>
              <a:gd name="connsiteY170" fmla="*/ 2156588 h 2323145"/>
              <a:gd name="connsiteX171" fmla="*/ 3903348 w 11269336"/>
              <a:gd name="connsiteY171" fmla="*/ 2149220 h 2323145"/>
              <a:gd name="connsiteX172" fmla="*/ 3901342 w 11269336"/>
              <a:gd name="connsiteY172" fmla="*/ 2142355 h 2323145"/>
              <a:gd name="connsiteX173" fmla="*/ 3888539 w 11269336"/>
              <a:gd name="connsiteY173" fmla="*/ 2140476 h 2323145"/>
              <a:gd name="connsiteX174" fmla="*/ 3885662 w 11269336"/>
              <a:gd name="connsiteY174" fmla="*/ 2138740 h 2323145"/>
              <a:gd name="connsiteX175" fmla="*/ 3868627 w 11269336"/>
              <a:gd name="connsiteY175" fmla="*/ 2130023 h 2323145"/>
              <a:gd name="connsiteX176" fmla="*/ 3819177 w 11269336"/>
              <a:gd name="connsiteY176" fmla="*/ 2142111 h 2323145"/>
              <a:gd name="connsiteX177" fmla="*/ 3769100 w 11269336"/>
              <a:gd name="connsiteY177" fmla="*/ 2131731 h 2323145"/>
              <a:gd name="connsiteX178" fmla="*/ 3562752 w 11269336"/>
              <a:gd name="connsiteY178" fmla="*/ 2131785 h 2323145"/>
              <a:gd name="connsiteX179" fmla="*/ 3541402 w 11269336"/>
              <a:gd name="connsiteY179" fmla="*/ 2106821 h 2323145"/>
              <a:gd name="connsiteX180" fmla="*/ 3365341 w 11269336"/>
              <a:gd name="connsiteY180" fmla="*/ 2077638 h 2323145"/>
              <a:gd name="connsiteX181" fmla="*/ 3170922 w 11269336"/>
              <a:gd name="connsiteY181" fmla="*/ 2115957 h 2323145"/>
              <a:gd name="connsiteX182" fmla="*/ 3156256 w 11269336"/>
              <a:gd name="connsiteY182" fmla="*/ 2124773 h 2323145"/>
              <a:gd name="connsiteX183" fmla="*/ 3140298 w 11269336"/>
              <a:gd name="connsiteY183" fmla="*/ 2129182 h 2323145"/>
              <a:gd name="connsiteX184" fmla="*/ 3138514 w 11269336"/>
              <a:gd name="connsiteY184" fmla="*/ 2128069 h 2323145"/>
              <a:gd name="connsiteX185" fmla="*/ 3120467 w 11269336"/>
              <a:gd name="connsiteY185" fmla="*/ 2128281 h 2323145"/>
              <a:gd name="connsiteX186" fmla="*/ 3116175 w 11269336"/>
              <a:gd name="connsiteY186" fmla="*/ 2131633 h 2323145"/>
              <a:gd name="connsiteX187" fmla="*/ 3103685 w 11269336"/>
              <a:gd name="connsiteY187" fmla="*/ 2132814 h 2323145"/>
              <a:gd name="connsiteX188" fmla="*/ 3078794 w 11269336"/>
              <a:gd name="connsiteY188" fmla="*/ 2137935 h 2323145"/>
              <a:gd name="connsiteX189" fmla="*/ 3074407 w 11269336"/>
              <a:gd name="connsiteY189" fmla="*/ 2136274 h 2323145"/>
              <a:gd name="connsiteX190" fmla="*/ 3037285 w 11269336"/>
              <a:gd name="connsiteY190" fmla="*/ 2139919 h 2323145"/>
              <a:gd name="connsiteX191" fmla="*/ 3036901 w 11269336"/>
              <a:gd name="connsiteY191" fmla="*/ 2138726 h 2323145"/>
              <a:gd name="connsiteX192" fmla="*/ 3026996 w 11269336"/>
              <a:gd name="connsiteY192" fmla="*/ 2134322 h 2323145"/>
              <a:gd name="connsiteX193" fmla="*/ 3007772 w 11269336"/>
              <a:gd name="connsiteY193" fmla="*/ 2128742 h 2323145"/>
              <a:gd name="connsiteX194" fmla="*/ 2965030 w 11269336"/>
              <a:gd name="connsiteY194" fmla="*/ 2100494 h 2323145"/>
              <a:gd name="connsiteX195" fmla="*/ 2926342 w 11269336"/>
              <a:gd name="connsiteY195" fmla="*/ 2104155 h 2323145"/>
              <a:gd name="connsiteX196" fmla="*/ 2918608 w 11269336"/>
              <a:gd name="connsiteY196" fmla="*/ 2104215 h 2323145"/>
              <a:gd name="connsiteX197" fmla="*/ 2918475 w 11269336"/>
              <a:gd name="connsiteY197" fmla="*/ 2103937 h 2323145"/>
              <a:gd name="connsiteX198" fmla="*/ 2910360 w 11269336"/>
              <a:gd name="connsiteY198" fmla="*/ 2103444 h 2323145"/>
              <a:gd name="connsiteX199" fmla="*/ 2904507 w 11269336"/>
              <a:gd name="connsiteY199" fmla="*/ 2104326 h 2323145"/>
              <a:gd name="connsiteX200" fmla="*/ 2889503 w 11269336"/>
              <a:gd name="connsiteY200" fmla="*/ 2104443 h 2323145"/>
              <a:gd name="connsiteX201" fmla="*/ 2884480 w 11269336"/>
              <a:gd name="connsiteY201" fmla="*/ 2102626 h 2323145"/>
              <a:gd name="connsiteX202" fmla="*/ 2882689 w 11269336"/>
              <a:gd name="connsiteY202" fmla="*/ 2099228 h 2323145"/>
              <a:gd name="connsiteX203" fmla="*/ 2881291 w 11269336"/>
              <a:gd name="connsiteY203" fmla="*/ 2099618 h 2323145"/>
              <a:gd name="connsiteX204" fmla="*/ 2853979 w 11269336"/>
              <a:gd name="connsiteY204" fmla="*/ 2090388 h 2323145"/>
              <a:gd name="connsiteX205" fmla="*/ 2791790 w 11269336"/>
              <a:gd name="connsiteY205" fmla="*/ 2080332 h 2323145"/>
              <a:gd name="connsiteX206" fmla="*/ 2755844 w 11269336"/>
              <a:gd name="connsiteY206" fmla="*/ 2078874 h 2323145"/>
              <a:gd name="connsiteX207" fmla="*/ 2657742 w 11269336"/>
              <a:gd name="connsiteY207" fmla="*/ 2070179 h 2323145"/>
              <a:gd name="connsiteX208" fmla="*/ 2559549 w 11269336"/>
              <a:gd name="connsiteY208" fmla="*/ 2057873 h 2323145"/>
              <a:gd name="connsiteX209" fmla="*/ 2512054 w 11269336"/>
              <a:gd name="connsiteY209" fmla="*/ 2031671 h 2323145"/>
              <a:gd name="connsiteX210" fmla="*/ 2506437 w 11269336"/>
              <a:gd name="connsiteY210" fmla="*/ 2030918 h 2323145"/>
              <a:gd name="connsiteX211" fmla="*/ 2491752 w 11269336"/>
              <a:gd name="connsiteY211" fmla="*/ 2033906 h 2323145"/>
              <a:gd name="connsiteX212" fmla="*/ 2486338 w 11269336"/>
              <a:gd name="connsiteY212" fmla="*/ 2035862 h 2323145"/>
              <a:gd name="connsiteX213" fmla="*/ 2478186 w 11269336"/>
              <a:gd name="connsiteY213" fmla="*/ 2036953 h 2323145"/>
              <a:gd name="connsiteX214" fmla="*/ 2477950 w 11269336"/>
              <a:gd name="connsiteY214" fmla="*/ 2036715 h 2323145"/>
              <a:gd name="connsiteX215" fmla="*/ 2470381 w 11269336"/>
              <a:gd name="connsiteY215" fmla="*/ 2038256 h 2323145"/>
              <a:gd name="connsiteX216" fmla="*/ 2433781 w 11269336"/>
              <a:gd name="connsiteY216" fmla="*/ 2049140 h 2323145"/>
              <a:gd name="connsiteX217" fmla="*/ 2381172 w 11269336"/>
              <a:gd name="connsiteY217" fmla="*/ 2030645 h 2323145"/>
              <a:gd name="connsiteX218" fmla="*/ 2360198 w 11269336"/>
              <a:gd name="connsiteY218" fmla="*/ 2029059 h 2323145"/>
              <a:gd name="connsiteX219" fmla="*/ 2348815 w 11269336"/>
              <a:gd name="connsiteY219" fmla="*/ 2026798 h 2323145"/>
              <a:gd name="connsiteX220" fmla="*/ 2347988 w 11269336"/>
              <a:gd name="connsiteY220" fmla="*/ 2025745 h 2323145"/>
              <a:gd name="connsiteX221" fmla="*/ 2312920 w 11269336"/>
              <a:gd name="connsiteY221" fmla="*/ 2036311 h 2323145"/>
              <a:gd name="connsiteX222" fmla="*/ 2307986 w 11269336"/>
              <a:gd name="connsiteY222" fmla="*/ 2035583 h 2323145"/>
              <a:gd name="connsiteX223" fmla="*/ 2285481 w 11269336"/>
              <a:gd name="connsiteY223" fmla="*/ 2045197 h 2323145"/>
              <a:gd name="connsiteX224" fmla="*/ 2273666 w 11269336"/>
              <a:gd name="connsiteY224" fmla="*/ 2048710 h 2323145"/>
              <a:gd name="connsiteX225" fmla="*/ 2270719 w 11269336"/>
              <a:gd name="connsiteY225" fmla="*/ 2052702 h 2323145"/>
              <a:gd name="connsiteX226" fmla="*/ 2253080 w 11269336"/>
              <a:gd name="connsiteY226" fmla="*/ 2056363 h 2323145"/>
              <a:gd name="connsiteX227" fmla="*/ 2250906 w 11269336"/>
              <a:gd name="connsiteY227" fmla="*/ 2055654 h 2323145"/>
              <a:gd name="connsiteX228" fmla="*/ 2236905 w 11269336"/>
              <a:gd name="connsiteY228" fmla="*/ 2062882 h 2323145"/>
              <a:gd name="connsiteX229" fmla="*/ 2225830 w 11269336"/>
              <a:gd name="connsiteY229" fmla="*/ 2074027 h 2323145"/>
              <a:gd name="connsiteX230" fmla="*/ 2073776 w 11269336"/>
              <a:gd name="connsiteY230" fmla="*/ 2089244 h 2323145"/>
              <a:gd name="connsiteX231" fmla="*/ 1948256 w 11269336"/>
              <a:gd name="connsiteY231" fmla="*/ 2146616 h 2323145"/>
              <a:gd name="connsiteX232" fmla="*/ 1865582 w 11269336"/>
              <a:gd name="connsiteY232" fmla="*/ 2153738 h 2323145"/>
              <a:gd name="connsiteX233" fmla="*/ 1835210 w 11269336"/>
              <a:gd name="connsiteY233" fmla="*/ 2134244 h 2323145"/>
              <a:gd name="connsiteX234" fmla="*/ 1632661 w 11269336"/>
              <a:gd name="connsiteY234" fmla="*/ 2173882 h 2323145"/>
              <a:gd name="connsiteX235" fmla="*/ 1579590 w 11269336"/>
              <a:gd name="connsiteY235" fmla="*/ 2173680 h 2323145"/>
              <a:gd name="connsiteX236" fmla="*/ 1535601 w 11269336"/>
              <a:gd name="connsiteY236" fmla="*/ 2194590 h 2323145"/>
              <a:gd name="connsiteX237" fmla="*/ 1515594 w 11269336"/>
              <a:gd name="connsiteY237" fmla="*/ 2189622 h 2323145"/>
              <a:gd name="connsiteX238" fmla="*/ 1512113 w 11269336"/>
              <a:gd name="connsiteY238" fmla="*/ 2188534 h 2323145"/>
              <a:gd name="connsiteX239" fmla="*/ 1498838 w 11269336"/>
              <a:gd name="connsiteY239" fmla="*/ 2189213 h 2323145"/>
              <a:gd name="connsiteX240" fmla="*/ 1494279 w 11269336"/>
              <a:gd name="connsiteY240" fmla="*/ 2183112 h 2323145"/>
              <a:gd name="connsiteX241" fmla="*/ 1473714 w 11269336"/>
              <a:gd name="connsiteY241" fmla="*/ 2179625 h 2323145"/>
              <a:gd name="connsiteX242" fmla="*/ 1449503 w 11269336"/>
              <a:gd name="connsiteY242" fmla="*/ 2182633 h 2323145"/>
              <a:gd name="connsiteX243" fmla="*/ 1266687 w 11269336"/>
              <a:gd name="connsiteY243" fmla="*/ 2212688 h 2323145"/>
              <a:gd name="connsiteX244" fmla="*/ 1239614 w 11269336"/>
              <a:gd name="connsiteY244" fmla="*/ 2209727 h 2323145"/>
              <a:gd name="connsiteX245" fmla="*/ 1202436 w 11269336"/>
              <a:gd name="connsiteY245" fmla="*/ 2209817 h 2323145"/>
              <a:gd name="connsiteX246" fmla="*/ 1136097 w 11269336"/>
              <a:gd name="connsiteY246" fmla="*/ 2205112 h 2323145"/>
              <a:gd name="connsiteX247" fmla="*/ 988232 w 11269336"/>
              <a:gd name="connsiteY247" fmla="*/ 2235635 h 2323145"/>
              <a:gd name="connsiteX248" fmla="*/ 981959 w 11269336"/>
              <a:gd name="connsiteY248" fmla="*/ 2231607 h 2323145"/>
              <a:gd name="connsiteX249" fmla="*/ 938600 w 11269336"/>
              <a:gd name="connsiteY249" fmla="*/ 2238113 h 2323145"/>
              <a:gd name="connsiteX250" fmla="*/ 791788 w 11269336"/>
              <a:gd name="connsiteY250" fmla="*/ 2293224 h 2323145"/>
              <a:gd name="connsiteX251" fmla="*/ 706914 w 11269336"/>
              <a:gd name="connsiteY251" fmla="*/ 2305046 h 2323145"/>
              <a:gd name="connsiteX252" fmla="*/ 675971 w 11269336"/>
              <a:gd name="connsiteY252" fmla="*/ 2304030 h 2323145"/>
              <a:gd name="connsiteX253" fmla="*/ 624180 w 11269336"/>
              <a:gd name="connsiteY253" fmla="*/ 2302650 h 2323145"/>
              <a:gd name="connsiteX254" fmla="*/ 583453 w 11269336"/>
              <a:gd name="connsiteY254" fmla="*/ 2288788 h 2323145"/>
              <a:gd name="connsiteX255" fmla="*/ 540946 w 11269336"/>
              <a:gd name="connsiteY255" fmla="*/ 2292721 h 2323145"/>
              <a:gd name="connsiteX256" fmla="*/ 533680 w 11269336"/>
              <a:gd name="connsiteY256" fmla="*/ 2310233 h 2323145"/>
              <a:gd name="connsiteX257" fmla="*/ 487366 w 11269336"/>
              <a:gd name="connsiteY257" fmla="*/ 2309053 h 2323145"/>
              <a:gd name="connsiteX258" fmla="*/ 416820 w 11269336"/>
              <a:gd name="connsiteY258" fmla="*/ 2305443 h 2323145"/>
              <a:gd name="connsiteX259" fmla="*/ 376805 w 11269336"/>
              <a:gd name="connsiteY259" fmla="*/ 2307647 h 2323145"/>
              <a:gd name="connsiteX260" fmla="*/ 266777 w 11269336"/>
              <a:gd name="connsiteY260" fmla="*/ 2309012 h 2323145"/>
              <a:gd name="connsiteX261" fmla="*/ 156013 w 11269336"/>
              <a:gd name="connsiteY261" fmla="*/ 2306832 h 2323145"/>
              <a:gd name="connsiteX262" fmla="*/ 87258 w 11269336"/>
              <a:gd name="connsiteY262" fmla="*/ 2285511 h 2323145"/>
              <a:gd name="connsiteX263" fmla="*/ 23798 w 11269336"/>
              <a:gd name="connsiteY263" fmla="*/ 2281822 h 2323145"/>
              <a:gd name="connsiteX264" fmla="*/ 0 w 11269336"/>
              <a:gd name="connsiteY264" fmla="*/ 2285369 h 2323145"/>
              <a:gd name="connsiteX265" fmla="*/ 0 w 11269336"/>
              <a:gd name="connsiteY265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656836 w 11269336"/>
              <a:gd name="connsiteY18" fmla="*/ 469967 h 2323145"/>
              <a:gd name="connsiteX19" fmla="*/ 9380600 w 11269336"/>
              <a:gd name="connsiteY19" fmla="*/ 549821 h 2323145"/>
              <a:gd name="connsiteX20" fmla="*/ 9263254 w 11269336"/>
              <a:gd name="connsiteY20" fmla="*/ 645662 h 2323145"/>
              <a:gd name="connsiteX21" fmla="*/ 9028928 w 11269336"/>
              <a:gd name="connsiteY21" fmla="*/ 745350 h 2323145"/>
              <a:gd name="connsiteX22" fmla="*/ 8977138 w 11269336"/>
              <a:gd name="connsiteY22" fmla="*/ 774970 h 2323145"/>
              <a:gd name="connsiteX23" fmla="*/ 8947030 w 11269336"/>
              <a:gd name="connsiteY23" fmla="*/ 814934 h 2323145"/>
              <a:gd name="connsiteX24" fmla="*/ 8914746 w 11269336"/>
              <a:gd name="connsiteY24" fmla="*/ 826428 h 2323145"/>
              <a:gd name="connsiteX25" fmla="*/ 8917778 w 11269336"/>
              <a:gd name="connsiteY25" fmla="*/ 835198 h 2323145"/>
              <a:gd name="connsiteX26" fmla="*/ 8905560 w 11269336"/>
              <a:gd name="connsiteY26" fmla="*/ 838358 h 2323145"/>
              <a:gd name="connsiteX27" fmla="*/ 8897564 w 11269336"/>
              <a:gd name="connsiteY27" fmla="*/ 834287 h 2323145"/>
              <a:gd name="connsiteX28" fmla="*/ 8878040 w 11269336"/>
              <a:gd name="connsiteY28" fmla="*/ 844150 h 2323145"/>
              <a:gd name="connsiteX29" fmla="*/ 8882654 w 11269336"/>
              <a:gd name="connsiteY29" fmla="*/ 892768 h 2323145"/>
              <a:gd name="connsiteX30" fmla="*/ 8795998 w 11269336"/>
              <a:gd name="connsiteY30" fmla="*/ 863337 h 2323145"/>
              <a:gd name="connsiteX31" fmla="*/ 8776970 w 11269336"/>
              <a:gd name="connsiteY31" fmla="*/ 885177 h 2323145"/>
              <a:gd name="connsiteX32" fmla="*/ 8755719 w 11269336"/>
              <a:gd name="connsiteY32" fmla="*/ 889754 h 2323145"/>
              <a:gd name="connsiteX33" fmla="*/ 8743257 w 11269336"/>
              <a:gd name="connsiteY33" fmla="*/ 904723 h 2323145"/>
              <a:gd name="connsiteX34" fmla="*/ 8721366 w 11269336"/>
              <a:gd name="connsiteY34" fmla="*/ 904711 h 2323145"/>
              <a:gd name="connsiteX35" fmla="*/ 8678353 w 11269336"/>
              <a:gd name="connsiteY35" fmla="*/ 926318 h 2323145"/>
              <a:gd name="connsiteX36" fmla="*/ 8636849 w 11269336"/>
              <a:gd name="connsiteY36" fmla="*/ 937900 h 2323145"/>
              <a:gd name="connsiteX37" fmla="*/ 8620213 w 11269336"/>
              <a:gd name="connsiteY37" fmla="*/ 943068 h 2323145"/>
              <a:gd name="connsiteX38" fmla="*/ 8612581 w 11269336"/>
              <a:gd name="connsiteY38" fmla="*/ 952695 h 2323145"/>
              <a:gd name="connsiteX39" fmla="*/ 8589038 w 11269336"/>
              <a:gd name="connsiteY39" fmla="*/ 963892 h 2323145"/>
              <a:gd name="connsiteX40" fmla="*/ 8579950 w 11269336"/>
              <a:gd name="connsiteY40" fmla="*/ 960899 h 2323145"/>
              <a:gd name="connsiteX41" fmla="*/ 8579319 w 11269336"/>
              <a:gd name="connsiteY41" fmla="*/ 965630 h 2323145"/>
              <a:gd name="connsiteX42" fmla="*/ 8547429 w 11269336"/>
              <a:gd name="connsiteY42" fmla="*/ 984506 h 2323145"/>
              <a:gd name="connsiteX43" fmla="*/ 8478704 w 11269336"/>
              <a:gd name="connsiteY43" fmla="*/ 1025490 h 2323145"/>
              <a:gd name="connsiteX44" fmla="*/ 8461421 w 11269336"/>
              <a:gd name="connsiteY44" fmla="*/ 1035512 h 2323145"/>
              <a:gd name="connsiteX45" fmla="*/ 8445003 w 11269336"/>
              <a:gd name="connsiteY45" fmla="*/ 1036851 h 2323145"/>
              <a:gd name="connsiteX46" fmla="*/ 8357350 w 11269336"/>
              <a:gd name="connsiteY46" fmla="*/ 1060213 h 2323145"/>
              <a:gd name="connsiteX47" fmla="*/ 8335565 w 11269336"/>
              <a:gd name="connsiteY47" fmla="*/ 1061151 h 2323145"/>
              <a:gd name="connsiteX48" fmla="*/ 8325267 w 11269336"/>
              <a:gd name="connsiteY48" fmla="*/ 1055919 h 2323145"/>
              <a:gd name="connsiteX49" fmla="*/ 8293586 w 11269336"/>
              <a:gd name="connsiteY49" fmla="*/ 1076144 h 2323145"/>
              <a:gd name="connsiteX50" fmla="*/ 8242405 w 11269336"/>
              <a:gd name="connsiteY50" fmla="*/ 1095960 h 2323145"/>
              <a:gd name="connsiteX51" fmla="*/ 8197391 w 11269336"/>
              <a:gd name="connsiteY51" fmla="*/ 1107746 h 2323145"/>
              <a:gd name="connsiteX52" fmla="*/ 8081474 w 11269336"/>
              <a:gd name="connsiteY52" fmla="*/ 1130125 h 2323145"/>
              <a:gd name="connsiteX53" fmla="*/ 8053585 w 11269336"/>
              <a:gd name="connsiteY53" fmla="*/ 1129169 h 2323145"/>
              <a:gd name="connsiteX54" fmla="*/ 8038422 w 11269336"/>
              <a:gd name="connsiteY54" fmla="*/ 1119092 h 2323145"/>
              <a:gd name="connsiteX55" fmla="*/ 8029450 w 11269336"/>
              <a:gd name="connsiteY55" fmla="*/ 1125592 h 2323145"/>
              <a:gd name="connsiteX56" fmla="*/ 7959552 w 11269336"/>
              <a:gd name="connsiteY56" fmla="*/ 1140188 h 2323145"/>
              <a:gd name="connsiteX57" fmla="*/ 7914188 w 11269336"/>
              <a:gd name="connsiteY57" fmla="*/ 1150862 h 2323145"/>
              <a:gd name="connsiteX58" fmla="*/ 7914918 w 11269336"/>
              <a:gd name="connsiteY58" fmla="*/ 1168758 h 2323145"/>
              <a:gd name="connsiteX59" fmla="*/ 7875510 w 11269336"/>
              <a:gd name="connsiteY59" fmla="*/ 1183153 h 2323145"/>
              <a:gd name="connsiteX60" fmla="*/ 7829932 w 11269336"/>
              <a:gd name="connsiteY60" fmla="*/ 1180782 h 2323145"/>
              <a:gd name="connsiteX61" fmla="*/ 7779182 w 11269336"/>
              <a:gd name="connsiteY61" fmla="*/ 1192665 h 2323145"/>
              <a:gd name="connsiteX62" fmla="*/ 7748774 w 11269336"/>
              <a:gd name="connsiteY62" fmla="*/ 1199586 h 2323145"/>
              <a:gd name="connsiteX63" fmla="*/ 7671846 w 11269336"/>
              <a:gd name="connsiteY63" fmla="*/ 1231966 h 2323145"/>
              <a:gd name="connsiteX64" fmla="*/ 7554146 w 11269336"/>
              <a:gd name="connsiteY64" fmla="*/ 1319748 h 2323145"/>
              <a:gd name="connsiteX65" fmla="*/ 7515052 w 11269336"/>
              <a:gd name="connsiteY65" fmla="*/ 1336718 h 2323145"/>
              <a:gd name="connsiteX66" fmla="*/ 7507193 w 11269336"/>
              <a:gd name="connsiteY66" fmla="*/ 1334617 h 2323145"/>
              <a:gd name="connsiteX67" fmla="*/ 7461694 w 11269336"/>
              <a:gd name="connsiteY67" fmla="*/ 1375866 h 2323145"/>
              <a:gd name="connsiteX68" fmla="*/ 7377571 w 11269336"/>
              <a:gd name="connsiteY68" fmla="*/ 1400128 h 2323145"/>
              <a:gd name="connsiteX69" fmla="*/ 7311261 w 11269336"/>
              <a:gd name="connsiteY69" fmla="*/ 1412652 h 2323145"/>
              <a:gd name="connsiteX70" fmla="*/ 7275307 w 11269336"/>
              <a:gd name="connsiteY70" fmla="*/ 1422171 h 2323145"/>
              <a:gd name="connsiteX71" fmla="*/ 7247783 w 11269336"/>
              <a:gd name="connsiteY71" fmla="*/ 1426330 h 2323145"/>
              <a:gd name="connsiteX72" fmla="*/ 7185047 w 11269336"/>
              <a:gd name="connsiteY72" fmla="*/ 1451812 h 2323145"/>
              <a:gd name="connsiteX73" fmla="*/ 7084117 w 11269336"/>
              <a:gd name="connsiteY73" fmla="*/ 1500281 h 2323145"/>
              <a:gd name="connsiteX74" fmla="*/ 7062011 w 11269336"/>
              <a:gd name="connsiteY74" fmla="*/ 1509183 h 2323145"/>
              <a:gd name="connsiteX75" fmla="*/ 7040555 w 11269336"/>
              <a:gd name="connsiteY75" fmla="*/ 1511207 h 2323145"/>
              <a:gd name="connsiteX76" fmla="*/ 7033438 w 11269336"/>
              <a:gd name="connsiteY76" fmla="*/ 1506772 h 2323145"/>
              <a:gd name="connsiteX77" fmla="*/ 7020886 w 11269336"/>
              <a:gd name="connsiteY77" fmla="*/ 1510764 h 2323145"/>
              <a:gd name="connsiteX78" fmla="*/ 7017033 w 11269336"/>
              <a:gd name="connsiteY78" fmla="*/ 1510650 h 2323145"/>
              <a:gd name="connsiteX79" fmla="*/ 6995460 w 11269336"/>
              <a:gd name="connsiteY79" fmla="*/ 1511173 h 2323145"/>
              <a:gd name="connsiteX80" fmla="*/ 6962144 w 11269336"/>
              <a:gd name="connsiteY80" fmla="*/ 1541508 h 2323145"/>
              <a:gd name="connsiteX81" fmla="*/ 6910674 w 11269336"/>
              <a:gd name="connsiteY81" fmla="*/ 1554793 h 2323145"/>
              <a:gd name="connsiteX82" fmla="*/ 6732152 w 11269336"/>
              <a:gd name="connsiteY82" fmla="*/ 1642538 h 2323145"/>
              <a:gd name="connsiteX83" fmla="*/ 6694106 w 11269336"/>
              <a:gd name="connsiteY83" fmla="*/ 1632377 h 2323145"/>
              <a:gd name="connsiteX84" fmla="*/ 6617223 w 11269336"/>
              <a:gd name="connsiteY84" fmla="*/ 1659889 h 2323145"/>
              <a:gd name="connsiteX85" fmla="*/ 6521138 w 11269336"/>
              <a:gd name="connsiteY85" fmla="*/ 1744340 h 2323145"/>
              <a:gd name="connsiteX86" fmla="*/ 6380677 w 11269336"/>
              <a:gd name="connsiteY86" fmla="*/ 1796883 h 2323145"/>
              <a:gd name="connsiteX87" fmla="*/ 6374897 w 11269336"/>
              <a:gd name="connsiteY87" fmla="*/ 1809910 h 2323145"/>
              <a:gd name="connsiteX88" fmla="*/ 6364545 w 11269336"/>
              <a:gd name="connsiteY88" fmla="*/ 1820090 h 2323145"/>
              <a:gd name="connsiteX89" fmla="*/ 6362126 w 11269336"/>
              <a:gd name="connsiteY89" fmla="*/ 1819991 h 2323145"/>
              <a:gd name="connsiteX90" fmla="*/ 6346673 w 11269336"/>
              <a:gd name="connsiteY90" fmla="*/ 1827824 h 2323145"/>
              <a:gd name="connsiteX91" fmla="*/ 6345588 w 11269336"/>
              <a:gd name="connsiteY91" fmla="*/ 1832232 h 2323145"/>
              <a:gd name="connsiteX92" fmla="*/ 6335708 w 11269336"/>
              <a:gd name="connsiteY92" fmla="*/ 1838451 h 2323145"/>
              <a:gd name="connsiteX93" fmla="*/ 6318182 w 11269336"/>
              <a:gd name="connsiteY93" fmla="*/ 1852975 h 2323145"/>
              <a:gd name="connsiteX94" fmla="*/ 6313084 w 11269336"/>
              <a:gd name="connsiteY94" fmla="*/ 1853561 h 2323145"/>
              <a:gd name="connsiteX95" fmla="*/ 6283816 w 11269336"/>
              <a:gd name="connsiteY95" fmla="*/ 1872148 h 2323145"/>
              <a:gd name="connsiteX96" fmla="*/ 6282550 w 11269336"/>
              <a:gd name="connsiteY96" fmla="*/ 1871392 h 2323145"/>
              <a:gd name="connsiteX97" fmla="*/ 6270527 w 11269336"/>
              <a:gd name="connsiteY97" fmla="*/ 1872208 h 2323145"/>
              <a:gd name="connsiteX98" fmla="*/ 6249518 w 11269336"/>
              <a:gd name="connsiteY98" fmla="*/ 1876079 h 2323145"/>
              <a:gd name="connsiteX99" fmla="*/ 6190386 w 11269336"/>
              <a:gd name="connsiteY99" fmla="*/ 1872478 h 2323145"/>
              <a:gd name="connsiteX100" fmla="*/ 6159777 w 11269336"/>
              <a:gd name="connsiteY100" fmla="*/ 1891745 h 2323145"/>
              <a:gd name="connsiteX101" fmla="*/ 6153131 w 11269336"/>
              <a:gd name="connsiteY101" fmla="*/ 1895079 h 2323145"/>
              <a:gd name="connsiteX102" fmla="*/ 6152798 w 11269336"/>
              <a:gd name="connsiteY102" fmla="*/ 1894920 h 2323145"/>
              <a:gd name="connsiteX103" fmla="*/ 6145388 w 11269336"/>
              <a:gd name="connsiteY103" fmla="*/ 1897990 h 2323145"/>
              <a:gd name="connsiteX104" fmla="*/ 6141014 w 11269336"/>
              <a:gd name="connsiteY104" fmla="*/ 1901155 h 2323145"/>
              <a:gd name="connsiteX105" fmla="*/ 6128122 w 11269336"/>
              <a:gd name="connsiteY105" fmla="*/ 1907623 h 2323145"/>
              <a:gd name="connsiteX106" fmla="*/ 6122351 w 11269336"/>
              <a:gd name="connsiteY106" fmla="*/ 1908359 h 2323145"/>
              <a:gd name="connsiteX107" fmla="*/ 6064750 w 11269336"/>
              <a:gd name="connsiteY107" fmla="*/ 1896394 h 2323145"/>
              <a:gd name="connsiteX108" fmla="*/ 5964230 w 11269336"/>
              <a:gd name="connsiteY108" fmla="*/ 1910038 h 2323145"/>
              <a:gd name="connsiteX109" fmla="*/ 5865399 w 11269336"/>
              <a:gd name="connsiteY109" fmla="*/ 1926966 h 2323145"/>
              <a:gd name="connsiteX110" fmla="*/ 5829951 w 11269336"/>
              <a:gd name="connsiteY110" fmla="*/ 1934755 h 2323145"/>
              <a:gd name="connsiteX111" fmla="*/ 5765285 w 11269336"/>
              <a:gd name="connsiteY111" fmla="*/ 1941322 h 2323145"/>
              <a:gd name="connsiteX112" fmla="*/ 5734750 w 11269336"/>
              <a:gd name="connsiteY112" fmla="*/ 1939793 h 2323145"/>
              <a:gd name="connsiteX113" fmla="*/ 5733569 w 11269336"/>
              <a:gd name="connsiteY113" fmla="*/ 1940505 h 2323145"/>
              <a:gd name="connsiteX114" fmla="*/ 5730329 w 11269336"/>
              <a:gd name="connsiteY114" fmla="*/ 1937845 h 2323145"/>
              <a:gd name="connsiteX115" fmla="*/ 5724661 w 11269336"/>
              <a:gd name="connsiteY115" fmla="*/ 1937455 h 2323145"/>
              <a:gd name="connsiteX116" fmla="*/ 5710186 w 11269336"/>
              <a:gd name="connsiteY116" fmla="*/ 1941370 h 2323145"/>
              <a:gd name="connsiteX117" fmla="*/ 5704910 w 11269336"/>
              <a:gd name="connsiteY117" fmla="*/ 1943663 h 2323145"/>
              <a:gd name="connsiteX118" fmla="*/ 5696836 w 11269336"/>
              <a:gd name="connsiteY118" fmla="*/ 1945271 h 2323145"/>
              <a:gd name="connsiteX119" fmla="*/ 5696583 w 11269336"/>
              <a:gd name="connsiteY119" fmla="*/ 1945050 h 2323145"/>
              <a:gd name="connsiteX120" fmla="*/ 5689123 w 11269336"/>
              <a:gd name="connsiteY120" fmla="*/ 1947067 h 2323145"/>
              <a:gd name="connsiteX121" fmla="*/ 5653291 w 11269336"/>
              <a:gd name="connsiteY121" fmla="*/ 1960245 h 2323145"/>
              <a:gd name="connsiteX122" fmla="*/ 5599385 w 11269336"/>
              <a:gd name="connsiteY122" fmla="*/ 1945198 h 2323145"/>
              <a:gd name="connsiteX123" fmla="*/ 5578300 w 11269336"/>
              <a:gd name="connsiteY123" fmla="*/ 1944963 h 2323145"/>
              <a:gd name="connsiteX124" fmla="*/ 5566758 w 11269336"/>
              <a:gd name="connsiteY124" fmla="*/ 1943441 h 2323145"/>
              <a:gd name="connsiteX125" fmla="*/ 5565857 w 11269336"/>
              <a:gd name="connsiteY125" fmla="*/ 1942445 h 2323145"/>
              <a:gd name="connsiteX126" fmla="*/ 5531534 w 11269336"/>
              <a:gd name="connsiteY126" fmla="*/ 1955208 h 2323145"/>
              <a:gd name="connsiteX127" fmla="*/ 5526552 w 11269336"/>
              <a:gd name="connsiteY127" fmla="*/ 1954799 h 2323145"/>
              <a:gd name="connsiteX128" fmla="*/ 5504723 w 11269336"/>
              <a:gd name="connsiteY128" fmla="*/ 1965811 h 2323145"/>
              <a:gd name="connsiteX129" fmla="*/ 5493156 w 11269336"/>
              <a:gd name="connsiteY129" fmla="*/ 1970063 h 2323145"/>
              <a:gd name="connsiteX130" fmla="*/ 5490486 w 11269336"/>
              <a:gd name="connsiteY130" fmla="*/ 1974227 h 2323145"/>
              <a:gd name="connsiteX131" fmla="*/ 5473107 w 11269336"/>
              <a:gd name="connsiteY131" fmla="*/ 1979001 h 2323145"/>
              <a:gd name="connsiteX132" fmla="*/ 5470885 w 11269336"/>
              <a:gd name="connsiteY132" fmla="*/ 1978432 h 2323145"/>
              <a:gd name="connsiteX133" fmla="*/ 5457393 w 11269336"/>
              <a:gd name="connsiteY133" fmla="*/ 1986525 h 2323145"/>
              <a:gd name="connsiteX134" fmla="*/ 5447102 w 11269336"/>
              <a:gd name="connsiteY134" fmla="*/ 1998329 h 2323145"/>
              <a:gd name="connsiteX135" fmla="*/ 5159151 w 11269336"/>
              <a:gd name="connsiteY135" fmla="*/ 2029640 h 2323145"/>
              <a:gd name="connsiteX136" fmla="*/ 5041688 w 11269336"/>
              <a:gd name="connsiteY136" fmla="*/ 2022334 h 2323145"/>
              <a:gd name="connsiteX137" fmla="*/ 4860988 w 11269336"/>
              <a:gd name="connsiteY137" fmla="*/ 2135698 h 2323145"/>
              <a:gd name="connsiteX138" fmla="*/ 4807902 w 11269336"/>
              <a:gd name="connsiteY138" fmla="*/ 2138894 h 2323145"/>
              <a:gd name="connsiteX139" fmla="*/ 4765388 w 11269336"/>
              <a:gd name="connsiteY139" fmla="*/ 2162525 h 2323145"/>
              <a:gd name="connsiteX140" fmla="*/ 4745033 w 11269336"/>
              <a:gd name="connsiteY140" fmla="*/ 2158859 h 2323145"/>
              <a:gd name="connsiteX141" fmla="*/ 4741475 w 11269336"/>
              <a:gd name="connsiteY141" fmla="*/ 2157998 h 2323145"/>
              <a:gd name="connsiteX142" fmla="*/ 4728247 w 11269336"/>
              <a:gd name="connsiteY142" fmla="*/ 2159526 h 2323145"/>
              <a:gd name="connsiteX143" fmla="*/ 4723263 w 11269336"/>
              <a:gd name="connsiteY143" fmla="*/ 2153742 h 2323145"/>
              <a:gd name="connsiteX144" fmla="*/ 4702453 w 11269336"/>
              <a:gd name="connsiteY144" fmla="*/ 2151586 h 2323145"/>
              <a:gd name="connsiteX145" fmla="*/ 4678455 w 11269336"/>
              <a:gd name="connsiteY145" fmla="*/ 2156131 h 2323145"/>
              <a:gd name="connsiteX146" fmla="*/ 4593061 w 11269336"/>
              <a:gd name="connsiteY146" fmla="*/ 2171597 h 2323145"/>
              <a:gd name="connsiteX147" fmla="*/ 4579902 w 11269336"/>
              <a:gd name="connsiteY147" fmla="*/ 2177927 h 2323145"/>
              <a:gd name="connsiteX148" fmla="*/ 4533444 w 11269336"/>
              <a:gd name="connsiteY148" fmla="*/ 2181200 h 2323145"/>
              <a:gd name="connsiteX149" fmla="*/ 4492832 w 11269336"/>
              <a:gd name="connsiteY149" fmla="*/ 2188033 h 2323145"/>
              <a:gd name="connsiteX150" fmla="*/ 4467257 w 11269336"/>
              <a:gd name="connsiteY150" fmla="*/ 2196121 h 2323145"/>
              <a:gd name="connsiteX151" fmla="*/ 4459937 w 11269336"/>
              <a:gd name="connsiteY151" fmla="*/ 2195182 h 2323145"/>
              <a:gd name="connsiteX152" fmla="*/ 4433312 w 11269336"/>
              <a:gd name="connsiteY152" fmla="*/ 2199004 h 2323145"/>
              <a:gd name="connsiteX153" fmla="*/ 4420601 w 11269336"/>
              <a:gd name="connsiteY153" fmla="*/ 2205158 h 2323145"/>
              <a:gd name="connsiteX154" fmla="*/ 4405765 w 11269336"/>
              <a:gd name="connsiteY154" fmla="*/ 2199902 h 2323145"/>
              <a:gd name="connsiteX155" fmla="*/ 4401354 w 11269336"/>
              <a:gd name="connsiteY155" fmla="*/ 2194745 h 2323145"/>
              <a:gd name="connsiteX156" fmla="*/ 4383151 w 11269336"/>
              <a:gd name="connsiteY156" fmla="*/ 2201140 h 2323145"/>
              <a:gd name="connsiteX157" fmla="*/ 4366646 w 11269336"/>
              <a:gd name="connsiteY157" fmla="*/ 2198564 h 2323145"/>
              <a:gd name="connsiteX158" fmla="*/ 4354009 w 11269336"/>
              <a:gd name="connsiteY158" fmla="*/ 2204984 h 2323145"/>
              <a:gd name="connsiteX159" fmla="*/ 4348284 w 11269336"/>
              <a:gd name="connsiteY159" fmla="*/ 2205270 h 2323145"/>
              <a:gd name="connsiteX160" fmla="*/ 4333906 w 11269336"/>
              <a:gd name="connsiteY160" fmla="*/ 2205251 h 2323145"/>
              <a:gd name="connsiteX161" fmla="*/ 4308819 w 11269336"/>
              <a:gd name="connsiteY161" fmla="*/ 2203822 h 2323145"/>
              <a:gd name="connsiteX162" fmla="*/ 4301210 w 11269336"/>
              <a:gd name="connsiteY162" fmla="*/ 2204456 h 2323145"/>
              <a:gd name="connsiteX163" fmla="*/ 4283095 w 11269336"/>
              <a:gd name="connsiteY163" fmla="*/ 2198177 h 2323145"/>
              <a:gd name="connsiteX164" fmla="*/ 4250119 w 11269336"/>
              <a:gd name="connsiteY164" fmla="*/ 2196342 h 2323145"/>
              <a:gd name="connsiteX165" fmla="*/ 4189203 w 11269336"/>
              <a:gd name="connsiteY165" fmla="*/ 2178994 h 2323145"/>
              <a:gd name="connsiteX166" fmla="*/ 4154035 w 11269336"/>
              <a:gd name="connsiteY166" fmla="*/ 2171950 h 2323145"/>
              <a:gd name="connsiteX167" fmla="*/ 4129569 w 11269336"/>
              <a:gd name="connsiteY167" fmla="*/ 2163850 h 2323145"/>
              <a:gd name="connsiteX168" fmla="*/ 4061250 w 11269336"/>
              <a:gd name="connsiteY168" fmla="*/ 2159236 h 2323145"/>
              <a:gd name="connsiteX169" fmla="*/ 3945480 w 11269336"/>
              <a:gd name="connsiteY169" fmla="*/ 2158279 h 2323145"/>
              <a:gd name="connsiteX170" fmla="*/ 3921468 w 11269336"/>
              <a:gd name="connsiteY170" fmla="*/ 2156588 h 2323145"/>
              <a:gd name="connsiteX171" fmla="*/ 3903348 w 11269336"/>
              <a:gd name="connsiteY171" fmla="*/ 2149220 h 2323145"/>
              <a:gd name="connsiteX172" fmla="*/ 3901342 w 11269336"/>
              <a:gd name="connsiteY172" fmla="*/ 2142355 h 2323145"/>
              <a:gd name="connsiteX173" fmla="*/ 3888539 w 11269336"/>
              <a:gd name="connsiteY173" fmla="*/ 2140476 h 2323145"/>
              <a:gd name="connsiteX174" fmla="*/ 3885662 w 11269336"/>
              <a:gd name="connsiteY174" fmla="*/ 2138740 h 2323145"/>
              <a:gd name="connsiteX175" fmla="*/ 3868627 w 11269336"/>
              <a:gd name="connsiteY175" fmla="*/ 2130023 h 2323145"/>
              <a:gd name="connsiteX176" fmla="*/ 3819177 w 11269336"/>
              <a:gd name="connsiteY176" fmla="*/ 2142111 h 2323145"/>
              <a:gd name="connsiteX177" fmla="*/ 3769100 w 11269336"/>
              <a:gd name="connsiteY177" fmla="*/ 2131731 h 2323145"/>
              <a:gd name="connsiteX178" fmla="*/ 3562752 w 11269336"/>
              <a:gd name="connsiteY178" fmla="*/ 2131785 h 2323145"/>
              <a:gd name="connsiteX179" fmla="*/ 3541402 w 11269336"/>
              <a:gd name="connsiteY179" fmla="*/ 2106821 h 2323145"/>
              <a:gd name="connsiteX180" fmla="*/ 3365341 w 11269336"/>
              <a:gd name="connsiteY180" fmla="*/ 2077638 h 2323145"/>
              <a:gd name="connsiteX181" fmla="*/ 3170922 w 11269336"/>
              <a:gd name="connsiteY181" fmla="*/ 2115957 h 2323145"/>
              <a:gd name="connsiteX182" fmla="*/ 3156256 w 11269336"/>
              <a:gd name="connsiteY182" fmla="*/ 2124773 h 2323145"/>
              <a:gd name="connsiteX183" fmla="*/ 3140298 w 11269336"/>
              <a:gd name="connsiteY183" fmla="*/ 2129182 h 2323145"/>
              <a:gd name="connsiteX184" fmla="*/ 3138514 w 11269336"/>
              <a:gd name="connsiteY184" fmla="*/ 2128069 h 2323145"/>
              <a:gd name="connsiteX185" fmla="*/ 3120467 w 11269336"/>
              <a:gd name="connsiteY185" fmla="*/ 2128281 h 2323145"/>
              <a:gd name="connsiteX186" fmla="*/ 3116175 w 11269336"/>
              <a:gd name="connsiteY186" fmla="*/ 2131633 h 2323145"/>
              <a:gd name="connsiteX187" fmla="*/ 3103685 w 11269336"/>
              <a:gd name="connsiteY187" fmla="*/ 2132814 h 2323145"/>
              <a:gd name="connsiteX188" fmla="*/ 3078794 w 11269336"/>
              <a:gd name="connsiteY188" fmla="*/ 2137935 h 2323145"/>
              <a:gd name="connsiteX189" fmla="*/ 3074407 w 11269336"/>
              <a:gd name="connsiteY189" fmla="*/ 2136274 h 2323145"/>
              <a:gd name="connsiteX190" fmla="*/ 3037285 w 11269336"/>
              <a:gd name="connsiteY190" fmla="*/ 2139919 h 2323145"/>
              <a:gd name="connsiteX191" fmla="*/ 3036901 w 11269336"/>
              <a:gd name="connsiteY191" fmla="*/ 2138726 h 2323145"/>
              <a:gd name="connsiteX192" fmla="*/ 3026996 w 11269336"/>
              <a:gd name="connsiteY192" fmla="*/ 2134322 h 2323145"/>
              <a:gd name="connsiteX193" fmla="*/ 3007772 w 11269336"/>
              <a:gd name="connsiteY193" fmla="*/ 2128742 h 2323145"/>
              <a:gd name="connsiteX194" fmla="*/ 2965030 w 11269336"/>
              <a:gd name="connsiteY194" fmla="*/ 2100494 h 2323145"/>
              <a:gd name="connsiteX195" fmla="*/ 2926342 w 11269336"/>
              <a:gd name="connsiteY195" fmla="*/ 2104155 h 2323145"/>
              <a:gd name="connsiteX196" fmla="*/ 2918608 w 11269336"/>
              <a:gd name="connsiteY196" fmla="*/ 2104215 h 2323145"/>
              <a:gd name="connsiteX197" fmla="*/ 2918475 w 11269336"/>
              <a:gd name="connsiteY197" fmla="*/ 2103937 h 2323145"/>
              <a:gd name="connsiteX198" fmla="*/ 2910360 w 11269336"/>
              <a:gd name="connsiteY198" fmla="*/ 2103444 h 2323145"/>
              <a:gd name="connsiteX199" fmla="*/ 2904507 w 11269336"/>
              <a:gd name="connsiteY199" fmla="*/ 2104326 h 2323145"/>
              <a:gd name="connsiteX200" fmla="*/ 2889503 w 11269336"/>
              <a:gd name="connsiteY200" fmla="*/ 2104443 h 2323145"/>
              <a:gd name="connsiteX201" fmla="*/ 2884480 w 11269336"/>
              <a:gd name="connsiteY201" fmla="*/ 2102626 h 2323145"/>
              <a:gd name="connsiteX202" fmla="*/ 2882689 w 11269336"/>
              <a:gd name="connsiteY202" fmla="*/ 2099228 h 2323145"/>
              <a:gd name="connsiteX203" fmla="*/ 2881291 w 11269336"/>
              <a:gd name="connsiteY203" fmla="*/ 2099618 h 2323145"/>
              <a:gd name="connsiteX204" fmla="*/ 2853979 w 11269336"/>
              <a:gd name="connsiteY204" fmla="*/ 2090388 h 2323145"/>
              <a:gd name="connsiteX205" fmla="*/ 2791790 w 11269336"/>
              <a:gd name="connsiteY205" fmla="*/ 2080332 h 2323145"/>
              <a:gd name="connsiteX206" fmla="*/ 2755844 w 11269336"/>
              <a:gd name="connsiteY206" fmla="*/ 2078874 h 2323145"/>
              <a:gd name="connsiteX207" fmla="*/ 2657742 w 11269336"/>
              <a:gd name="connsiteY207" fmla="*/ 2070179 h 2323145"/>
              <a:gd name="connsiteX208" fmla="*/ 2559549 w 11269336"/>
              <a:gd name="connsiteY208" fmla="*/ 2057873 h 2323145"/>
              <a:gd name="connsiteX209" fmla="*/ 2512054 w 11269336"/>
              <a:gd name="connsiteY209" fmla="*/ 2031671 h 2323145"/>
              <a:gd name="connsiteX210" fmla="*/ 2506437 w 11269336"/>
              <a:gd name="connsiteY210" fmla="*/ 2030918 h 2323145"/>
              <a:gd name="connsiteX211" fmla="*/ 2491752 w 11269336"/>
              <a:gd name="connsiteY211" fmla="*/ 2033906 h 2323145"/>
              <a:gd name="connsiteX212" fmla="*/ 2486338 w 11269336"/>
              <a:gd name="connsiteY212" fmla="*/ 2035862 h 2323145"/>
              <a:gd name="connsiteX213" fmla="*/ 2478186 w 11269336"/>
              <a:gd name="connsiteY213" fmla="*/ 2036953 h 2323145"/>
              <a:gd name="connsiteX214" fmla="*/ 2477950 w 11269336"/>
              <a:gd name="connsiteY214" fmla="*/ 2036715 h 2323145"/>
              <a:gd name="connsiteX215" fmla="*/ 2470381 w 11269336"/>
              <a:gd name="connsiteY215" fmla="*/ 2038256 h 2323145"/>
              <a:gd name="connsiteX216" fmla="*/ 2433781 w 11269336"/>
              <a:gd name="connsiteY216" fmla="*/ 2049140 h 2323145"/>
              <a:gd name="connsiteX217" fmla="*/ 2381172 w 11269336"/>
              <a:gd name="connsiteY217" fmla="*/ 2030645 h 2323145"/>
              <a:gd name="connsiteX218" fmla="*/ 2360198 w 11269336"/>
              <a:gd name="connsiteY218" fmla="*/ 2029059 h 2323145"/>
              <a:gd name="connsiteX219" fmla="*/ 2348815 w 11269336"/>
              <a:gd name="connsiteY219" fmla="*/ 2026798 h 2323145"/>
              <a:gd name="connsiteX220" fmla="*/ 2347988 w 11269336"/>
              <a:gd name="connsiteY220" fmla="*/ 2025745 h 2323145"/>
              <a:gd name="connsiteX221" fmla="*/ 2312920 w 11269336"/>
              <a:gd name="connsiteY221" fmla="*/ 2036311 h 2323145"/>
              <a:gd name="connsiteX222" fmla="*/ 2307986 w 11269336"/>
              <a:gd name="connsiteY222" fmla="*/ 2035583 h 2323145"/>
              <a:gd name="connsiteX223" fmla="*/ 2285481 w 11269336"/>
              <a:gd name="connsiteY223" fmla="*/ 2045197 h 2323145"/>
              <a:gd name="connsiteX224" fmla="*/ 2273666 w 11269336"/>
              <a:gd name="connsiteY224" fmla="*/ 2048710 h 2323145"/>
              <a:gd name="connsiteX225" fmla="*/ 2270719 w 11269336"/>
              <a:gd name="connsiteY225" fmla="*/ 2052702 h 2323145"/>
              <a:gd name="connsiteX226" fmla="*/ 2253080 w 11269336"/>
              <a:gd name="connsiteY226" fmla="*/ 2056363 h 2323145"/>
              <a:gd name="connsiteX227" fmla="*/ 2250906 w 11269336"/>
              <a:gd name="connsiteY227" fmla="*/ 2055654 h 2323145"/>
              <a:gd name="connsiteX228" fmla="*/ 2236905 w 11269336"/>
              <a:gd name="connsiteY228" fmla="*/ 2062882 h 2323145"/>
              <a:gd name="connsiteX229" fmla="*/ 2225830 w 11269336"/>
              <a:gd name="connsiteY229" fmla="*/ 2074027 h 2323145"/>
              <a:gd name="connsiteX230" fmla="*/ 2073776 w 11269336"/>
              <a:gd name="connsiteY230" fmla="*/ 2089244 h 2323145"/>
              <a:gd name="connsiteX231" fmla="*/ 1948256 w 11269336"/>
              <a:gd name="connsiteY231" fmla="*/ 2146616 h 2323145"/>
              <a:gd name="connsiteX232" fmla="*/ 1865582 w 11269336"/>
              <a:gd name="connsiteY232" fmla="*/ 2153738 h 2323145"/>
              <a:gd name="connsiteX233" fmla="*/ 1835210 w 11269336"/>
              <a:gd name="connsiteY233" fmla="*/ 2134244 h 2323145"/>
              <a:gd name="connsiteX234" fmla="*/ 1632661 w 11269336"/>
              <a:gd name="connsiteY234" fmla="*/ 2173882 h 2323145"/>
              <a:gd name="connsiteX235" fmla="*/ 1579590 w 11269336"/>
              <a:gd name="connsiteY235" fmla="*/ 2173680 h 2323145"/>
              <a:gd name="connsiteX236" fmla="*/ 1535601 w 11269336"/>
              <a:gd name="connsiteY236" fmla="*/ 2194590 h 2323145"/>
              <a:gd name="connsiteX237" fmla="*/ 1515594 w 11269336"/>
              <a:gd name="connsiteY237" fmla="*/ 2189622 h 2323145"/>
              <a:gd name="connsiteX238" fmla="*/ 1512113 w 11269336"/>
              <a:gd name="connsiteY238" fmla="*/ 2188534 h 2323145"/>
              <a:gd name="connsiteX239" fmla="*/ 1498838 w 11269336"/>
              <a:gd name="connsiteY239" fmla="*/ 2189213 h 2323145"/>
              <a:gd name="connsiteX240" fmla="*/ 1494279 w 11269336"/>
              <a:gd name="connsiteY240" fmla="*/ 2183112 h 2323145"/>
              <a:gd name="connsiteX241" fmla="*/ 1473714 w 11269336"/>
              <a:gd name="connsiteY241" fmla="*/ 2179625 h 2323145"/>
              <a:gd name="connsiteX242" fmla="*/ 1449503 w 11269336"/>
              <a:gd name="connsiteY242" fmla="*/ 2182633 h 2323145"/>
              <a:gd name="connsiteX243" fmla="*/ 1266687 w 11269336"/>
              <a:gd name="connsiteY243" fmla="*/ 2212688 h 2323145"/>
              <a:gd name="connsiteX244" fmla="*/ 1239614 w 11269336"/>
              <a:gd name="connsiteY244" fmla="*/ 2209727 h 2323145"/>
              <a:gd name="connsiteX245" fmla="*/ 1202436 w 11269336"/>
              <a:gd name="connsiteY245" fmla="*/ 2209817 h 2323145"/>
              <a:gd name="connsiteX246" fmla="*/ 1136097 w 11269336"/>
              <a:gd name="connsiteY246" fmla="*/ 2205112 h 2323145"/>
              <a:gd name="connsiteX247" fmla="*/ 988232 w 11269336"/>
              <a:gd name="connsiteY247" fmla="*/ 2235635 h 2323145"/>
              <a:gd name="connsiteX248" fmla="*/ 981959 w 11269336"/>
              <a:gd name="connsiteY248" fmla="*/ 2231607 h 2323145"/>
              <a:gd name="connsiteX249" fmla="*/ 938600 w 11269336"/>
              <a:gd name="connsiteY249" fmla="*/ 2238113 h 2323145"/>
              <a:gd name="connsiteX250" fmla="*/ 791788 w 11269336"/>
              <a:gd name="connsiteY250" fmla="*/ 2293224 h 2323145"/>
              <a:gd name="connsiteX251" fmla="*/ 706914 w 11269336"/>
              <a:gd name="connsiteY251" fmla="*/ 2305046 h 2323145"/>
              <a:gd name="connsiteX252" fmla="*/ 675971 w 11269336"/>
              <a:gd name="connsiteY252" fmla="*/ 2304030 h 2323145"/>
              <a:gd name="connsiteX253" fmla="*/ 624180 w 11269336"/>
              <a:gd name="connsiteY253" fmla="*/ 2302650 h 2323145"/>
              <a:gd name="connsiteX254" fmla="*/ 583453 w 11269336"/>
              <a:gd name="connsiteY254" fmla="*/ 2288788 h 2323145"/>
              <a:gd name="connsiteX255" fmla="*/ 540946 w 11269336"/>
              <a:gd name="connsiteY255" fmla="*/ 2292721 h 2323145"/>
              <a:gd name="connsiteX256" fmla="*/ 533680 w 11269336"/>
              <a:gd name="connsiteY256" fmla="*/ 2310233 h 2323145"/>
              <a:gd name="connsiteX257" fmla="*/ 487366 w 11269336"/>
              <a:gd name="connsiteY257" fmla="*/ 2309053 h 2323145"/>
              <a:gd name="connsiteX258" fmla="*/ 416820 w 11269336"/>
              <a:gd name="connsiteY258" fmla="*/ 2305443 h 2323145"/>
              <a:gd name="connsiteX259" fmla="*/ 376805 w 11269336"/>
              <a:gd name="connsiteY259" fmla="*/ 2307647 h 2323145"/>
              <a:gd name="connsiteX260" fmla="*/ 266777 w 11269336"/>
              <a:gd name="connsiteY260" fmla="*/ 2309012 h 2323145"/>
              <a:gd name="connsiteX261" fmla="*/ 156013 w 11269336"/>
              <a:gd name="connsiteY261" fmla="*/ 2306832 h 2323145"/>
              <a:gd name="connsiteX262" fmla="*/ 87258 w 11269336"/>
              <a:gd name="connsiteY262" fmla="*/ 2285511 h 2323145"/>
              <a:gd name="connsiteX263" fmla="*/ 23798 w 11269336"/>
              <a:gd name="connsiteY263" fmla="*/ 2281822 h 2323145"/>
              <a:gd name="connsiteX264" fmla="*/ 0 w 11269336"/>
              <a:gd name="connsiteY264" fmla="*/ 2285369 h 2323145"/>
              <a:gd name="connsiteX265" fmla="*/ 0 w 11269336"/>
              <a:gd name="connsiteY265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656836 w 11269336"/>
              <a:gd name="connsiteY18" fmla="*/ 469967 h 2323145"/>
              <a:gd name="connsiteX19" fmla="*/ 9380600 w 11269336"/>
              <a:gd name="connsiteY19" fmla="*/ 549821 h 2323145"/>
              <a:gd name="connsiteX20" fmla="*/ 9263254 w 11269336"/>
              <a:gd name="connsiteY20" fmla="*/ 645662 h 2323145"/>
              <a:gd name="connsiteX21" fmla="*/ 9162278 w 11269336"/>
              <a:gd name="connsiteY21" fmla="*/ 704724 h 2323145"/>
              <a:gd name="connsiteX22" fmla="*/ 8977138 w 11269336"/>
              <a:gd name="connsiteY22" fmla="*/ 774970 h 2323145"/>
              <a:gd name="connsiteX23" fmla="*/ 8947030 w 11269336"/>
              <a:gd name="connsiteY23" fmla="*/ 814934 h 2323145"/>
              <a:gd name="connsiteX24" fmla="*/ 8914746 w 11269336"/>
              <a:gd name="connsiteY24" fmla="*/ 826428 h 2323145"/>
              <a:gd name="connsiteX25" fmla="*/ 8917778 w 11269336"/>
              <a:gd name="connsiteY25" fmla="*/ 835198 h 2323145"/>
              <a:gd name="connsiteX26" fmla="*/ 8905560 w 11269336"/>
              <a:gd name="connsiteY26" fmla="*/ 838358 h 2323145"/>
              <a:gd name="connsiteX27" fmla="*/ 8897564 w 11269336"/>
              <a:gd name="connsiteY27" fmla="*/ 834287 h 2323145"/>
              <a:gd name="connsiteX28" fmla="*/ 8878040 w 11269336"/>
              <a:gd name="connsiteY28" fmla="*/ 844150 h 2323145"/>
              <a:gd name="connsiteX29" fmla="*/ 8882654 w 11269336"/>
              <a:gd name="connsiteY29" fmla="*/ 892768 h 2323145"/>
              <a:gd name="connsiteX30" fmla="*/ 8795998 w 11269336"/>
              <a:gd name="connsiteY30" fmla="*/ 863337 h 2323145"/>
              <a:gd name="connsiteX31" fmla="*/ 8776970 w 11269336"/>
              <a:gd name="connsiteY31" fmla="*/ 885177 h 2323145"/>
              <a:gd name="connsiteX32" fmla="*/ 8755719 w 11269336"/>
              <a:gd name="connsiteY32" fmla="*/ 889754 h 2323145"/>
              <a:gd name="connsiteX33" fmla="*/ 8743257 w 11269336"/>
              <a:gd name="connsiteY33" fmla="*/ 904723 h 2323145"/>
              <a:gd name="connsiteX34" fmla="*/ 8721366 w 11269336"/>
              <a:gd name="connsiteY34" fmla="*/ 904711 h 2323145"/>
              <a:gd name="connsiteX35" fmla="*/ 8678353 w 11269336"/>
              <a:gd name="connsiteY35" fmla="*/ 926318 h 2323145"/>
              <a:gd name="connsiteX36" fmla="*/ 8636849 w 11269336"/>
              <a:gd name="connsiteY36" fmla="*/ 937900 h 2323145"/>
              <a:gd name="connsiteX37" fmla="*/ 8620213 w 11269336"/>
              <a:gd name="connsiteY37" fmla="*/ 943068 h 2323145"/>
              <a:gd name="connsiteX38" fmla="*/ 8612581 w 11269336"/>
              <a:gd name="connsiteY38" fmla="*/ 952695 h 2323145"/>
              <a:gd name="connsiteX39" fmla="*/ 8589038 w 11269336"/>
              <a:gd name="connsiteY39" fmla="*/ 963892 h 2323145"/>
              <a:gd name="connsiteX40" fmla="*/ 8579950 w 11269336"/>
              <a:gd name="connsiteY40" fmla="*/ 960899 h 2323145"/>
              <a:gd name="connsiteX41" fmla="*/ 8579319 w 11269336"/>
              <a:gd name="connsiteY41" fmla="*/ 965630 h 2323145"/>
              <a:gd name="connsiteX42" fmla="*/ 8547429 w 11269336"/>
              <a:gd name="connsiteY42" fmla="*/ 984506 h 2323145"/>
              <a:gd name="connsiteX43" fmla="*/ 8478704 w 11269336"/>
              <a:gd name="connsiteY43" fmla="*/ 1025490 h 2323145"/>
              <a:gd name="connsiteX44" fmla="*/ 8461421 w 11269336"/>
              <a:gd name="connsiteY44" fmla="*/ 1035512 h 2323145"/>
              <a:gd name="connsiteX45" fmla="*/ 8445003 w 11269336"/>
              <a:gd name="connsiteY45" fmla="*/ 1036851 h 2323145"/>
              <a:gd name="connsiteX46" fmla="*/ 8357350 w 11269336"/>
              <a:gd name="connsiteY46" fmla="*/ 1060213 h 2323145"/>
              <a:gd name="connsiteX47" fmla="*/ 8335565 w 11269336"/>
              <a:gd name="connsiteY47" fmla="*/ 1061151 h 2323145"/>
              <a:gd name="connsiteX48" fmla="*/ 8325267 w 11269336"/>
              <a:gd name="connsiteY48" fmla="*/ 1055919 h 2323145"/>
              <a:gd name="connsiteX49" fmla="*/ 8293586 w 11269336"/>
              <a:gd name="connsiteY49" fmla="*/ 1076144 h 2323145"/>
              <a:gd name="connsiteX50" fmla="*/ 8242405 w 11269336"/>
              <a:gd name="connsiteY50" fmla="*/ 1095960 h 2323145"/>
              <a:gd name="connsiteX51" fmla="*/ 8197391 w 11269336"/>
              <a:gd name="connsiteY51" fmla="*/ 1107746 h 2323145"/>
              <a:gd name="connsiteX52" fmla="*/ 8081474 w 11269336"/>
              <a:gd name="connsiteY52" fmla="*/ 1130125 h 2323145"/>
              <a:gd name="connsiteX53" fmla="*/ 8053585 w 11269336"/>
              <a:gd name="connsiteY53" fmla="*/ 1129169 h 2323145"/>
              <a:gd name="connsiteX54" fmla="*/ 8038422 w 11269336"/>
              <a:gd name="connsiteY54" fmla="*/ 1119092 h 2323145"/>
              <a:gd name="connsiteX55" fmla="*/ 8029450 w 11269336"/>
              <a:gd name="connsiteY55" fmla="*/ 1125592 h 2323145"/>
              <a:gd name="connsiteX56" fmla="*/ 7959552 w 11269336"/>
              <a:gd name="connsiteY56" fmla="*/ 1140188 h 2323145"/>
              <a:gd name="connsiteX57" fmla="*/ 7914188 w 11269336"/>
              <a:gd name="connsiteY57" fmla="*/ 1150862 h 2323145"/>
              <a:gd name="connsiteX58" fmla="*/ 7914918 w 11269336"/>
              <a:gd name="connsiteY58" fmla="*/ 1168758 h 2323145"/>
              <a:gd name="connsiteX59" fmla="*/ 7875510 w 11269336"/>
              <a:gd name="connsiteY59" fmla="*/ 1183153 h 2323145"/>
              <a:gd name="connsiteX60" fmla="*/ 7829932 w 11269336"/>
              <a:gd name="connsiteY60" fmla="*/ 1180782 h 2323145"/>
              <a:gd name="connsiteX61" fmla="*/ 7779182 w 11269336"/>
              <a:gd name="connsiteY61" fmla="*/ 1192665 h 2323145"/>
              <a:gd name="connsiteX62" fmla="*/ 7748774 w 11269336"/>
              <a:gd name="connsiteY62" fmla="*/ 1199586 h 2323145"/>
              <a:gd name="connsiteX63" fmla="*/ 7671846 w 11269336"/>
              <a:gd name="connsiteY63" fmla="*/ 1231966 h 2323145"/>
              <a:gd name="connsiteX64" fmla="*/ 7554146 w 11269336"/>
              <a:gd name="connsiteY64" fmla="*/ 1319748 h 2323145"/>
              <a:gd name="connsiteX65" fmla="*/ 7515052 w 11269336"/>
              <a:gd name="connsiteY65" fmla="*/ 1336718 h 2323145"/>
              <a:gd name="connsiteX66" fmla="*/ 7507193 w 11269336"/>
              <a:gd name="connsiteY66" fmla="*/ 1334617 h 2323145"/>
              <a:gd name="connsiteX67" fmla="*/ 7461694 w 11269336"/>
              <a:gd name="connsiteY67" fmla="*/ 1375866 h 2323145"/>
              <a:gd name="connsiteX68" fmla="*/ 7377571 w 11269336"/>
              <a:gd name="connsiteY68" fmla="*/ 1400128 h 2323145"/>
              <a:gd name="connsiteX69" fmla="*/ 7311261 w 11269336"/>
              <a:gd name="connsiteY69" fmla="*/ 1412652 h 2323145"/>
              <a:gd name="connsiteX70" fmla="*/ 7275307 w 11269336"/>
              <a:gd name="connsiteY70" fmla="*/ 1422171 h 2323145"/>
              <a:gd name="connsiteX71" fmla="*/ 7247783 w 11269336"/>
              <a:gd name="connsiteY71" fmla="*/ 1426330 h 2323145"/>
              <a:gd name="connsiteX72" fmla="*/ 7185047 w 11269336"/>
              <a:gd name="connsiteY72" fmla="*/ 1451812 h 2323145"/>
              <a:gd name="connsiteX73" fmla="*/ 7084117 w 11269336"/>
              <a:gd name="connsiteY73" fmla="*/ 1500281 h 2323145"/>
              <a:gd name="connsiteX74" fmla="*/ 7062011 w 11269336"/>
              <a:gd name="connsiteY74" fmla="*/ 1509183 h 2323145"/>
              <a:gd name="connsiteX75" fmla="*/ 7040555 w 11269336"/>
              <a:gd name="connsiteY75" fmla="*/ 1511207 h 2323145"/>
              <a:gd name="connsiteX76" fmla="*/ 7033438 w 11269336"/>
              <a:gd name="connsiteY76" fmla="*/ 1506772 h 2323145"/>
              <a:gd name="connsiteX77" fmla="*/ 7020886 w 11269336"/>
              <a:gd name="connsiteY77" fmla="*/ 1510764 h 2323145"/>
              <a:gd name="connsiteX78" fmla="*/ 7017033 w 11269336"/>
              <a:gd name="connsiteY78" fmla="*/ 1510650 h 2323145"/>
              <a:gd name="connsiteX79" fmla="*/ 6995460 w 11269336"/>
              <a:gd name="connsiteY79" fmla="*/ 1511173 h 2323145"/>
              <a:gd name="connsiteX80" fmla="*/ 6962144 w 11269336"/>
              <a:gd name="connsiteY80" fmla="*/ 1541508 h 2323145"/>
              <a:gd name="connsiteX81" fmla="*/ 6910674 w 11269336"/>
              <a:gd name="connsiteY81" fmla="*/ 1554793 h 2323145"/>
              <a:gd name="connsiteX82" fmla="*/ 6732152 w 11269336"/>
              <a:gd name="connsiteY82" fmla="*/ 1642538 h 2323145"/>
              <a:gd name="connsiteX83" fmla="*/ 6694106 w 11269336"/>
              <a:gd name="connsiteY83" fmla="*/ 1632377 h 2323145"/>
              <a:gd name="connsiteX84" fmla="*/ 6617223 w 11269336"/>
              <a:gd name="connsiteY84" fmla="*/ 1659889 h 2323145"/>
              <a:gd name="connsiteX85" fmla="*/ 6521138 w 11269336"/>
              <a:gd name="connsiteY85" fmla="*/ 1744340 h 2323145"/>
              <a:gd name="connsiteX86" fmla="*/ 6380677 w 11269336"/>
              <a:gd name="connsiteY86" fmla="*/ 1796883 h 2323145"/>
              <a:gd name="connsiteX87" fmla="*/ 6374897 w 11269336"/>
              <a:gd name="connsiteY87" fmla="*/ 1809910 h 2323145"/>
              <a:gd name="connsiteX88" fmla="*/ 6364545 w 11269336"/>
              <a:gd name="connsiteY88" fmla="*/ 1820090 h 2323145"/>
              <a:gd name="connsiteX89" fmla="*/ 6362126 w 11269336"/>
              <a:gd name="connsiteY89" fmla="*/ 1819991 h 2323145"/>
              <a:gd name="connsiteX90" fmla="*/ 6346673 w 11269336"/>
              <a:gd name="connsiteY90" fmla="*/ 1827824 h 2323145"/>
              <a:gd name="connsiteX91" fmla="*/ 6345588 w 11269336"/>
              <a:gd name="connsiteY91" fmla="*/ 1832232 h 2323145"/>
              <a:gd name="connsiteX92" fmla="*/ 6335708 w 11269336"/>
              <a:gd name="connsiteY92" fmla="*/ 1838451 h 2323145"/>
              <a:gd name="connsiteX93" fmla="*/ 6318182 w 11269336"/>
              <a:gd name="connsiteY93" fmla="*/ 1852975 h 2323145"/>
              <a:gd name="connsiteX94" fmla="*/ 6313084 w 11269336"/>
              <a:gd name="connsiteY94" fmla="*/ 1853561 h 2323145"/>
              <a:gd name="connsiteX95" fmla="*/ 6283816 w 11269336"/>
              <a:gd name="connsiteY95" fmla="*/ 1872148 h 2323145"/>
              <a:gd name="connsiteX96" fmla="*/ 6282550 w 11269336"/>
              <a:gd name="connsiteY96" fmla="*/ 1871392 h 2323145"/>
              <a:gd name="connsiteX97" fmla="*/ 6270527 w 11269336"/>
              <a:gd name="connsiteY97" fmla="*/ 1872208 h 2323145"/>
              <a:gd name="connsiteX98" fmla="*/ 6249518 w 11269336"/>
              <a:gd name="connsiteY98" fmla="*/ 1876079 h 2323145"/>
              <a:gd name="connsiteX99" fmla="*/ 6190386 w 11269336"/>
              <a:gd name="connsiteY99" fmla="*/ 1872478 h 2323145"/>
              <a:gd name="connsiteX100" fmla="*/ 6159777 w 11269336"/>
              <a:gd name="connsiteY100" fmla="*/ 1891745 h 2323145"/>
              <a:gd name="connsiteX101" fmla="*/ 6153131 w 11269336"/>
              <a:gd name="connsiteY101" fmla="*/ 1895079 h 2323145"/>
              <a:gd name="connsiteX102" fmla="*/ 6152798 w 11269336"/>
              <a:gd name="connsiteY102" fmla="*/ 1894920 h 2323145"/>
              <a:gd name="connsiteX103" fmla="*/ 6145388 w 11269336"/>
              <a:gd name="connsiteY103" fmla="*/ 1897990 h 2323145"/>
              <a:gd name="connsiteX104" fmla="*/ 6141014 w 11269336"/>
              <a:gd name="connsiteY104" fmla="*/ 1901155 h 2323145"/>
              <a:gd name="connsiteX105" fmla="*/ 6128122 w 11269336"/>
              <a:gd name="connsiteY105" fmla="*/ 1907623 h 2323145"/>
              <a:gd name="connsiteX106" fmla="*/ 6122351 w 11269336"/>
              <a:gd name="connsiteY106" fmla="*/ 1908359 h 2323145"/>
              <a:gd name="connsiteX107" fmla="*/ 6064750 w 11269336"/>
              <a:gd name="connsiteY107" fmla="*/ 1896394 h 2323145"/>
              <a:gd name="connsiteX108" fmla="*/ 5964230 w 11269336"/>
              <a:gd name="connsiteY108" fmla="*/ 1910038 h 2323145"/>
              <a:gd name="connsiteX109" fmla="*/ 5865399 w 11269336"/>
              <a:gd name="connsiteY109" fmla="*/ 1926966 h 2323145"/>
              <a:gd name="connsiteX110" fmla="*/ 5829951 w 11269336"/>
              <a:gd name="connsiteY110" fmla="*/ 1934755 h 2323145"/>
              <a:gd name="connsiteX111" fmla="*/ 5765285 w 11269336"/>
              <a:gd name="connsiteY111" fmla="*/ 1941322 h 2323145"/>
              <a:gd name="connsiteX112" fmla="*/ 5734750 w 11269336"/>
              <a:gd name="connsiteY112" fmla="*/ 1939793 h 2323145"/>
              <a:gd name="connsiteX113" fmla="*/ 5733569 w 11269336"/>
              <a:gd name="connsiteY113" fmla="*/ 1940505 h 2323145"/>
              <a:gd name="connsiteX114" fmla="*/ 5730329 w 11269336"/>
              <a:gd name="connsiteY114" fmla="*/ 1937845 h 2323145"/>
              <a:gd name="connsiteX115" fmla="*/ 5724661 w 11269336"/>
              <a:gd name="connsiteY115" fmla="*/ 1937455 h 2323145"/>
              <a:gd name="connsiteX116" fmla="*/ 5710186 w 11269336"/>
              <a:gd name="connsiteY116" fmla="*/ 1941370 h 2323145"/>
              <a:gd name="connsiteX117" fmla="*/ 5704910 w 11269336"/>
              <a:gd name="connsiteY117" fmla="*/ 1943663 h 2323145"/>
              <a:gd name="connsiteX118" fmla="*/ 5696836 w 11269336"/>
              <a:gd name="connsiteY118" fmla="*/ 1945271 h 2323145"/>
              <a:gd name="connsiteX119" fmla="*/ 5696583 w 11269336"/>
              <a:gd name="connsiteY119" fmla="*/ 1945050 h 2323145"/>
              <a:gd name="connsiteX120" fmla="*/ 5689123 w 11269336"/>
              <a:gd name="connsiteY120" fmla="*/ 1947067 h 2323145"/>
              <a:gd name="connsiteX121" fmla="*/ 5653291 w 11269336"/>
              <a:gd name="connsiteY121" fmla="*/ 1960245 h 2323145"/>
              <a:gd name="connsiteX122" fmla="*/ 5599385 w 11269336"/>
              <a:gd name="connsiteY122" fmla="*/ 1945198 h 2323145"/>
              <a:gd name="connsiteX123" fmla="*/ 5578300 w 11269336"/>
              <a:gd name="connsiteY123" fmla="*/ 1944963 h 2323145"/>
              <a:gd name="connsiteX124" fmla="*/ 5566758 w 11269336"/>
              <a:gd name="connsiteY124" fmla="*/ 1943441 h 2323145"/>
              <a:gd name="connsiteX125" fmla="*/ 5565857 w 11269336"/>
              <a:gd name="connsiteY125" fmla="*/ 1942445 h 2323145"/>
              <a:gd name="connsiteX126" fmla="*/ 5531534 w 11269336"/>
              <a:gd name="connsiteY126" fmla="*/ 1955208 h 2323145"/>
              <a:gd name="connsiteX127" fmla="*/ 5526552 w 11269336"/>
              <a:gd name="connsiteY127" fmla="*/ 1954799 h 2323145"/>
              <a:gd name="connsiteX128" fmla="*/ 5504723 w 11269336"/>
              <a:gd name="connsiteY128" fmla="*/ 1965811 h 2323145"/>
              <a:gd name="connsiteX129" fmla="*/ 5493156 w 11269336"/>
              <a:gd name="connsiteY129" fmla="*/ 1970063 h 2323145"/>
              <a:gd name="connsiteX130" fmla="*/ 5490486 w 11269336"/>
              <a:gd name="connsiteY130" fmla="*/ 1974227 h 2323145"/>
              <a:gd name="connsiteX131" fmla="*/ 5473107 w 11269336"/>
              <a:gd name="connsiteY131" fmla="*/ 1979001 h 2323145"/>
              <a:gd name="connsiteX132" fmla="*/ 5470885 w 11269336"/>
              <a:gd name="connsiteY132" fmla="*/ 1978432 h 2323145"/>
              <a:gd name="connsiteX133" fmla="*/ 5457393 w 11269336"/>
              <a:gd name="connsiteY133" fmla="*/ 1986525 h 2323145"/>
              <a:gd name="connsiteX134" fmla="*/ 5447102 w 11269336"/>
              <a:gd name="connsiteY134" fmla="*/ 1998329 h 2323145"/>
              <a:gd name="connsiteX135" fmla="*/ 5159151 w 11269336"/>
              <a:gd name="connsiteY135" fmla="*/ 2029640 h 2323145"/>
              <a:gd name="connsiteX136" fmla="*/ 5041688 w 11269336"/>
              <a:gd name="connsiteY136" fmla="*/ 2022334 h 2323145"/>
              <a:gd name="connsiteX137" fmla="*/ 4860988 w 11269336"/>
              <a:gd name="connsiteY137" fmla="*/ 2135698 h 2323145"/>
              <a:gd name="connsiteX138" fmla="*/ 4807902 w 11269336"/>
              <a:gd name="connsiteY138" fmla="*/ 2138894 h 2323145"/>
              <a:gd name="connsiteX139" fmla="*/ 4765388 w 11269336"/>
              <a:gd name="connsiteY139" fmla="*/ 2162525 h 2323145"/>
              <a:gd name="connsiteX140" fmla="*/ 4745033 w 11269336"/>
              <a:gd name="connsiteY140" fmla="*/ 2158859 h 2323145"/>
              <a:gd name="connsiteX141" fmla="*/ 4741475 w 11269336"/>
              <a:gd name="connsiteY141" fmla="*/ 2157998 h 2323145"/>
              <a:gd name="connsiteX142" fmla="*/ 4728247 w 11269336"/>
              <a:gd name="connsiteY142" fmla="*/ 2159526 h 2323145"/>
              <a:gd name="connsiteX143" fmla="*/ 4723263 w 11269336"/>
              <a:gd name="connsiteY143" fmla="*/ 2153742 h 2323145"/>
              <a:gd name="connsiteX144" fmla="*/ 4702453 w 11269336"/>
              <a:gd name="connsiteY144" fmla="*/ 2151586 h 2323145"/>
              <a:gd name="connsiteX145" fmla="*/ 4678455 w 11269336"/>
              <a:gd name="connsiteY145" fmla="*/ 2156131 h 2323145"/>
              <a:gd name="connsiteX146" fmla="*/ 4593061 w 11269336"/>
              <a:gd name="connsiteY146" fmla="*/ 2171597 h 2323145"/>
              <a:gd name="connsiteX147" fmla="*/ 4579902 w 11269336"/>
              <a:gd name="connsiteY147" fmla="*/ 2177927 h 2323145"/>
              <a:gd name="connsiteX148" fmla="*/ 4533444 w 11269336"/>
              <a:gd name="connsiteY148" fmla="*/ 2181200 h 2323145"/>
              <a:gd name="connsiteX149" fmla="*/ 4492832 w 11269336"/>
              <a:gd name="connsiteY149" fmla="*/ 2188033 h 2323145"/>
              <a:gd name="connsiteX150" fmla="*/ 4467257 w 11269336"/>
              <a:gd name="connsiteY150" fmla="*/ 2196121 h 2323145"/>
              <a:gd name="connsiteX151" fmla="*/ 4459937 w 11269336"/>
              <a:gd name="connsiteY151" fmla="*/ 2195182 h 2323145"/>
              <a:gd name="connsiteX152" fmla="*/ 4433312 w 11269336"/>
              <a:gd name="connsiteY152" fmla="*/ 2199004 h 2323145"/>
              <a:gd name="connsiteX153" fmla="*/ 4420601 w 11269336"/>
              <a:gd name="connsiteY153" fmla="*/ 2205158 h 2323145"/>
              <a:gd name="connsiteX154" fmla="*/ 4405765 w 11269336"/>
              <a:gd name="connsiteY154" fmla="*/ 2199902 h 2323145"/>
              <a:gd name="connsiteX155" fmla="*/ 4401354 w 11269336"/>
              <a:gd name="connsiteY155" fmla="*/ 2194745 h 2323145"/>
              <a:gd name="connsiteX156" fmla="*/ 4383151 w 11269336"/>
              <a:gd name="connsiteY156" fmla="*/ 2201140 h 2323145"/>
              <a:gd name="connsiteX157" fmla="*/ 4366646 w 11269336"/>
              <a:gd name="connsiteY157" fmla="*/ 2198564 h 2323145"/>
              <a:gd name="connsiteX158" fmla="*/ 4354009 w 11269336"/>
              <a:gd name="connsiteY158" fmla="*/ 2204984 h 2323145"/>
              <a:gd name="connsiteX159" fmla="*/ 4348284 w 11269336"/>
              <a:gd name="connsiteY159" fmla="*/ 2205270 h 2323145"/>
              <a:gd name="connsiteX160" fmla="*/ 4333906 w 11269336"/>
              <a:gd name="connsiteY160" fmla="*/ 2205251 h 2323145"/>
              <a:gd name="connsiteX161" fmla="*/ 4308819 w 11269336"/>
              <a:gd name="connsiteY161" fmla="*/ 2203822 h 2323145"/>
              <a:gd name="connsiteX162" fmla="*/ 4301210 w 11269336"/>
              <a:gd name="connsiteY162" fmla="*/ 2204456 h 2323145"/>
              <a:gd name="connsiteX163" fmla="*/ 4283095 w 11269336"/>
              <a:gd name="connsiteY163" fmla="*/ 2198177 h 2323145"/>
              <a:gd name="connsiteX164" fmla="*/ 4250119 w 11269336"/>
              <a:gd name="connsiteY164" fmla="*/ 2196342 h 2323145"/>
              <a:gd name="connsiteX165" fmla="*/ 4189203 w 11269336"/>
              <a:gd name="connsiteY165" fmla="*/ 2178994 h 2323145"/>
              <a:gd name="connsiteX166" fmla="*/ 4154035 w 11269336"/>
              <a:gd name="connsiteY166" fmla="*/ 2171950 h 2323145"/>
              <a:gd name="connsiteX167" fmla="*/ 4129569 w 11269336"/>
              <a:gd name="connsiteY167" fmla="*/ 2163850 h 2323145"/>
              <a:gd name="connsiteX168" fmla="*/ 4061250 w 11269336"/>
              <a:gd name="connsiteY168" fmla="*/ 2159236 h 2323145"/>
              <a:gd name="connsiteX169" fmla="*/ 3945480 w 11269336"/>
              <a:gd name="connsiteY169" fmla="*/ 2158279 h 2323145"/>
              <a:gd name="connsiteX170" fmla="*/ 3921468 w 11269336"/>
              <a:gd name="connsiteY170" fmla="*/ 2156588 h 2323145"/>
              <a:gd name="connsiteX171" fmla="*/ 3903348 w 11269336"/>
              <a:gd name="connsiteY171" fmla="*/ 2149220 h 2323145"/>
              <a:gd name="connsiteX172" fmla="*/ 3901342 w 11269336"/>
              <a:gd name="connsiteY172" fmla="*/ 2142355 h 2323145"/>
              <a:gd name="connsiteX173" fmla="*/ 3888539 w 11269336"/>
              <a:gd name="connsiteY173" fmla="*/ 2140476 h 2323145"/>
              <a:gd name="connsiteX174" fmla="*/ 3885662 w 11269336"/>
              <a:gd name="connsiteY174" fmla="*/ 2138740 h 2323145"/>
              <a:gd name="connsiteX175" fmla="*/ 3868627 w 11269336"/>
              <a:gd name="connsiteY175" fmla="*/ 2130023 h 2323145"/>
              <a:gd name="connsiteX176" fmla="*/ 3819177 w 11269336"/>
              <a:gd name="connsiteY176" fmla="*/ 2142111 h 2323145"/>
              <a:gd name="connsiteX177" fmla="*/ 3769100 w 11269336"/>
              <a:gd name="connsiteY177" fmla="*/ 2131731 h 2323145"/>
              <a:gd name="connsiteX178" fmla="*/ 3562752 w 11269336"/>
              <a:gd name="connsiteY178" fmla="*/ 2131785 h 2323145"/>
              <a:gd name="connsiteX179" fmla="*/ 3541402 w 11269336"/>
              <a:gd name="connsiteY179" fmla="*/ 2106821 h 2323145"/>
              <a:gd name="connsiteX180" fmla="*/ 3365341 w 11269336"/>
              <a:gd name="connsiteY180" fmla="*/ 2077638 h 2323145"/>
              <a:gd name="connsiteX181" fmla="*/ 3170922 w 11269336"/>
              <a:gd name="connsiteY181" fmla="*/ 2115957 h 2323145"/>
              <a:gd name="connsiteX182" fmla="*/ 3156256 w 11269336"/>
              <a:gd name="connsiteY182" fmla="*/ 2124773 h 2323145"/>
              <a:gd name="connsiteX183" fmla="*/ 3140298 w 11269336"/>
              <a:gd name="connsiteY183" fmla="*/ 2129182 h 2323145"/>
              <a:gd name="connsiteX184" fmla="*/ 3138514 w 11269336"/>
              <a:gd name="connsiteY184" fmla="*/ 2128069 h 2323145"/>
              <a:gd name="connsiteX185" fmla="*/ 3120467 w 11269336"/>
              <a:gd name="connsiteY185" fmla="*/ 2128281 h 2323145"/>
              <a:gd name="connsiteX186" fmla="*/ 3116175 w 11269336"/>
              <a:gd name="connsiteY186" fmla="*/ 2131633 h 2323145"/>
              <a:gd name="connsiteX187" fmla="*/ 3103685 w 11269336"/>
              <a:gd name="connsiteY187" fmla="*/ 2132814 h 2323145"/>
              <a:gd name="connsiteX188" fmla="*/ 3078794 w 11269336"/>
              <a:gd name="connsiteY188" fmla="*/ 2137935 h 2323145"/>
              <a:gd name="connsiteX189" fmla="*/ 3074407 w 11269336"/>
              <a:gd name="connsiteY189" fmla="*/ 2136274 h 2323145"/>
              <a:gd name="connsiteX190" fmla="*/ 3037285 w 11269336"/>
              <a:gd name="connsiteY190" fmla="*/ 2139919 h 2323145"/>
              <a:gd name="connsiteX191" fmla="*/ 3036901 w 11269336"/>
              <a:gd name="connsiteY191" fmla="*/ 2138726 h 2323145"/>
              <a:gd name="connsiteX192" fmla="*/ 3026996 w 11269336"/>
              <a:gd name="connsiteY192" fmla="*/ 2134322 h 2323145"/>
              <a:gd name="connsiteX193" fmla="*/ 3007772 w 11269336"/>
              <a:gd name="connsiteY193" fmla="*/ 2128742 h 2323145"/>
              <a:gd name="connsiteX194" fmla="*/ 2965030 w 11269336"/>
              <a:gd name="connsiteY194" fmla="*/ 2100494 h 2323145"/>
              <a:gd name="connsiteX195" fmla="*/ 2926342 w 11269336"/>
              <a:gd name="connsiteY195" fmla="*/ 2104155 h 2323145"/>
              <a:gd name="connsiteX196" fmla="*/ 2918608 w 11269336"/>
              <a:gd name="connsiteY196" fmla="*/ 2104215 h 2323145"/>
              <a:gd name="connsiteX197" fmla="*/ 2918475 w 11269336"/>
              <a:gd name="connsiteY197" fmla="*/ 2103937 h 2323145"/>
              <a:gd name="connsiteX198" fmla="*/ 2910360 w 11269336"/>
              <a:gd name="connsiteY198" fmla="*/ 2103444 h 2323145"/>
              <a:gd name="connsiteX199" fmla="*/ 2904507 w 11269336"/>
              <a:gd name="connsiteY199" fmla="*/ 2104326 h 2323145"/>
              <a:gd name="connsiteX200" fmla="*/ 2889503 w 11269336"/>
              <a:gd name="connsiteY200" fmla="*/ 2104443 h 2323145"/>
              <a:gd name="connsiteX201" fmla="*/ 2884480 w 11269336"/>
              <a:gd name="connsiteY201" fmla="*/ 2102626 h 2323145"/>
              <a:gd name="connsiteX202" fmla="*/ 2882689 w 11269336"/>
              <a:gd name="connsiteY202" fmla="*/ 2099228 h 2323145"/>
              <a:gd name="connsiteX203" fmla="*/ 2881291 w 11269336"/>
              <a:gd name="connsiteY203" fmla="*/ 2099618 h 2323145"/>
              <a:gd name="connsiteX204" fmla="*/ 2853979 w 11269336"/>
              <a:gd name="connsiteY204" fmla="*/ 2090388 h 2323145"/>
              <a:gd name="connsiteX205" fmla="*/ 2791790 w 11269336"/>
              <a:gd name="connsiteY205" fmla="*/ 2080332 h 2323145"/>
              <a:gd name="connsiteX206" fmla="*/ 2755844 w 11269336"/>
              <a:gd name="connsiteY206" fmla="*/ 2078874 h 2323145"/>
              <a:gd name="connsiteX207" fmla="*/ 2657742 w 11269336"/>
              <a:gd name="connsiteY207" fmla="*/ 2070179 h 2323145"/>
              <a:gd name="connsiteX208" fmla="*/ 2559549 w 11269336"/>
              <a:gd name="connsiteY208" fmla="*/ 2057873 h 2323145"/>
              <a:gd name="connsiteX209" fmla="*/ 2512054 w 11269336"/>
              <a:gd name="connsiteY209" fmla="*/ 2031671 h 2323145"/>
              <a:gd name="connsiteX210" fmla="*/ 2506437 w 11269336"/>
              <a:gd name="connsiteY210" fmla="*/ 2030918 h 2323145"/>
              <a:gd name="connsiteX211" fmla="*/ 2491752 w 11269336"/>
              <a:gd name="connsiteY211" fmla="*/ 2033906 h 2323145"/>
              <a:gd name="connsiteX212" fmla="*/ 2486338 w 11269336"/>
              <a:gd name="connsiteY212" fmla="*/ 2035862 h 2323145"/>
              <a:gd name="connsiteX213" fmla="*/ 2478186 w 11269336"/>
              <a:gd name="connsiteY213" fmla="*/ 2036953 h 2323145"/>
              <a:gd name="connsiteX214" fmla="*/ 2477950 w 11269336"/>
              <a:gd name="connsiteY214" fmla="*/ 2036715 h 2323145"/>
              <a:gd name="connsiteX215" fmla="*/ 2470381 w 11269336"/>
              <a:gd name="connsiteY215" fmla="*/ 2038256 h 2323145"/>
              <a:gd name="connsiteX216" fmla="*/ 2433781 w 11269336"/>
              <a:gd name="connsiteY216" fmla="*/ 2049140 h 2323145"/>
              <a:gd name="connsiteX217" fmla="*/ 2381172 w 11269336"/>
              <a:gd name="connsiteY217" fmla="*/ 2030645 h 2323145"/>
              <a:gd name="connsiteX218" fmla="*/ 2360198 w 11269336"/>
              <a:gd name="connsiteY218" fmla="*/ 2029059 h 2323145"/>
              <a:gd name="connsiteX219" fmla="*/ 2348815 w 11269336"/>
              <a:gd name="connsiteY219" fmla="*/ 2026798 h 2323145"/>
              <a:gd name="connsiteX220" fmla="*/ 2347988 w 11269336"/>
              <a:gd name="connsiteY220" fmla="*/ 2025745 h 2323145"/>
              <a:gd name="connsiteX221" fmla="*/ 2312920 w 11269336"/>
              <a:gd name="connsiteY221" fmla="*/ 2036311 h 2323145"/>
              <a:gd name="connsiteX222" fmla="*/ 2307986 w 11269336"/>
              <a:gd name="connsiteY222" fmla="*/ 2035583 h 2323145"/>
              <a:gd name="connsiteX223" fmla="*/ 2285481 w 11269336"/>
              <a:gd name="connsiteY223" fmla="*/ 2045197 h 2323145"/>
              <a:gd name="connsiteX224" fmla="*/ 2273666 w 11269336"/>
              <a:gd name="connsiteY224" fmla="*/ 2048710 h 2323145"/>
              <a:gd name="connsiteX225" fmla="*/ 2270719 w 11269336"/>
              <a:gd name="connsiteY225" fmla="*/ 2052702 h 2323145"/>
              <a:gd name="connsiteX226" fmla="*/ 2253080 w 11269336"/>
              <a:gd name="connsiteY226" fmla="*/ 2056363 h 2323145"/>
              <a:gd name="connsiteX227" fmla="*/ 2250906 w 11269336"/>
              <a:gd name="connsiteY227" fmla="*/ 2055654 h 2323145"/>
              <a:gd name="connsiteX228" fmla="*/ 2236905 w 11269336"/>
              <a:gd name="connsiteY228" fmla="*/ 2062882 h 2323145"/>
              <a:gd name="connsiteX229" fmla="*/ 2225830 w 11269336"/>
              <a:gd name="connsiteY229" fmla="*/ 2074027 h 2323145"/>
              <a:gd name="connsiteX230" fmla="*/ 2073776 w 11269336"/>
              <a:gd name="connsiteY230" fmla="*/ 2089244 h 2323145"/>
              <a:gd name="connsiteX231" fmla="*/ 1948256 w 11269336"/>
              <a:gd name="connsiteY231" fmla="*/ 2146616 h 2323145"/>
              <a:gd name="connsiteX232" fmla="*/ 1865582 w 11269336"/>
              <a:gd name="connsiteY232" fmla="*/ 2153738 h 2323145"/>
              <a:gd name="connsiteX233" fmla="*/ 1835210 w 11269336"/>
              <a:gd name="connsiteY233" fmla="*/ 2134244 h 2323145"/>
              <a:gd name="connsiteX234" fmla="*/ 1632661 w 11269336"/>
              <a:gd name="connsiteY234" fmla="*/ 2173882 h 2323145"/>
              <a:gd name="connsiteX235" fmla="*/ 1579590 w 11269336"/>
              <a:gd name="connsiteY235" fmla="*/ 2173680 h 2323145"/>
              <a:gd name="connsiteX236" fmla="*/ 1535601 w 11269336"/>
              <a:gd name="connsiteY236" fmla="*/ 2194590 h 2323145"/>
              <a:gd name="connsiteX237" fmla="*/ 1515594 w 11269336"/>
              <a:gd name="connsiteY237" fmla="*/ 2189622 h 2323145"/>
              <a:gd name="connsiteX238" fmla="*/ 1512113 w 11269336"/>
              <a:gd name="connsiteY238" fmla="*/ 2188534 h 2323145"/>
              <a:gd name="connsiteX239" fmla="*/ 1498838 w 11269336"/>
              <a:gd name="connsiteY239" fmla="*/ 2189213 h 2323145"/>
              <a:gd name="connsiteX240" fmla="*/ 1494279 w 11269336"/>
              <a:gd name="connsiteY240" fmla="*/ 2183112 h 2323145"/>
              <a:gd name="connsiteX241" fmla="*/ 1473714 w 11269336"/>
              <a:gd name="connsiteY241" fmla="*/ 2179625 h 2323145"/>
              <a:gd name="connsiteX242" fmla="*/ 1449503 w 11269336"/>
              <a:gd name="connsiteY242" fmla="*/ 2182633 h 2323145"/>
              <a:gd name="connsiteX243" fmla="*/ 1266687 w 11269336"/>
              <a:gd name="connsiteY243" fmla="*/ 2212688 h 2323145"/>
              <a:gd name="connsiteX244" fmla="*/ 1239614 w 11269336"/>
              <a:gd name="connsiteY244" fmla="*/ 2209727 h 2323145"/>
              <a:gd name="connsiteX245" fmla="*/ 1202436 w 11269336"/>
              <a:gd name="connsiteY245" fmla="*/ 2209817 h 2323145"/>
              <a:gd name="connsiteX246" fmla="*/ 1136097 w 11269336"/>
              <a:gd name="connsiteY246" fmla="*/ 2205112 h 2323145"/>
              <a:gd name="connsiteX247" fmla="*/ 988232 w 11269336"/>
              <a:gd name="connsiteY247" fmla="*/ 2235635 h 2323145"/>
              <a:gd name="connsiteX248" fmla="*/ 981959 w 11269336"/>
              <a:gd name="connsiteY248" fmla="*/ 2231607 h 2323145"/>
              <a:gd name="connsiteX249" fmla="*/ 938600 w 11269336"/>
              <a:gd name="connsiteY249" fmla="*/ 2238113 h 2323145"/>
              <a:gd name="connsiteX250" fmla="*/ 791788 w 11269336"/>
              <a:gd name="connsiteY250" fmla="*/ 2293224 h 2323145"/>
              <a:gd name="connsiteX251" fmla="*/ 706914 w 11269336"/>
              <a:gd name="connsiteY251" fmla="*/ 2305046 h 2323145"/>
              <a:gd name="connsiteX252" fmla="*/ 675971 w 11269336"/>
              <a:gd name="connsiteY252" fmla="*/ 2304030 h 2323145"/>
              <a:gd name="connsiteX253" fmla="*/ 624180 w 11269336"/>
              <a:gd name="connsiteY253" fmla="*/ 2302650 h 2323145"/>
              <a:gd name="connsiteX254" fmla="*/ 583453 w 11269336"/>
              <a:gd name="connsiteY254" fmla="*/ 2288788 h 2323145"/>
              <a:gd name="connsiteX255" fmla="*/ 540946 w 11269336"/>
              <a:gd name="connsiteY255" fmla="*/ 2292721 h 2323145"/>
              <a:gd name="connsiteX256" fmla="*/ 533680 w 11269336"/>
              <a:gd name="connsiteY256" fmla="*/ 2310233 h 2323145"/>
              <a:gd name="connsiteX257" fmla="*/ 487366 w 11269336"/>
              <a:gd name="connsiteY257" fmla="*/ 2309053 h 2323145"/>
              <a:gd name="connsiteX258" fmla="*/ 416820 w 11269336"/>
              <a:gd name="connsiteY258" fmla="*/ 2305443 h 2323145"/>
              <a:gd name="connsiteX259" fmla="*/ 376805 w 11269336"/>
              <a:gd name="connsiteY259" fmla="*/ 2307647 h 2323145"/>
              <a:gd name="connsiteX260" fmla="*/ 266777 w 11269336"/>
              <a:gd name="connsiteY260" fmla="*/ 2309012 h 2323145"/>
              <a:gd name="connsiteX261" fmla="*/ 156013 w 11269336"/>
              <a:gd name="connsiteY261" fmla="*/ 2306832 h 2323145"/>
              <a:gd name="connsiteX262" fmla="*/ 87258 w 11269336"/>
              <a:gd name="connsiteY262" fmla="*/ 2285511 h 2323145"/>
              <a:gd name="connsiteX263" fmla="*/ 23798 w 11269336"/>
              <a:gd name="connsiteY263" fmla="*/ 2281822 h 2323145"/>
              <a:gd name="connsiteX264" fmla="*/ 0 w 11269336"/>
              <a:gd name="connsiteY264" fmla="*/ 2285369 h 2323145"/>
              <a:gd name="connsiteX265" fmla="*/ 0 w 11269336"/>
              <a:gd name="connsiteY265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656836 w 11269336"/>
              <a:gd name="connsiteY18" fmla="*/ 469967 h 2323145"/>
              <a:gd name="connsiteX19" fmla="*/ 9380600 w 11269336"/>
              <a:gd name="connsiteY19" fmla="*/ 549821 h 2323145"/>
              <a:gd name="connsiteX20" fmla="*/ 9263254 w 11269336"/>
              <a:gd name="connsiteY20" fmla="*/ 645662 h 2323145"/>
              <a:gd name="connsiteX21" fmla="*/ 9162278 w 11269336"/>
              <a:gd name="connsiteY21" fmla="*/ 704724 h 2323145"/>
              <a:gd name="connsiteX22" fmla="*/ 8977138 w 11269336"/>
              <a:gd name="connsiteY22" fmla="*/ 774970 h 2323145"/>
              <a:gd name="connsiteX23" fmla="*/ 9070855 w 11269336"/>
              <a:gd name="connsiteY23" fmla="*/ 794621 h 2323145"/>
              <a:gd name="connsiteX24" fmla="*/ 8914746 w 11269336"/>
              <a:gd name="connsiteY24" fmla="*/ 826428 h 2323145"/>
              <a:gd name="connsiteX25" fmla="*/ 8917778 w 11269336"/>
              <a:gd name="connsiteY25" fmla="*/ 835198 h 2323145"/>
              <a:gd name="connsiteX26" fmla="*/ 8905560 w 11269336"/>
              <a:gd name="connsiteY26" fmla="*/ 838358 h 2323145"/>
              <a:gd name="connsiteX27" fmla="*/ 8897564 w 11269336"/>
              <a:gd name="connsiteY27" fmla="*/ 834287 h 2323145"/>
              <a:gd name="connsiteX28" fmla="*/ 8878040 w 11269336"/>
              <a:gd name="connsiteY28" fmla="*/ 844150 h 2323145"/>
              <a:gd name="connsiteX29" fmla="*/ 8882654 w 11269336"/>
              <a:gd name="connsiteY29" fmla="*/ 892768 h 2323145"/>
              <a:gd name="connsiteX30" fmla="*/ 8795998 w 11269336"/>
              <a:gd name="connsiteY30" fmla="*/ 863337 h 2323145"/>
              <a:gd name="connsiteX31" fmla="*/ 8776970 w 11269336"/>
              <a:gd name="connsiteY31" fmla="*/ 885177 h 2323145"/>
              <a:gd name="connsiteX32" fmla="*/ 8755719 w 11269336"/>
              <a:gd name="connsiteY32" fmla="*/ 889754 h 2323145"/>
              <a:gd name="connsiteX33" fmla="*/ 8743257 w 11269336"/>
              <a:gd name="connsiteY33" fmla="*/ 904723 h 2323145"/>
              <a:gd name="connsiteX34" fmla="*/ 8721366 w 11269336"/>
              <a:gd name="connsiteY34" fmla="*/ 904711 h 2323145"/>
              <a:gd name="connsiteX35" fmla="*/ 8678353 w 11269336"/>
              <a:gd name="connsiteY35" fmla="*/ 926318 h 2323145"/>
              <a:gd name="connsiteX36" fmla="*/ 8636849 w 11269336"/>
              <a:gd name="connsiteY36" fmla="*/ 937900 h 2323145"/>
              <a:gd name="connsiteX37" fmla="*/ 8620213 w 11269336"/>
              <a:gd name="connsiteY37" fmla="*/ 943068 h 2323145"/>
              <a:gd name="connsiteX38" fmla="*/ 8612581 w 11269336"/>
              <a:gd name="connsiteY38" fmla="*/ 952695 h 2323145"/>
              <a:gd name="connsiteX39" fmla="*/ 8589038 w 11269336"/>
              <a:gd name="connsiteY39" fmla="*/ 963892 h 2323145"/>
              <a:gd name="connsiteX40" fmla="*/ 8579950 w 11269336"/>
              <a:gd name="connsiteY40" fmla="*/ 960899 h 2323145"/>
              <a:gd name="connsiteX41" fmla="*/ 8579319 w 11269336"/>
              <a:gd name="connsiteY41" fmla="*/ 965630 h 2323145"/>
              <a:gd name="connsiteX42" fmla="*/ 8547429 w 11269336"/>
              <a:gd name="connsiteY42" fmla="*/ 984506 h 2323145"/>
              <a:gd name="connsiteX43" fmla="*/ 8478704 w 11269336"/>
              <a:gd name="connsiteY43" fmla="*/ 1025490 h 2323145"/>
              <a:gd name="connsiteX44" fmla="*/ 8461421 w 11269336"/>
              <a:gd name="connsiteY44" fmla="*/ 1035512 h 2323145"/>
              <a:gd name="connsiteX45" fmla="*/ 8445003 w 11269336"/>
              <a:gd name="connsiteY45" fmla="*/ 1036851 h 2323145"/>
              <a:gd name="connsiteX46" fmla="*/ 8357350 w 11269336"/>
              <a:gd name="connsiteY46" fmla="*/ 1060213 h 2323145"/>
              <a:gd name="connsiteX47" fmla="*/ 8335565 w 11269336"/>
              <a:gd name="connsiteY47" fmla="*/ 1061151 h 2323145"/>
              <a:gd name="connsiteX48" fmla="*/ 8325267 w 11269336"/>
              <a:gd name="connsiteY48" fmla="*/ 1055919 h 2323145"/>
              <a:gd name="connsiteX49" fmla="*/ 8293586 w 11269336"/>
              <a:gd name="connsiteY49" fmla="*/ 1076144 h 2323145"/>
              <a:gd name="connsiteX50" fmla="*/ 8242405 w 11269336"/>
              <a:gd name="connsiteY50" fmla="*/ 1095960 h 2323145"/>
              <a:gd name="connsiteX51" fmla="*/ 8197391 w 11269336"/>
              <a:gd name="connsiteY51" fmla="*/ 1107746 h 2323145"/>
              <a:gd name="connsiteX52" fmla="*/ 8081474 w 11269336"/>
              <a:gd name="connsiteY52" fmla="*/ 1130125 h 2323145"/>
              <a:gd name="connsiteX53" fmla="*/ 8053585 w 11269336"/>
              <a:gd name="connsiteY53" fmla="*/ 1129169 h 2323145"/>
              <a:gd name="connsiteX54" fmla="*/ 8038422 w 11269336"/>
              <a:gd name="connsiteY54" fmla="*/ 1119092 h 2323145"/>
              <a:gd name="connsiteX55" fmla="*/ 8029450 w 11269336"/>
              <a:gd name="connsiteY55" fmla="*/ 1125592 h 2323145"/>
              <a:gd name="connsiteX56" fmla="*/ 7959552 w 11269336"/>
              <a:gd name="connsiteY56" fmla="*/ 1140188 h 2323145"/>
              <a:gd name="connsiteX57" fmla="*/ 7914188 w 11269336"/>
              <a:gd name="connsiteY57" fmla="*/ 1150862 h 2323145"/>
              <a:gd name="connsiteX58" fmla="*/ 7914918 w 11269336"/>
              <a:gd name="connsiteY58" fmla="*/ 1168758 h 2323145"/>
              <a:gd name="connsiteX59" fmla="*/ 7875510 w 11269336"/>
              <a:gd name="connsiteY59" fmla="*/ 1183153 h 2323145"/>
              <a:gd name="connsiteX60" fmla="*/ 7829932 w 11269336"/>
              <a:gd name="connsiteY60" fmla="*/ 1180782 h 2323145"/>
              <a:gd name="connsiteX61" fmla="*/ 7779182 w 11269336"/>
              <a:gd name="connsiteY61" fmla="*/ 1192665 h 2323145"/>
              <a:gd name="connsiteX62" fmla="*/ 7748774 w 11269336"/>
              <a:gd name="connsiteY62" fmla="*/ 1199586 h 2323145"/>
              <a:gd name="connsiteX63" fmla="*/ 7671846 w 11269336"/>
              <a:gd name="connsiteY63" fmla="*/ 1231966 h 2323145"/>
              <a:gd name="connsiteX64" fmla="*/ 7554146 w 11269336"/>
              <a:gd name="connsiteY64" fmla="*/ 1319748 h 2323145"/>
              <a:gd name="connsiteX65" fmla="*/ 7515052 w 11269336"/>
              <a:gd name="connsiteY65" fmla="*/ 1336718 h 2323145"/>
              <a:gd name="connsiteX66" fmla="*/ 7507193 w 11269336"/>
              <a:gd name="connsiteY66" fmla="*/ 1334617 h 2323145"/>
              <a:gd name="connsiteX67" fmla="*/ 7461694 w 11269336"/>
              <a:gd name="connsiteY67" fmla="*/ 1375866 h 2323145"/>
              <a:gd name="connsiteX68" fmla="*/ 7377571 w 11269336"/>
              <a:gd name="connsiteY68" fmla="*/ 1400128 h 2323145"/>
              <a:gd name="connsiteX69" fmla="*/ 7311261 w 11269336"/>
              <a:gd name="connsiteY69" fmla="*/ 1412652 h 2323145"/>
              <a:gd name="connsiteX70" fmla="*/ 7275307 w 11269336"/>
              <a:gd name="connsiteY70" fmla="*/ 1422171 h 2323145"/>
              <a:gd name="connsiteX71" fmla="*/ 7247783 w 11269336"/>
              <a:gd name="connsiteY71" fmla="*/ 1426330 h 2323145"/>
              <a:gd name="connsiteX72" fmla="*/ 7185047 w 11269336"/>
              <a:gd name="connsiteY72" fmla="*/ 1451812 h 2323145"/>
              <a:gd name="connsiteX73" fmla="*/ 7084117 w 11269336"/>
              <a:gd name="connsiteY73" fmla="*/ 1500281 h 2323145"/>
              <a:gd name="connsiteX74" fmla="*/ 7062011 w 11269336"/>
              <a:gd name="connsiteY74" fmla="*/ 1509183 h 2323145"/>
              <a:gd name="connsiteX75" fmla="*/ 7040555 w 11269336"/>
              <a:gd name="connsiteY75" fmla="*/ 1511207 h 2323145"/>
              <a:gd name="connsiteX76" fmla="*/ 7033438 w 11269336"/>
              <a:gd name="connsiteY76" fmla="*/ 1506772 h 2323145"/>
              <a:gd name="connsiteX77" fmla="*/ 7020886 w 11269336"/>
              <a:gd name="connsiteY77" fmla="*/ 1510764 h 2323145"/>
              <a:gd name="connsiteX78" fmla="*/ 7017033 w 11269336"/>
              <a:gd name="connsiteY78" fmla="*/ 1510650 h 2323145"/>
              <a:gd name="connsiteX79" fmla="*/ 6995460 w 11269336"/>
              <a:gd name="connsiteY79" fmla="*/ 1511173 h 2323145"/>
              <a:gd name="connsiteX80" fmla="*/ 6962144 w 11269336"/>
              <a:gd name="connsiteY80" fmla="*/ 1541508 h 2323145"/>
              <a:gd name="connsiteX81" fmla="*/ 6910674 w 11269336"/>
              <a:gd name="connsiteY81" fmla="*/ 1554793 h 2323145"/>
              <a:gd name="connsiteX82" fmla="*/ 6732152 w 11269336"/>
              <a:gd name="connsiteY82" fmla="*/ 1642538 h 2323145"/>
              <a:gd name="connsiteX83" fmla="*/ 6694106 w 11269336"/>
              <a:gd name="connsiteY83" fmla="*/ 1632377 h 2323145"/>
              <a:gd name="connsiteX84" fmla="*/ 6617223 w 11269336"/>
              <a:gd name="connsiteY84" fmla="*/ 1659889 h 2323145"/>
              <a:gd name="connsiteX85" fmla="*/ 6521138 w 11269336"/>
              <a:gd name="connsiteY85" fmla="*/ 1744340 h 2323145"/>
              <a:gd name="connsiteX86" fmla="*/ 6380677 w 11269336"/>
              <a:gd name="connsiteY86" fmla="*/ 1796883 h 2323145"/>
              <a:gd name="connsiteX87" fmla="*/ 6374897 w 11269336"/>
              <a:gd name="connsiteY87" fmla="*/ 1809910 h 2323145"/>
              <a:gd name="connsiteX88" fmla="*/ 6364545 w 11269336"/>
              <a:gd name="connsiteY88" fmla="*/ 1820090 h 2323145"/>
              <a:gd name="connsiteX89" fmla="*/ 6362126 w 11269336"/>
              <a:gd name="connsiteY89" fmla="*/ 1819991 h 2323145"/>
              <a:gd name="connsiteX90" fmla="*/ 6346673 w 11269336"/>
              <a:gd name="connsiteY90" fmla="*/ 1827824 h 2323145"/>
              <a:gd name="connsiteX91" fmla="*/ 6345588 w 11269336"/>
              <a:gd name="connsiteY91" fmla="*/ 1832232 h 2323145"/>
              <a:gd name="connsiteX92" fmla="*/ 6335708 w 11269336"/>
              <a:gd name="connsiteY92" fmla="*/ 1838451 h 2323145"/>
              <a:gd name="connsiteX93" fmla="*/ 6318182 w 11269336"/>
              <a:gd name="connsiteY93" fmla="*/ 1852975 h 2323145"/>
              <a:gd name="connsiteX94" fmla="*/ 6313084 w 11269336"/>
              <a:gd name="connsiteY94" fmla="*/ 1853561 h 2323145"/>
              <a:gd name="connsiteX95" fmla="*/ 6283816 w 11269336"/>
              <a:gd name="connsiteY95" fmla="*/ 1872148 h 2323145"/>
              <a:gd name="connsiteX96" fmla="*/ 6282550 w 11269336"/>
              <a:gd name="connsiteY96" fmla="*/ 1871392 h 2323145"/>
              <a:gd name="connsiteX97" fmla="*/ 6270527 w 11269336"/>
              <a:gd name="connsiteY97" fmla="*/ 1872208 h 2323145"/>
              <a:gd name="connsiteX98" fmla="*/ 6249518 w 11269336"/>
              <a:gd name="connsiteY98" fmla="*/ 1876079 h 2323145"/>
              <a:gd name="connsiteX99" fmla="*/ 6190386 w 11269336"/>
              <a:gd name="connsiteY99" fmla="*/ 1872478 h 2323145"/>
              <a:gd name="connsiteX100" fmla="*/ 6159777 w 11269336"/>
              <a:gd name="connsiteY100" fmla="*/ 1891745 h 2323145"/>
              <a:gd name="connsiteX101" fmla="*/ 6153131 w 11269336"/>
              <a:gd name="connsiteY101" fmla="*/ 1895079 h 2323145"/>
              <a:gd name="connsiteX102" fmla="*/ 6152798 w 11269336"/>
              <a:gd name="connsiteY102" fmla="*/ 1894920 h 2323145"/>
              <a:gd name="connsiteX103" fmla="*/ 6145388 w 11269336"/>
              <a:gd name="connsiteY103" fmla="*/ 1897990 h 2323145"/>
              <a:gd name="connsiteX104" fmla="*/ 6141014 w 11269336"/>
              <a:gd name="connsiteY104" fmla="*/ 1901155 h 2323145"/>
              <a:gd name="connsiteX105" fmla="*/ 6128122 w 11269336"/>
              <a:gd name="connsiteY105" fmla="*/ 1907623 h 2323145"/>
              <a:gd name="connsiteX106" fmla="*/ 6122351 w 11269336"/>
              <a:gd name="connsiteY106" fmla="*/ 1908359 h 2323145"/>
              <a:gd name="connsiteX107" fmla="*/ 6064750 w 11269336"/>
              <a:gd name="connsiteY107" fmla="*/ 1896394 h 2323145"/>
              <a:gd name="connsiteX108" fmla="*/ 5964230 w 11269336"/>
              <a:gd name="connsiteY108" fmla="*/ 1910038 h 2323145"/>
              <a:gd name="connsiteX109" fmla="*/ 5865399 w 11269336"/>
              <a:gd name="connsiteY109" fmla="*/ 1926966 h 2323145"/>
              <a:gd name="connsiteX110" fmla="*/ 5829951 w 11269336"/>
              <a:gd name="connsiteY110" fmla="*/ 1934755 h 2323145"/>
              <a:gd name="connsiteX111" fmla="*/ 5765285 w 11269336"/>
              <a:gd name="connsiteY111" fmla="*/ 1941322 h 2323145"/>
              <a:gd name="connsiteX112" fmla="*/ 5734750 w 11269336"/>
              <a:gd name="connsiteY112" fmla="*/ 1939793 h 2323145"/>
              <a:gd name="connsiteX113" fmla="*/ 5733569 w 11269336"/>
              <a:gd name="connsiteY113" fmla="*/ 1940505 h 2323145"/>
              <a:gd name="connsiteX114" fmla="*/ 5730329 w 11269336"/>
              <a:gd name="connsiteY114" fmla="*/ 1937845 h 2323145"/>
              <a:gd name="connsiteX115" fmla="*/ 5724661 w 11269336"/>
              <a:gd name="connsiteY115" fmla="*/ 1937455 h 2323145"/>
              <a:gd name="connsiteX116" fmla="*/ 5710186 w 11269336"/>
              <a:gd name="connsiteY116" fmla="*/ 1941370 h 2323145"/>
              <a:gd name="connsiteX117" fmla="*/ 5704910 w 11269336"/>
              <a:gd name="connsiteY117" fmla="*/ 1943663 h 2323145"/>
              <a:gd name="connsiteX118" fmla="*/ 5696836 w 11269336"/>
              <a:gd name="connsiteY118" fmla="*/ 1945271 h 2323145"/>
              <a:gd name="connsiteX119" fmla="*/ 5696583 w 11269336"/>
              <a:gd name="connsiteY119" fmla="*/ 1945050 h 2323145"/>
              <a:gd name="connsiteX120" fmla="*/ 5689123 w 11269336"/>
              <a:gd name="connsiteY120" fmla="*/ 1947067 h 2323145"/>
              <a:gd name="connsiteX121" fmla="*/ 5653291 w 11269336"/>
              <a:gd name="connsiteY121" fmla="*/ 1960245 h 2323145"/>
              <a:gd name="connsiteX122" fmla="*/ 5599385 w 11269336"/>
              <a:gd name="connsiteY122" fmla="*/ 1945198 h 2323145"/>
              <a:gd name="connsiteX123" fmla="*/ 5578300 w 11269336"/>
              <a:gd name="connsiteY123" fmla="*/ 1944963 h 2323145"/>
              <a:gd name="connsiteX124" fmla="*/ 5566758 w 11269336"/>
              <a:gd name="connsiteY124" fmla="*/ 1943441 h 2323145"/>
              <a:gd name="connsiteX125" fmla="*/ 5565857 w 11269336"/>
              <a:gd name="connsiteY125" fmla="*/ 1942445 h 2323145"/>
              <a:gd name="connsiteX126" fmla="*/ 5531534 w 11269336"/>
              <a:gd name="connsiteY126" fmla="*/ 1955208 h 2323145"/>
              <a:gd name="connsiteX127" fmla="*/ 5526552 w 11269336"/>
              <a:gd name="connsiteY127" fmla="*/ 1954799 h 2323145"/>
              <a:gd name="connsiteX128" fmla="*/ 5504723 w 11269336"/>
              <a:gd name="connsiteY128" fmla="*/ 1965811 h 2323145"/>
              <a:gd name="connsiteX129" fmla="*/ 5493156 w 11269336"/>
              <a:gd name="connsiteY129" fmla="*/ 1970063 h 2323145"/>
              <a:gd name="connsiteX130" fmla="*/ 5490486 w 11269336"/>
              <a:gd name="connsiteY130" fmla="*/ 1974227 h 2323145"/>
              <a:gd name="connsiteX131" fmla="*/ 5473107 w 11269336"/>
              <a:gd name="connsiteY131" fmla="*/ 1979001 h 2323145"/>
              <a:gd name="connsiteX132" fmla="*/ 5470885 w 11269336"/>
              <a:gd name="connsiteY132" fmla="*/ 1978432 h 2323145"/>
              <a:gd name="connsiteX133" fmla="*/ 5457393 w 11269336"/>
              <a:gd name="connsiteY133" fmla="*/ 1986525 h 2323145"/>
              <a:gd name="connsiteX134" fmla="*/ 5447102 w 11269336"/>
              <a:gd name="connsiteY134" fmla="*/ 1998329 h 2323145"/>
              <a:gd name="connsiteX135" fmla="*/ 5159151 w 11269336"/>
              <a:gd name="connsiteY135" fmla="*/ 2029640 h 2323145"/>
              <a:gd name="connsiteX136" fmla="*/ 5041688 w 11269336"/>
              <a:gd name="connsiteY136" fmla="*/ 2022334 h 2323145"/>
              <a:gd name="connsiteX137" fmla="*/ 4860988 w 11269336"/>
              <a:gd name="connsiteY137" fmla="*/ 2135698 h 2323145"/>
              <a:gd name="connsiteX138" fmla="*/ 4807902 w 11269336"/>
              <a:gd name="connsiteY138" fmla="*/ 2138894 h 2323145"/>
              <a:gd name="connsiteX139" fmla="*/ 4765388 w 11269336"/>
              <a:gd name="connsiteY139" fmla="*/ 2162525 h 2323145"/>
              <a:gd name="connsiteX140" fmla="*/ 4745033 w 11269336"/>
              <a:gd name="connsiteY140" fmla="*/ 2158859 h 2323145"/>
              <a:gd name="connsiteX141" fmla="*/ 4741475 w 11269336"/>
              <a:gd name="connsiteY141" fmla="*/ 2157998 h 2323145"/>
              <a:gd name="connsiteX142" fmla="*/ 4728247 w 11269336"/>
              <a:gd name="connsiteY142" fmla="*/ 2159526 h 2323145"/>
              <a:gd name="connsiteX143" fmla="*/ 4723263 w 11269336"/>
              <a:gd name="connsiteY143" fmla="*/ 2153742 h 2323145"/>
              <a:gd name="connsiteX144" fmla="*/ 4702453 w 11269336"/>
              <a:gd name="connsiteY144" fmla="*/ 2151586 h 2323145"/>
              <a:gd name="connsiteX145" fmla="*/ 4678455 w 11269336"/>
              <a:gd name="connsiteY145" fmla="*/ 2156131 h 2323145"/>
              <a:gd name="connsiteX146" fmla="*/ 4593061 w 11269336"/>
              <a:gd name="connsiteY146" fmla="*/ 2171597 h 2323145"/>
              <a:gd name="connsiteX147" fmla="*/ 4579902 w 11269336"/>
              <a:gd name="connsiteY147" fmla="*/ 2177927 h 2323145"/>
              <a:gd name="connsiteX148" fmla="*/ 4533444 w 11269336"/>
              <a:gd name="connsiteY148" fmla="*/ 2181200 h 2323145"/>
              <a:gd name="connsiteX149" fmla="*/ 4492832 w 11269336"/>
              <a:gd name="connsiteY149" fmla="*/ 2188033 h 2323145"/>
              <a:gd name="connsiteX150" fmla="*/ 4467257 w 11269336"/>
              <a:gd name="connsiteY150" fmla="*/ 2196121 h 2323145"/>
              <a:gd name="connsiteX151" fmla="*/ 4459937 w 11269336"/>
              <a:gd name="connsiteY151" fmla="*/ 2195182 h 2323145"/>
              <a:gd name="connsiteX152" fmla="*/ 4433312 w 11269336"/>
              <a:gd name="connsiteY152" fmla="*/ 2199004 h 2323145"/>
              <a:gd name="connsiteX153" fmla="*/ 4420601 w 11269336"/>
              <a:gd name="connsiteY153" fmla="*/ 2205158 h 2323145"/>
              <a:gd name="connsiteX154" fmla="*/ 4405765 w 11269336"/>
              <a:gd name="connsiteY154" fmla="*/ 2199902 h 2323145"/>
              <a:gd name="connsiteX155" fmla="*/ 4401354 w 11269336"/>
              <a:gd name="connsiteY155" fmla="*/ 2194745 h 2323145"/>
              <a:gd name="connsiteX156" fmla="*/ 4383151 w 11269336"/>
              <a:gd name="connsiteY156" fmla="*/ 2201140 h 2323145"/>
              <a:gd name="connsiteX157" fmla="*/ 4366646 w 11269336"/>
              <a:gd name="connsiteY157" fmla="*/ 2198564 h 2323145"/>
              <a:gd name="connsiteX158" fmla="*/ 4354009 w 11269336"/>
              <a:gd name="connsiteY158" fmla="*/ 2204984 h 2323145"/>
              <a:gd name="connsiteX159" fmla="*/ 4348284 w 11269336"/>
              <a:gd name="connsiteY159" fmla="*/ 2205270 h 2323145"/>
              <a:gd name="connsiteX160" fmla="*/ 4333906 w 11269336"/>
              <a:gd name="connsiteY160" fmla="*/ 2205251 h 2323145"/>
              <a:gd name="connsiteX161" fmla="*/ 4308819 w 11269336"/>
              <a:gd name="connsiteY161" fmla="*/ 2203822 h 2323145"/>
              <a:gd name="connsiteX162" fmla="*/ 4301210 w 11269336"/>
              <a:gd name="connsiteY162" fmla="*/ 2204456 h 2323145"/>
              <a:gd name="connsiteX163" fmla="*/ 4283095 w 11269336"/>
              <a:gd name="connsiteY163" fmla="*/ 2198177 h 2323145"/>
              <a:gd name="connsiteX164" fmla="*/ 4250119 w 11269336"/>
              <a:gd name="connsiteY164" fmla="*/ 2196342 h 2323145"/>
              <a:gd name="connsiteX165" fmla="*/ 4189203 w 11269336"/>
              <a:gd name="connsiteY165" fmla="*/ 2178994 h 2323145"/>
              <a:gd name="connsiteX166" fmla="*/ 4154035 w 11269336"/>
              <a:gd name="connsiteY166" fmla="*/ 2171950 h 2323145"/>
              <a:gd name="connsiteX167" fmla="*/ 4129569 w 11269336"/>
              <a:gd name="connsiteY167" fmla="*/ 2163850 h 2323145"/>
              <a:gd name="connsiteX168" fmla="*/ 4061250 w 11269336"/>
              <a:gd name="connsiteY168" fmla="*/ 2159236 h 2323145"/>
              <a:gd name="connsiteX169" fmla="*/ 3945480 w 11269336"/>
              <a:gd name="connsiteY169" fmla="*/ 2158279 h 2323145"/>
              <a:gd name="connsiteX170" fmla="*/ 3921468 w 11269336"/>
              <a:gd name="connsiteY170" fmla="*/ 2156588 h 2323145"/>
              <a:gd name="connsiteX171" fmla="*/ 3903348 w 11269336"/>
              <a:gd name="connsiteY171" fmla="*/ 2149220 h 2323145"/>
              <a:gd name="connsiteX172" fmla="*/ 3901342 w 11269336"/>
              <a:gd name="connsiteY172" fmla="*/ 2142355 h 2323145"/>
              <a:gd name="connsiteX173" fmla="*/ 3888539 w 11269336"/>
              <a:gd name="connsiteY173" fmla="*/ 2140476 h 2323145"/>
              <a:gd name="connsiteX174" fmla="*/ 3885662 w 11269336"/>
              <a:gd name="connsiteY174" fmla="*/ 2138740 h 2323145"/>
              <a:gd name="connsiteX175" fmla="*/ 3868627 w 11269336"/>
              <a:gd name="connsiteY175" fmla="*/ 2130023 h 2323145"/>
              <a:gd name="connsiteX176" fmla="*/ 3819177 w 11269336"/>
              <a:gd name="connsiteY176" fmla="*/ 2142111 h 2323145"/>
              <a:gd name="connsiteX177" fmla="*/ 3769100 w 11269336"/>
              <a:gd name="connsiteY177" fmla="*/ 2131731 h 2323145"/>
              <a:gd name="connsiteX178" fmla="*/ 3562752 w 11269336"/>
              <a:gd name="connsiteY178" fmla="*/ 2131785 h 2323145"/>
              <a:gd name="connsiteX179" fmla="*/ 3541402 w 11269336"/>
              <a:gd name="connsiteY179" fmla="*/ 2106821 h 2323145"/>
              <a:gd name="connsiteX180" fmla="*/ 3365341 w 11269336"/>
              <a:gd name="connsiteY180" fmla="*/ 2077638 h 2323145"/>
              <a:gd name="connsiteX181" fmla="*/ 3170922 w 11269336"/>
              <a:gd name="connsiteY181" fmla="*/ 2115957 h 2323145"/>
              <a:gd name="connsiteX182" fmla="*/ 3156256 w 11269336"/>
              <a:gd name="connsiteY182" fmla="*/ 2124773 h 2323145"/>
              <a:gd name="connsiteX183" fmla="*/ 3140298 w 11269336"/>
              <a:gd name="connsiteY183" fmla="*/ 2129182 h 2323145"/>
              <a:gd name="connsiteX184" fmla="*/ 3138514 w 11269336"/>
              <a:gd name="connsiteY184" fmla="*/ 2128069 h 2323145"/>
              <a:gd name="connsiteX185" fmla="*/ 3120467 w 11269336"/>
              <a:gd name="connsiteY185" fmla="*/ 2128281 h 2323145"/>
              <a:gd name="connsiteX186" fmla="*/ 3116175 w 11269336"/>
              <a:gd name="connsiteY186" fmla="*/ 2131633 h 2323145"/>
              <a:gd name="connsiteX187" fmla="*/ 3103685 w 11269336"/>
              <a:gd name="connsiteY187" fmla="*/ 2132814 h 2323145"/>
              <a:gd name="connsiteX188" fmla="*/ 3078794 w 11269336"/>
              <a:gd name="connsiteY188" fmla="*/ 2137935 h 2323145"/>
              <a:gd name="connsiteX189" fmla="*/ 3074407 w 11269336"/>
              <a:gd name="connsiteY189" fmla="*/ 2136274 h 2323145"/>
              <a:gd name="connsiteX190" fmla="*/ 3037285 w 11269336"/>
              <a:gd name="connsiteY190" fmla="*/ 2139919 h 2323145"/>
              <a:gd name="connsiteX191" fmla="*/ 3036901 w 11269336"/>
              <a:gd name="connsiteY191" fmla="*/ 2138726 h 2323145"/>
              <a:gd name="connsiteX192" fmla="*/ 3026996 w 11269336"/>
              <a:gd name="connsiteY192" fmla="*/ 2134322 h 2323145"/>
              <a:gd name="connsiteX193" fmla="*/ 3007772 w 11269336"/>
              <a:gd name="connsiteY193" fmla="*/ 2128742 h 2323145"/>
              <a:gd name="connsiteX194" fmla="*/ 2965030 w 11269336"/>
              <a:gd name="connsiteY194" fmla="*/ 2100494 h 2323145"/>
              <a:gd name="connsiteX195" fmla="*/ 2926342 w 11269336"/>
              <a:gd name="connsiteY195" fmla="*/ 2104155 h 2323145"/>
              <a:gd name="connsiteX196" fmla="*/ 2918608 w 11269336"/>
              <a:gd name="connsiteY196" fmla="*/ 2104215 h 2323145"/>
              <a:gd name="connsiteX197" fmla="*/ 2918475 w 11269336"/>
              <a:gd name="connsiteY197" fmla="*/ 2103937 h 2323145"/>
              <a:gd name="connsiteX198" fmla="*/ 2910360 w 11269336"/>
              <a:gd name="connsiteY198" fmla="*/ 2103444 h 2323145"/>
              <a:gd name="connsiteX199" fmla="*/ 2904507 w 11269336"/>
              <a:gd name="connsiteY199" fmla="*/ 2104326 h 2323145"/>
              <a:gd name="connsiteX200" fmla="*/ 2889503 w 11269336"/>
              <a:gd name="connsiteY200" fmla="*/ 2104443 h 2323145"/>
              <a:gd name="connsiteX201" fmla="*/ 2884480 w 11269336"/>
              <a:gd name="connsiteY201" fmla="*/ 2102626 h 2323145"/>
              <a:gd name="connsiteX202" fmla="*/ 2882689 w 11269336"/>
              <a:gd name="connsiteY202" fmla="*/ 2099228 h 2323145"/>
              <a:gd name="connsiteX203" fmla="*/ 2881291 w 11269336"/>
              <a:gd name="connsiteY203" fmla="*/ 2099618 h 2323145"/>
              <a:gd name="connsiteX204" fmla="*/ 2853979 w 11269336"/>
              <a:gd name="connsiteY204" fmla="*/ 2090388 h 2323145"/>
              <a:gd name="connsiteX205" fmla="*/ 2791790 w 11269336"/>
              <a:gd name="connsiteY205" fmla="*/ 2080332 h 2323145"/>
              <a:gd name="connsiteX206" fmla="*/ 2755844 w 11269336"/>
              <a:gd name="connsiteY206" fmla="*/ 2078874 h 2323145"/>
              <a:gd name="connsiteX207" fmla="*/ 2657742 w 11269336"/>
              <a:gd name="connsiteY207" fmla="*/ 2070179 h 2323145"/>
              <a:gd name="connsiteX208" fmla="*/ 2559549 w 11269336"/>
              <a:gd name="connsiteY208" fmla="*/ 2057873 h 2323145"/>
              <a:gd name="connsiteX209" fmla="*/ 2512054 w 11269336"/>
              <a:gd name="connsiteY209" fmla="*/ 2031671 h 2323145"/>
              <a:gd name="connsiteX210" fmla="*/ 2506437 w 11269336"/>
              <a:gd name="connsiteY210" fmla="*/ 2030918 h 2323145"/>
              <a:gd name="connsiteX211" fmla="*/ 2491752 w 11269336"/>
              <a:gd name="connsiteY211" fmla="*/ 2033906 h 2323145"/>
              <a:gd name="connsiteX212" fmla="*/ 2486338 w 11269336"/>
              <a:gd name="connsiteY212" fmla="*/ 2035862 h 2323145"/>
              <a:gd name="connsiteX213" fmla="*/ 2478186 w 11269336"/>
              <a:gd name="connsiteY213" fmla="*/ 2036953 h 2323145"/>
              <a:gd name="connsiteX214" fmla="*/ 2477950 w 11269336"/>
              <a:gd name="connsiteY214" fmla="*/ 2036715 h 2323145"/>
              <a:gd name="connsiteX215" fmla="*/ 2470381 w 11269336"/>
              <a:gd name="connsiteY215" fmla="*/ 2038256 h 2323145"/>
              <a:gd name="connsiteX216" fmla="*/ 2433781 w 11269336"/>
              <a:gd name="connsiteY216" fmla="*/ 2049140 h 2323145"/>
              <a:gd name="connsiteX217" fmla="*/ 2381172 w 11269336"/>
              <a:gd name="connsiteY217" fmla="*/ 2030645 h 2323145"/>
              <a:gd name="connsiteX218" fmla="*/ 2360198 w 11269336"/>
              <a:gd name="connsiteY218" fmla="*/ 2029059 h 2323145"/>
              <a:gd name="connsiteX219" fmla="*/ 2348815 w 11269336"/>
              <a:gd name="connsiteY219" fmla="*/ 2026798 h 2323145"/>
              <a:gd name="connsiteX220" fmla="*/ 2347988 w 11269336"/>
              <a:gd name="connsiteY220" fmla="*/ 2025745 h 2323145"/>
              <a:gd name="connsiteX221" fmla="*/ 2312920 w 11269336"/>
              <a:gd name="connsiteY221" fmla="*/ 2036311 h 2323145"/>
              <a:gd name="connsiteX222" fmla="*/ 2307986 w 11269336"/>
              <a:gd name="connsiteY222" fmla="*/ 2035583 h 2323145"/>
              <a:gd name="connsiteX223" fmla="*/ 2285481 w 11269336"/>
              <a:gd name="connsiteY223" fmla="*/ 2045197 h 2323145"/>
              <a:gd name="connsiteX224" fmla="*/ 2273666 w 11269336"/>
              <a:gd name="connsiteY224" fmla="*/ 2048710 h 2323145"/>
              <a:gd name="connsiteX225" fmla="*/ 2270719 w 11269336"/>
              <a:gd name="connsiteY225" fmla="*/ 2052702 h 2323145"/>
              <a:gd name="connsiteX226" fmla="*/ 2253080 w 11269336"/>
              <a:gd name="connsiteY226" fmla="*/ 2056363 h 2323145"/>
              <a:gd name="connsiteX227" fmla="*/ 2250906 w 11269336"/>
              <a:gd name="connsiteY227" fmla="*/ 2055654 h 2323145"/>
              <a:gd name="connsiteX228" fmla="*/ 2236905 w 11269336"/>
              <a:gd name="connsiteY228" fmla="*/ 2062882 h 2323145"/>
              <a:gd name="connsiteX229" fmla="*/ 2225830 w 11269336"/>
              <a:gd name="connsiteY229" fmla="*/ 2074027 h 2323145"/>
              <a:gd name="connsiteX230" fmla="*/ 2073776 w 11269336"/>
              <a:gd name="connsiteY230" fmla="*/ 2089244 h 2323145"/>
              <a:gd name="connsiteX231" fmla="*/ 1948256 w 11269336"/>
              <a:gd name="connsiteY231" fmla="*/ 2146616 h 2323145"/>
              <a:gd name="connsiteX232" fmla="*/ 1865582 w 11269336"/>
              <a:gd name="connsiteY232" fmla="*/ 2153738 h 2323145"/>
              <a:gd name="connsiteX233" fmla="*/ 1835210 w 11269336"/>
              <a:gd name="connsiteY233" fmla="*/ 2134244 h 2323145"/>
              <a:gd name="connsiteX234" fmla="*/ 1632661 w 11269336"/>
              <a:gd name="connsiteY234" fmla="*/ 2173882 h 2323145"/>
              <a:gd name="connsiteX235" fmla="*/ 1579590 w 11269336"/>
              <a:gd name="connsiteY235" fmla="*/ 2173680 h 2323145"/>
              <a:gd name="connsiteX236" fmla="*/ 1535601 w 11269336"/>
              <a:gd name="connsiteY236" fmla="*/ 2194590 h 2323145"/>
              <a:gd name="connsiteX237" fmla="*/ 1515594 w 11269336"/>
              <a:gd name="connsiteY237" fmla="*/ 2189622 h 2323145"/>
              <a:gd name="connsiteX238" fmla="*/ 1512113 w 11269336"/>
              <a:gd name="connsiteY238" fmla="*/ 2188534 h 2323145"/>
              <a:gd name="connsiteX239" fmla="*/ 1498838 w 11269336"/>
              <a:gd name="connsiteY239" fmla="*/ 2189213 h 2323145"/>
              <a:gd name="connsiteX240" fmla="*/ 1494279 w 11269336"/>
              <a:gd name="connsiteY240" fmla="*/ 2183112 h 2323145"/>
              <a:gd name="connsiteX241" fmla="*/ 1473714 w 11269336"/>
              <a:gd name="connsiteY241" fmla="*/ 2179625 h 2323145"/>
              <a:gd name="connsiteX242" fmla="*/ 1449503 w 11269336"/>
              <a:gd name="connsiteY242" fmla="*/ 2182633 h 2323145"/>
              <a:gd name="connsiteX243" fmla="*/ 1266687 w 11269336"/>
              <a:gd name="connsiteY243" fmla="*/ 2212688 h 2323145"/>
              <a:gd name="connsiteX244" fmla="*/ 1239614 w 11269336"/>
              <a:gd name="connsiteY244" fmla="*/ 2209727 h 2323145"/>
              <a:gd name="connsiteX245" fmla="*/ 1202436 w 11269336"/>
              <a:gd name="connsiteY245" fmla="*/ 2209817 h 2323145"/>
              <a:gd name="connsiteX246" fmla="*/ 1136097 w 11269336"/>
              <a:gd name="connsiteY246" fmla="*/ 2205112 h 2323145"/>
              <a:gd name="connsiteX247" fmla="*/ 988232 w 11269336"/>
              <a:gd name="connsiteY247" fmla="*/ 2235635 h 2323145"/>
              <a:gd name="connsiteX248" fmla="*/ 981959 w 11269336"/>
              <a:gd name="connsiteY248" fmla="*/ 2231607 h 2323145"/>
              <a:gd name="connsiteX249" fmla="*/ 938600 w 11269336"/>
              <a:gd name="connsiteY249" fmla="*/ 2238113 h 2323145"/>
              <a:gd name="connsiteX250" fmla="*/ 791788 w 11269336"/>
              <a:gd name="connsiteY250" fmla="*/ 2293224 h 2323145"/>
              <a:gd name="connsiteX251" fmla="*/ 706914 w 11269336"/>
              <a:gd name="connsiteY251" fmla="*/ 2305046 h 2323145"/>
              <a:gd name="connsiteX252" fmla="*/ 675971 w 11269336"/>
              <a:gd name="connsiteY252" fmla="*/ 2304030 h 2323145"/>
              <a:gd name="connsiteX253" fmla="*/ 624180 w 11269336"/>
              <a:gd name="connsiteY253" fmla="*/ 2302650 h 2323145"/>
              <a:gd name="connsiteX254" fmla="*/ 583453 w 11269336"/>
              <a:gd name="connsiteY254" fmla="*/ 2288788 h 2323145"/>
              <a:gd name="connsiteX255" fmla="*/ 540946 w 11269336"/>
              <a:gd name="connsiteY255" fmla="*/ 2292721 h 2323145"/>
              <a:gd name="connsiteX256" fmla="*/ 533680 w 11269336"/>
              <a:gd name="connsiteY256" fmla="*/ 2310233 h 2323145"/>
              <a:gd name="connsiteX257" fmla="*/ 487366 w 11269336"/>
              <a:gd name="connsiteY257" fmla="*/ 2309053 h 2323145"/>
              <a:gd name="connsiteX258" fmla="*/ 416820 w 11269336"/>
              <a:gd name="connsiteY258" fmla="*/ 2305443 h 2323145"/>
              <a:gd name="connsiteX259" fmla="*/ 376805 w 11269336"/>
              <a:gd name="connsiteY259" fmla="*/ 2307647 h 2323145"/>
              <a:gd name="connsiteX260" fmla="*/ 266777 w 11269336"/>
              <a:gd name="connsiteY260" fmla="*/ 2309012 h 2323145"/>
              <a:gd name="connsiteX261" fmla="*/ 156013 w 11269336"/>
              <a:gd name="connsiteY261" fmla="*/ 2306832 h 2323145"/>
              <a:gd name="connsiteX262" fmla="*/ 87258 w 11269336"/>
              <a:gd name="connsiteY262" fmla="*/ 2285511 h 2323145"/>
              <a:gd name="connsiteX263" fmla="*/ 23798 w 11269336"/>
              <a:gd name="connsiteY263" fmla="*/ 2281822 h 2323145"/>
              <a:gd name="connsiteX264" fmla="*/ 0 w 11269336"/>
              <a:gd name="connsiteY264" fmla="*/ 2285369 h 2323145"/>
              <a:gd name="connsiteX265" fmla="*/ 0 w 11269336"/>
              <a:gd name="connsiteY265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656836 w 11269336"/>
              <a:gd name="connsiteY18" fmla="*/ 469967 h 2323145"/>
              <a:gd name="connsiteX19" fmla="*/ 9380600 w 11269336"/>
              <a:gd name="connsiteY19" fmla="*/ 549821 h 2323145"/>
              <a:gd name="connsiteX20" fmla="*/ 9263254 w 11269336"/>
              <a:gd name="connsiteY20" fmla="*/ 645662 h 2323145"/>
              <a:gd name="connsiteX21" fmla="*/ 9162278 w 11269336"/>
              <a:gd name="connsiteY21" fmla="*/ 704724 h 2323145"/>
              <a:gd name="connsiteX22" fmla="*/ 8977138 w 11269336"/>
              <a:gd name="connsiteY22" fmla="*/ 774970 h 2323145"/>
              <a:gd name="connsiteX23" fmla="*/ 9070855 w 11269336"/>
              <a:gd name="connsiteY23" fmla="*/ 794621 h 2323145"/>
              <a:gd name="connsiteX24" fmla="*/ 8914746 w 11269336"/>
              <a:gd name="connsiteY24" fmla="*/ 826428 h 2323145"/>
              <a:gd name="connsiteX25" fmla="*/ 8917778 w 11269336"/>
              <a:gd name="connsiteY25" fmla="*/ 835198 h 2323145"/>
              <a:gd name="connsiteX26" fmla="*/ 8905560 w 11269336"/>
              <a:gd name="connsiteY26" fmla="*/ 838358 h 2323145"/>
              <a:gd name="connsiteX27" fmla="*/ 8897564 w 11269336"/>
              <a:gd name="connsiteY27" fmla="*/ 834287 h 2323145"/>
              <a:gd name="connsiteX28" fmla="*/ 8878040 w 11269336"/>
              <a:gd name="connsiteY28" fmla="*/ 844150 h 2323145"/>
              <a:gd name="connsiteX29" fmla="*/ 8795998 w 11269336"/>
              <a:gd name="connsiteY29" fmla="*/ 863337 h 2323145"/>
              <a:gd name="connsiteX30" fmla="*/ 8776970 w 11269336"/>
              <a:gd name="connsiteY30" fmla="*/ 885177 h 2323145"/>
              <a:gd name="connsiteX31" fmla="*/ 8755719 w 11269336"/>
              <a:gd name="connsiteY31" fmla="*/ 889754 h 2323145"/>
              <a:gd name="connsiteX32" fmla="*/ 8743257 w 11269336"/>
              <a:gd name="connsiteY32" fmla="*/ 904723 h 2323145"/>
              <a:gd name="connsiteX33" fmla="*/ 8721366 w 11269336"/>
              <a:gd name="connsiteY33" fmla="*/ 904711 h 2323145"/>
              <a:gd name="connsiteX34" fmla="*/ 8678353 w 11269336"/>
              <a:gd name="connsiteY34" fmla="*/ 926318 h 2323145"/>
              <a:gd name="connsiteX35" fmla="*/ 8636849 w 11269336"/>
              <a:gd name="connsiteY35" fmla="*/ 937900 h 2323145"/>
              <a:gd name="connsiteX36" fmla="*/ 8620213 w 11269336"/>
              <a:gd name="connsiteY36" fmla="*/ 943068 h 2323145"/>
              <a:gd name="connsiteX37" fmla="*/ 8612581 w 11269336"/>
              <a:gd name="connsiteY37" fmla="*/ 952695 h 2323145"/>
              <a:gd name="connsiteX38" fmla="*/ 8589038 w 11269336"/>
              <a:gd name="connsiteY38" fmla="*/ 963892 h 2323145"/>
              <a:gd name="connsiteX39" fmla="*/ 8579950 w 11269336"/>
              <a:gd name="connsiteY39" fmla="*/ 960899 h 2323145"/>
              <a:gd name="connsiteX40" fmla="*/ 8579319 w 11269336"/>
              <a:gd name="connsiteY40" fmla="*/ 965630 h 2323145"/>
              <a:gd name="connsiteX41" fmla="*/ 8547429 w 11269336"/>
              <a:gd name="connsiteY41" fmla="*/ 984506 h 2323145"/>
              <a:gd name="connsiteX42" fmla="*/ 8478704 w 11269336"/>
              <a:gd name="connsiteY42" fmla="*/ 1025490 h 2323145"/>
              <a:gd name="connsiteX43" fmla="*/ 8461421 w 11269336"/>
              <a:gd name="connsiteY43" fmla="*/ 1035512 h 2323145"/>
              <a:gd name="connsiteX44" fmla="*/ 8445003 w 11269336"/>
              <a:gd name="connsiteY44" fmla="*/ 1036851 h 2323145"/>
              <a:gd name="connsiteX45" fmla="*/ 8357350 w 11269336"/>
              <a:gd name="connsiteY45" fmla="*/ 1060213 h 2323145"/>
              <a:gd name="connsiteX46" fmla="*/ 8335565 w 11269336"/>
              <a:gd name="connsiteY46" fmla="*/ 1061151 h 2323145"/>
              <a:gd name="connsiteX47" fmla="*/ 8325267 w 11269336"/>
              <a:gd name="connsiteY47" fmla="*/ 1055919 h 2323145"/>
              <a:gd name="connsiteX48" fmla="*/ 8293586 w 11269336"/>
              <a:gd name="connsiteY48" fmla="*/ 1076144 h 2323145"/>
              <a:gd name="connsiteX49" fmla="*/ 8242405 w 11269336"/>
              <a:gd name="connsiteY49" fmla="*/ 1095960 h 2323145"/>
              <a:gd name="connsiteX50" fmla="*/ 8197391 w 11269336"/>
              <a:gd name="connsiteY50" fmla="*/ 1107746 h 2323145"/>
              <a:gd name="connsiteX51" fmla="*/ 8081474 w 11269336"/>
              <a:gd name="connsiteY51" fmla="*/ 1130125 h 2323145"/>
              <a:gd name="connsiteX52" fmla="*/ 8053585 w 11269336"/>
              <a:gd name="connsiteY52" fmla="*/ 1129169 h 2323145"/>
              <a:gd name="connsiteX53" fmla="*/ 8038422 w 11269336"/>
              <a:gd name="connsiteY53" fmla="*/ 1119092 h 2323145"/>
              <a:gd name="connsiteX54" fmla="*/ 8029450 w 11269336"/>
              <a:gd name="connsiteY54" fmla="*/ 1125592 h 2323145"/>
              <a:gd name="connsiteX55" fmla="*/ 7959552 w 11269336"/>
              <a:gd name="connsiteY55" fmla="*/ 1140188 h 2323145"/>
              <a:gd name="connsiteX56" fmla="*/ 7914188 w 11269336"/>
              <a:gd name="connsiteY56" fmla="*/ 1150862 h 2323145"/>
              <a:gd name="connsiteX57" fmla="*/ 7914918 w 11269336"/>
              <a:gd name="connsiteY57" fmla="*/ 1168758 h 2323145"/>
              <a:gd name="connsiteX58" fmla="*/ 7875510 w 11269336"/>
              <a:gd name="connsiteY58" fmla="*/ 1183153 h 2323145"/>
              <a:gd name="connsiteX59" fmla="*/ 7829932 w 11269336"/>
              <a:gd name="connsiteY59" fmla="*/ 1180782 h 2323145"/>
              <a:gd name="connsiteX60" fmla="*/ 7779182 w 11269336"/>
              <a:gd name="connsiteY60" fmla="*/ 1192665 h 2323145"/>
              <a:gd name="connsiteX61" fmla="*/ 7748774 w 11269336"/>
              <a:gd name="connsiteY61" fmla="*/ 1199586 h 2323145"/>
              <a:gd name="connsiteX62" fmla="*/ 7671846 w 11269336"/>
              <a:gd name="connsiteY62" fmla="*/ 1231966 h 2323145"/>
              <a:gd name="connsiteX63" fmla="*/ 7554146 w 11269336"/>
              <a:gd name="connsiteY63" fmla="*/ 1319748 h 2323145"/>
              <a:gd name="connsiteX64" fmla="*/ 7515052 w 11269336"/>
              <a:gd name="connsiteY64" fmla="*/ 1336718 h 2323145"/>
              <a:gd name="connsiteX65" fmla="*/ 7507193 w 11269336"/>
              <a:gd name="connsiteY65" fmla="*/ 1334617 h 2323145"/>
              <a:gd name="connsiteX66" fmla="*/ 7461694 w 11269336"/>
              <a:gd name="connsiteY66" fmla="*/ 1375866 h 2323145"/>
              <a:gd name="connsiteX67" fmla="*/ 7377571 w 11269336"/>
              <a:gd name="connsiteY67" fmla="*/ 1400128 h 2323145"/>
              <a:gd name="connsiteX68" fmla="*/ 7311261 w 11269336"/>
              <a:gd name="connsiteY68" fmla="*/ 1412652 h 2323145"/>
              <a:gd name="connsiteX69" fmla="*/ 7275307 w 11269336"/>
              <a:gd name="connsiteY69" fmla="*/ 1422171 h 2323145"/>
              <a:gd name="connsiteX70" fmla="*/ 7247783 w 11269336"/>
              <a:gd name="connsiteY70" fmla="*/ 1426330 h 2323145"/>
              <a:gd name="connsiteX71" fmla="*/ 7185047 w 11269336"/>
              <a:gd name="connsiteY71" fmla="*/ 1451812 h 2323145"/>
              <a:gd name="connsiteX72" fmla="*/ 7084117 w 11269336"/>
              <a:gd name="connsiteY72" fmla="*/ 1500281 h 2323145"/>
              <a:gd name="connsiteX73" fmla="*/ 7062011 w 11269336"/>
              <a:gd name="connsiteY73" fmla="*/ 1509183 h 2323145"/>
              <a:gd name="connsiteX74" fmla="*/ 7040555 w 11269336"/>
              <a:gd name="connsiteY74" fmla="*/ 1511207 h 2323145"/>
              <a:gd name="connsiteX75" fmla="*/ 7033438 w 11269336"/>
              <a:gd name="connsiteY75" fmla="*/ 1506772 h 2323145"/>
              <a:gd name="connsiteX76" fmla="*/ 7020886 w 11269336"/>
              <a:gd name="connsiteY76" fmla="*/ 1510764 h 2323145"/>
              <a:gd name="connsiteX77" fmla="*/ 7017033 w 11269336"/>
              <a:gd name="connsiteY77" fmla="*/ 1510650 h 2323145"/>
              <a:gd name="connsiteX78" fmla="*/ 6995460 w 11269336"/>
              <a:gd name="connsiteY78" fmla="*/ 1511173 h 2323145"/>
              <a:gd name="connsiteX79" fmla="*/ 6962144 w 11269336"/>
              <a:gd name="connsiteY79" fmla="*/ 1541508 h 2323145"/>
              <a:gd name="connsiteX80" fmla="*/ 6910674 w 11269336"/>
              <a:gd name="connsiteY80" fmla="*/ 1554793 h 2323145"/>
              <a:gd name="connsiteX81" fmla="*/ 6732152 w 11269336"/>
              <a:gd name="connsiteY81" fmla="*/ 1642538 h 2323145"/>
              <a:gd name="connsiteX82" fmla="*/ 6694106 w 11269336"/>
              <a:gd name="connsiteY82" fmla="*/ 1632377 h 2323145"/>
              <a:gd name="connsiteX83" fmla="*/ 6617223 w 11269336"/>
              <a:gd name="connsiteY83" fmla="*/ 1659889 h 2323145"/>
              <a:gd name="connsiteX84" fmla="*/ 6521138 w 11269336"/>
              <a:gd name="connsiteY84" fmla="*/ 1744340 h 2323145"/>
              <a:gd name="connsiteX85" fmla="*/ 6380677 w 11269336"/>
              <a:gd name="connsiteY85" fmla="*/ 1796883 h 2323145"/>
              <a:gd name="connsiteX86" fmla="*/ 6374897 w 11269336"/>
              <a:gd name="connsiteY86" fmla="*/ 1809910 h 2323145"/>
              <a:gd name="connsiteX87" fmla="*/ 6364545 w 11269336"/>
              <a:gd name="connsiteY87" fmla="*/ 1820090 h 2323145"/>
              <a:gd name="connsiteX88" fmla="*/ 6362126 w 11269336"/>
              <a:gd name="connsiteY88" fmla="*/ 1819991 h 2323145"/>
              <a:gd name="connsiteX89" fmla="*/ 6346673 w 11269336"/>
              <a:gd name="connsiteY89" fmla="*/ 1827824 h 2323145"/>
              <a:gd name="connsiteX90" fmla="*/ 6345588 w 11269336"/>
              <a:gd name="connsiteY90" fmla="*/ 1832232 h 2323145"/>
              <a:gd name="connsiteX91" fmla="*/ 6335708 w 11269336"/>
              <a:gd name="connsiteY91" fmla="*/ 1838451 h 2323145"/>
              <a:gd name="connsiteX92" fmla="*/ 6318182 w 11269336"/>
              <a:gd name="connsiteY92" fmla="*/ 1852975 h 2323145"/>
              <a:gd name="connsiteX93" fmla="*/ 6313084 w 11269336"/>
              <a:gd name="connsiteY93" fmla="*/ 1853561 h 2323145"/>
              <a:gd name="connsiteX94" fmla="*/ 6283816 w 11269336"/>
              <a:gd name="connsiteY94" fmla="*/ 1872148 h 2323145"/>
              <a:gd name="connsiteX95" fmla="*/ 6282550 w 11269336"/>
              <a:gd name="connsiteY95" fmla="*/ 1871392 h 2323145"/>
              <a:gd name="connsiteX96" fmla="*/ 6270527 w 11269336"/>
              <a:gd name="connsiteY96" fmla="*/ 1872208 h 2323145"/>
              <a:gd name="connsiteX97" fmla="*/ 6249518 w 11269336"/>
              <a:gd name="connsiteY97" fmla="*/ 1876079 h 2323145"/>
              <a:gd name="connsiteX98" fmla="*/ 6190386 w 11269336"/>
              <a:gd name="connsiteY98" fmla="*/ 1872478 h 2323145"/>
              <a:gd name="connsiteX99" fmla="*/ 6159777 w 11269336"/>
              <a:gd name="connsiteY99" fmla="*/ 1891745 h 2323145"/>
              <a:gd name="connsiteX100" fmla="*/ 6153131 w 11269336"/>
              <a:gd name="connsiteY100" fmla="*/ 1895079 h 2323145"/>
              <a:gd name="connsiteX101" fmla="*/ 6152798 w 11269336"/>
              <a:gd name="connsiteY101" fmla="*/ 1894920 h 2323145"/>
              <a:gd name="connsiteX102" fmla="*/ 6145388 w 11269336"/>
              <a:gd name="connsiteY102" fmla="*/ 1897990 h 2323145"/>
              <a:gd name="connsiteX103" fmla="*/ 6141014 w 11269336"/>
              <a:gd name="connsiteY103" fmla="*/ 1901155 h 2323145"/>
              <a:gd name="connsiteX104" fmla="*/ 6128122 w 11269336"/>
              <a:gd name="connsiteY104" fmla="*/ 1907623 h 2323145"/>
              <a:gd name="connsiteX105" fmla="*/ 6122351 w 11269336"/>
              <a:gd name="connsiteY105" fmla="*/ 1908359 h 2323145"/>
              <a:gd name="connsiteX106" fmla="*/ 6064750 w 11269336"/>
              <a:gd name="connsiteY106" fmla="*/ 1896394 h 2323145"/>
              <a:gd name="connsiteX107" fmla="*/ 5964230 w 11269336"/>
              <a:gd name="connsiteY107" fmla="*/ 1910038 h 2323145"/>
              <a:gd name="connsiteX108" fmla="*/ 5865399 w 11269336"/>
              <a:gd name="connsiteY108" fmla="*/ 1926966 h 2323145"/>
              <a:gd name="connsiteX109" fmla="*/ 5829951 w 11269336"/>
              <a:gd name="connsiteY109" fmla="*/ 1934755 h 2323145"/>
              <a:gd name="connsiteX110" fmla="*/ 5765285 w 11269336"/>
              <a:gd name="connsiteY110" fmla="*/ 1941322 h 2323145"/>
              <a:gd name="connsiteX111" fmla="*/ 5734750 w 11269336"/>
              <a:gd name="connsiteY111" fmla="*/ 1939793 h 2323145"/>
              <a:gd name="connsiteX112" fmla="*/ 5733569 w 11269336"/>
              <a:gd name="connsiteY112" fmla="*/ 1940505 h 2323145"/>
              <a:gd name="connsiteX113" fmla="*/ 5730329 w 11269336"/>
              <a:gd name="connsiteY113" fmla="*/ 1937845 h 2323145"/>
              <a:gd name="connsiteX114" fmla="*/ 5724661 w 11269336"/>
              <a:gd name="connsiteY114" fmla="*/ 1937455 h 2323145"/>
              <a:gd name="connsiteX115" fmla="*/ 5710186 w 11269336"/>
              <a:gd name="connsiteY115" fmla="*/ 1941370 h 2323145"/>
              <a:gd name="connsiteX116" fmla="*/ 5704910 w 11269336"/>
              <a:gd name="connsiteY116" fmla="*/ 1943663 h 2323145"/>
              <a:gd name="connsiteX117" fmla="*/ 5696836 w 11269336"/>
              <a:gd name="connsiteY117" fmla="*/ 1945271 h 2323145"/>
              <a:gd name="connsiteX118" fmla="*/ 5696583 w 11269336"/>
              <a:gd name="connsiteY118" fmla="*/ 1945050 h 2323145"/>
              <a:gd name="connsiteX119" fmla="*/ 5689123 w 11269336"/>
              <a:gd name="connsiteY119" fmla="*/ 1947067 h 2323145"/>
              <a:gd name="connsiteX120" fmla="*/ 5653291 w 11269336"/>
              <a:gd name="connsiteY120" fmla="*/ 1960245 h 2323145"/>
              <a:gd name="connsiteX121" fmla="*/ 5599385 w 11269336"/>
              <a:gd name="connsiteY121" fmla="*/ 1945198 h 2323145"/>
              <a:gd name="connsiteX122" fmla="*/ 5578300 w 11269336"/>
              <a:gd name="connsiteY122" fmla="*/ 1944963 h 2323145"/>
              <a:gd name="connsiteX123" fmla="*/ 5566758 w 11269336"/>
              <a:gd name="connsiteY123" fmla="*/ 1943441 h 2323145"/>
              <a:gd name="connsiteX124" fmla="*/ 5565857 w 11269336"/>
              <a:gd name="connsiteY124" fmla="*/ 1942445 h 2323145"/>
              <a:gd name="connsiteX125" fmla="*/ 5531534 w 11269336"/>
              <a:gd name="connsiteY125" fmla="*/ 1955208 h 2323145"/>
              <a:gd name="connsiteX126" fmla="*/ 5526552 w 11269336"/>
              <a:gd name="connsiteY126" fmla="*/ 1954799 h 2323145"/>
              <a:gd name="connsiteX127" fmla="*/ 5504723 w 11269336"/>
              <a:gd name="connsiteY127" fmla="*/ 1965811 h 2323145"/>
              <a:gd name="connsiteX128" fmla="*/ 5493156 w 11269336"/>
              <a:gd name="connsiteY128" fmla="*/ 1970063 h 2323145"/>
              <a:gd name="connsiteX129" fmla="*/ 5490486 w 11269336"/>
              <a:gd name="connsiteY129" fmla="*/ 1974227 h 2323145"/>
              <a:gd name="connsiteX130" fmla="*/ 5473107 w 11269336"/>
              <a:gd name="connsiteY130" fmla="*/ 1979001 h 2323145"/>
              <a:gd name="connsiteX131" fmla="*/ 5470885 w 11269336"/>
              <a:gd name="connsiteY131" fmla="*/ 1978432 h 2323145"/>
              <a:gd name="connsiteX132" fmla="*/ 5457393 w 11269336"/>
              <a:gd name="connsiteY132" fmla="*/ 1986525 h 2323145"/>
              <a:gd name="connsiteX133" fmla="*/ 5447102 w 11269336"/>
              <a:gd name="connsiteY133" fmla="*/ 1998329 h 2323145"/>
              <a:gd name="connsiteX134" fmla="*/ 5159151 w 11269336"/>
              <a:gd name="connsiteY134" fmla="*/ 2029640 h 2323145"/>
              <a:gd name="connsiteX135" fmla="*/ 5041688 w 11269336"/>
              <a:gd name="connsiteY135" fmla="*/ 2022334 h 2323145"/>
              <a:gd name="connsiteX136" fmla="*/ 4860988 w 11269336"/>
              <a:gd name="connsiteY136" fmla="*/ 2135698 h 2323145"/>
              <a:gd name="connsiteX137" fmla="*/ 4807902 w 11269336"/>
              <a:gd name="connsiteY137" fmla="*/ 2138894 h 2323145"/>
              <a:gd name="connsiteX138" fmla="*/ 4765388 w 11269336"/>
              <a:gd name="connsiteY138" fmla="*/ 2162525 h 2323145"/>
              <a:gd name="connsiteX139" fmla="*/ 4745033 w 11269336"/>
              <a:gd name="connsiteY139" fmla="*/ 2158859 h 2323145"/>
              <a:gd name="connsiteX140" fmla="*/ 4741475 w 11269336"/>
              <a:gd name="connsiteY140" fmla="*/ 2157998 h 2323145"/>
              <a:gd name="connsiteX141" fmla="*/ 4728247 w 11269336"/>
              <a:gd name="connsiteY141" fmla="*/ 2159526 h 2323145"/>
              <a:gd name="connsiteX142" fmla="*/ 4723263 w 11269336"/>
              <a:gd name="connsiteY142" fmla="*/ 2153742 h 2323145"/>
              <a:gd name="connsiteX143" fmla="*/ 4702453 w 11269336"/>
              <a:gd name="connsiteY143" fmla="*/ 2151586 h 2323145"/>
              <a:gd name="connsiteX144" fmla="*/ 4678455 w 11269336"/>
              <a:gd name="connsiteY144" fmla="*/ 2156131 h 2323145"/>
              <a:gd name="connsiteX145" fmla="*/ 4593061 w 11269336"/>
              <a:gd name="connsiteY145" fmla="*/ 2171597 h 2323145"/>
              <a:gd name="connsiteX146" fmla="*/ 4579902 w 11269336"/>
              <a:gd name="connsiteY146" fmla="*/ 2177927 h 2323145"/>
              <a:gd name="connsiteX147" fmla="*/ 4533444 w 11269336"/>
              <a:gd name="connsiteY147" fmla="*/ 2181200 h 2323145"/>
              <a:gd name="connsiteX148" fmla="*/ 4492832 w 11269336"/>
              <a:gd name="connsiteY148" fmla="*/ 2188033 h 2323145"/>
              <a:gd name="connsiteX149" fmla="*/ 4467257 w 11269336"/>
              <a:gd name="connsiteY149" fmla="*/ 2196121 h 2323145"/>
              <a:gd name="connsiteX150" fmla="*/ 4459937 w 11269336"/>
              <a:gd name="connsiteY150" fmla="*/ 2195182 h 2323145"/>
              <a:gd name="connsiteX151" fmla="*/ 4433312 w 11269336"/>
              <a:gd name="connsiteY151" fmla="*/ 2199004 h 2323145"/>
              <a:gd name="connsiteX152" fmla="*/ 4420601 w 11269336"/>
              <a:gd name="connsiteY152" fmla="*/ 2205158 h 2323145"/>
              <a:gd name="connsiteX153" fmla="*/ 4405765 w 11269336"/>
              <a:gd name="connsiteY153" fmla="*/ 2199902 h 2323145"/>
              <a:gd name="connsiteX154" fmla="*/ 4401354 w 11269336"/>
              <a:gd name="connsiteY154" fmla="*/ 2194745 h 2323145"/>
              <a:gd name="connsiteX155" fmla="*/ 4383151 w 11269336"/>
              <a:gd name="connsiteY155" fmla="*/ 2201140 h 2323145"/>
              <a:gd name="connsiteX156" fmla="*/ 4366646 w 11269336"/>
              <a:gd name="connsiteY156" fmla="*/ 2198564 h 2323145"/>
              <a:gd name="connsiteX157" fmla="*/ 4354009 w 11269336"/>
              <a:gd name="connsiteY157" fmla="*/ 2204984 h 2323145"/>
              <a:gd name="connsiteX158" fmla="*/ 4348284 w 11269336"/>
              <a:gd name="connsiteY158" fmla="*/ 2205270 h 2323145"/>
              <a:gd name="connsiteX159" fmla="*/ 4333906 w 11269336"/>
              <a:gd name="connsiteY159" fmla="*/ 2205251 h 2323145"/>
              <a:gd name="connsiteX160" fmla="*/ 4308819 w 11269336"/>
              <a:gd name="connsiteY160" fmla="*/ 2203822 h 2323145"/>
              <a:gd name="connsiteX161" fmla="*/ 4301210 w 11269336"/>
              <a:gd name="connsiteY161" fmla="*/ 2204456 h 2323145"/>
              <a:gd name="connsiteX162" fmla="*/ 4283095 w 11269336"/>
              <a:gd name="connsiteY162" fmla="*/ 2198177 h 2323145"/>
              <a:gd name="connsiteX163" fmla="*/ 4250119 w 11269336"/>
              <a:gd name="connsiteY163" fmla="*/ 2196342 h 2323145"/>
              <a:gd name="connsiteX164" fmla="*/ 4189203 w 11269336"/>
              <a:gd name="connsiteY164" fmla="*/ 2178994 h 2323145"/>
              <a:gd name="connsiteX165" fmla="*/ 4154035 w 11269336"/>
              <a:gd name="connsiteY165" fmla="*/ 2171950 h 2323145"/>
              <a:gd name="connsiteX166" fmla="*/ 4129569 w 11269336"/>
              <a:gd name="connsiteY166" fmla="*/ 2163850 h 2323145"/>
              <a:gd name="connsiteX167" fmla="*/ 4061250 w 11269336"/>
              <a:gd name="connsiteY167" fmla="*/ 2159236 h 2323145"/>
              <a:gd name="connsiteX168" fmla="*/ 3945480 w 11269336"/>
              <a:gd name="connsiteY168" fmla="*/ 2158279 h 2323145"/>
              <a:gd name="connsiteX169" fmla="*/ 3921468 w 11269336"/>
              <a:gd name="connsiteY169" fmla="*/ 2156588 h 2323145"/>
              <a:gd name="connsiteX170" fmla="*/ 3903348 w 11269336"/>
              <a:gd name="connsiteY170" fmla="*/ 2149220 h 2323145"/>
              <a:gd name="connsiteX171" fmla="*/ 3901342 w 11269336"/>
              <a:gd name="connsiteY171" fmla="*/ 2142355 h 2323145"/>
              <a:gd name="connsiteX172" fmla="*/ 3888539 w 11269336"/>
              <a:gd name="connsiteY172" fmla="*/ 2140476 h 2323145"/>
              <a:gd name="connsiteX173" fmla="*/ 3885662 w 11269336"/>
              <a:gd name="connsiteY173" fmla="*/ 2138740 h 2323145"/>
              <a:gd name="connsiteX174" fmla="*/ 3868627 w 11269336"/>
              <a:gd name="connsiteY174" fmla="*/ 2130023 h 2323145"/>
              <a:gd name="connsiteX175" fmla="*/ 3819177 w 11269336"/>
              <a:gd name="connsiteY175" fmla="*/ 2142111 h 2323145"/>
              <a:gd name="connsiteX176" fmla="*/ 3769100 w 11269336"/>
              <a:gd name="connsiteY176" fmla="*/ 2131731 h 2323145"/>
              <a:gd name="connsiteX177" fmla="*/ 3562752 w 11269336"/>
              <a:gd name="connsiteY177" fmla="*/ 2131785 h 2323145"/>
              <a:gd name="connsiteX178" fmla="*/ 3541402 w 11269336"/>
              <a:gd name="connsiteY178" fmla="*/ 2106821 h 2323145"/>
              <a:gd name="connsiteX179" fmla="*/ 3365341 w 11269336"/>
              <a:gd name="connsiteY179" fmla="*/ 2077638 h 2323145"/>
              <a:gd name="connsiteX180" fmla="*/ 3170922 w 11269336"/>
              <a:gd name="connsiteY180" fmla="*/ 2115957 h 2323145"/>
              <a:gd name="connsiteX181" fmla="*/ 3156256 w 11269336"/>
              <a:gd name="connsiteY181" fmla="*/ 2124773 h 2323145"/>
              <a:gd name="connsiteX182" fmla="*/ 3140298 w 11269336"/>
              <a:gd name="connsiteY182" fmla="*/ 2129182 h 2323145"/>
              <a:gd name="connsiteX183" fmla="*/ 3138514 w 11269336"/>
              <a:gd name="connsiteY183" fmla="*/ 2128069 h 2323145"/>
              <a:gd name="connsiteX184" fmla="*/ 3120467 w 11269336"/>
              <a:gd name="connsiteY184" fmla="*/ 2128281 h 2323145"/>
              <a:gd name="connsiteX185" fmla="*/ 3116175 w 11269336"/>
              <a:gd name="connsiteY185" fmla="*/ 2131633 h 2323145"/>
              <a:gd name="connsiteX186" fmla="*/ 3103685 w 11269336"/>
              <a:gd name="connsiteY186" fmla="*/ 2132814 h 2323145"/>
              <a:gd name="connsiteX187" fmla="*/ 3078794 w 11269336"/>
              <a:gd name="connsiteY187" fmla="*/ 2137935 h 2323145"/>
              <a:gd name="connsiteX188" fmla="*/ 3074407 w 11269336"/>
              <a:gd name="connsiteY188" fmla="*/ 2136274 h 2323145"/>
              <a:gd name="connsiteX189" fmla="*/ 3037285 w 11269336"/>
              <a:gd name="connsiteY189" fmla="*/ 2139919 h 2323145"/>
              <a:gd name="connsiteX190" fmla="*/ 3036901 w 11269336"/>
              <a:gd name="connsiteY190" fmla="*/ 2138726 h 2323145"/>
              <a:gd name="connsiteX191" fmla="*/ 3026996 w 11269336"/>
              <a:gd name="connsiteY191" fmla="*/ 2134322 h 2323145"/>
              <a:gd name="connsiteX192" fmla="*/ 3007772 w 11269336"/>
              <a:gd name="connsiteY192" fmla="*/ 2128742 h 2323145"/>
              <a:gd name="connsiteX193" fmla="*/ 2965030 w 11269336"/>
              <a:gd name="connsiteY193" fmla="*/ 2100494 h 2323145"/>
              <a:gd name="connsiteX194" fmla="*/ 2926342 w 11269336"/>
              <a:gd name="connsiteY194" fmla="*/ 2104155 h 2323145"/>
              <a:gd name="connsiteX195" fmla="*/ 2918608 w 11269336"/>
              <a:gd name="connsiteY195" fmla="*/ 2104215 h 2323145"/>
              <a:gd name="connsiteX196" fmla="*/ 2918475 w 11269336"/>
              <a:gd name="connsiteY196" fmla="*/ 2103937 h 2323145"/>
              <a:gd name="connsiteX197" fmla="*/ 2910360 w 11269336"/>
              <a:gd name="connsiteY197" fmla="*/ 2103444 h 2323145"/>
              <a:gd name="connsiteX198" fmla="*/ 2904507 w 11269336"/>
              <a:gd name="connsiteY198" fmla="*/ 2104326 h 2323145"/>
              <a:gd name="connsiteX199" fmla="*/ 2889503 w 11269336"/>
              <a:gd name="connsiteY199" fmla="*/ 2104443 h 2323145"/>
              <a:gd name="connsiteX200" fmla="*/ 2884480 w 11269336"/>
              <a:gd name="connsiteY200" fmla="*/ 2102626 h 2323145"/>
              <a:gd name="connsiteX201" fmla="*/ 2882689 w 11269336"/>
              <a:gd name="connsiteY201" fmla="*/ 2099228 h 2323145"/>
              <a:gd name="connsiteX202" fmla="*/ 2881291 w 11269336"/>
              <a:gd name="connsiteY202" fmla="*/ 2099618 h 2323145"/>
              <a:gd name="connsiteX203" fmla="*/ 2853979 w 11269336"/>
              <a:gd name="connsiteY203" fmla="*/ 2090388 h 2323145"/>
              <a:gd name="connsiteX204" fmla="*/ 2791790 w 11269336"/>
              <a:gd name="connsiteY204" fmla="*/ 2080332 h 2323145"/>
              <a:gd name="connsiteX205" fmla="*/ 2755844 w 11269336"/>
              <a:gd name="connsiteY205" fmla="*/ 2078874 h 2323145"/>
              <a:gd name="connsiteX206" fmla="*/ 2657742 w 11269336"/>
              <a:gd name="connsiteY206" fmla="*/ 2070179 h 2323145"/>
              <a:gd name="connsiteX207" fmla="*/ 2559549 w 11269336"/>
              <a:gd name="connsiteY207" fmla="*/ 2057873 h 2323145"/>
              <a:gd name="connsiteX208" fmla="*/ 2512054 w 11269336"/>
              <a:gd name="connsiteY208" fmla="*/ 2031671 h 2323145"/>
              <a:gd name="connsiteX209" fmla="*/ 2506437 w 11269336"/>
              <a:gd name="connsiteY209" fmla="*/ 2030918 h 2323145"/>
              <a:gd name="connsiteX210" fmla="*/ 2491752 w 11269336"/>
              <a:gd name="connsiteY210" fmla="*/ 2033906 h 2323145"/>
              <a:gd name="connsiteX211" fmla="*/ 2486338 w 11269336"/>
              <a:gd name="connsiteY211" fmla="*/ 2035862 h 2323145"/>
              <a:gd name="connsiteX212" fmla="*/ 2478186 w 11269336"/>
              <a:gd name="connsiteY212" fmla="*/ 2036953 h 2323145"/>
              <a:gd name="connsiteX213" fmla="*/ 2477950 w 11269336"/>
              <a:gd name="connsiteY213" fmla="*/ 2036715 h 2323145"/>
              <a:gd name="connsiteX214" fmla="*/ 2470381 w 11269336"/>
              <a:gd name="connsiteY214" fmla="*/ 2038256 h 2323145"/>
              <a:gd name="connsiteX215" fmla="*/ 2433781 w 11269336"/>
              <a:gd name="connsiteY215" fmla="*/ 2049140 h 2323145"/>
              <a:gd name="connsiteX216" fmla="*/ 2381172 w 11269336"/>
              <a:gd name="connsiteY216" fmla="*/ 2030645 h 2323145"/>
              <a:gd name="connsiteX217" fmla="*/ 2360198 w 11269336"/>
              <a:gd name="connsiteY217" fmla="*/ 2029059 h 2323145"/>
              <a:gd name="connsiteX218" fmla="*/ 2348815 w 11269336"/>
              <a:gd name="connsiteY218" fmla="*/ 2026798 h 2323145"/>
              <a:gd name="connsiteX219" fmla="*/ 2347988 w 11269336"/>
              <a:gd name="connsiteY219" fmla="*/ 2025745 h 2323145"/>
              <a:gd name="connsiteX220" fmla="*/ 2312920 w 11269336"/>
              <a:gd name="connsiteY220" fmla="*/ 2036311 h 2323145"/>
              <a:gd name="connsiteX221" fmla="*/ 2307986 w 11269336"/>
              <a:gd name="connsiteY221" fmla="*/ 2035583 h 2323145"/>
              <a:gd name="connsiteX222" fmla="*/ 2285481 w 11269336"/>
              <a:gd name="connsiteY222" fmla="*/ 2045197 h 2323145"/>
              <a:gd name="connsiteX223" fmla="*/ 2273666 w 11269336"/>
              <a:gd name="connsiteY223" fmla="*/ 2048710 h 2323145"/>
              <a:gd name="connsiteX224" fmla="*/ 2270719 w 11269336"/>
              <a:gd name="connsiteY224" fmla="*/ 2052702 h 2323145"/>
              <a:gd name="connsiteX225" fmla="*/ 2253080 w 11269336"/>
              <a:gd name="connsiteY225" fmla="*/ 2056363 h 2323145"/>
              <a:gd name="connsiteX226" fmla="*/ 2250906 w 11269336"/>
              <a:gd name="connsiteY226" fmla="*/ 2055654 h 2323145"/>
              <a:gd name="connsiteX227" fmla="*/ 2236905 w 11269336"/>
              <a:gd name="connsiteY227" fmla="*/ 2062882 h 2323145"/>
              <a:gd name="connsiteX228" fmla="*/ 2225830 w 11269336"/>
              <a:gd name="connsiteY228" fmla="*/ 2074027 h 2323145"/>
              <a:gd name="connsiteX229" fmla="*/ 2073776 w 11269336"/>
              <a:gd name="connsiteY229" fmla="*/ 2089244 h 2323145"/>
              <a:gd name="connsiteX230" fmla="*/ 1948256 w 11269336"/>
              <a:gd name="connsiteY230" fmla="*/ 2146616 h 2323145"/>
              <a:gd name="connsiteX231" fmla="*/ 1865582 w 11269336"/>
              <a:gd name="connsiteY231" fmla="*/ 2153738 h 2323145"/>
              <a:gd name="connsiteX232" fmla="*/ 1835210 w 11269336"/>
              <a:gd name="connsiteY232" fmla="*/ 2134244 h 2323145"/>
              <a:gd name="connsiteX233" fmla="*/ 1632661 w 11269336"/>
              <a:gd name="connsiteY233" fmla="*/ 2173882 h 2323145"/>
              <a:gd name="connsiteX234" fmla="*/ 1579590 w 11269336"/>
              <a:gd name="connsiteY234" fmla="*/ 2173680 h 2323145"/>
              <a:gd name="connsiteX235" fmla="*/ 1535601 w 11269336"/>
              <a:gd name="connsiteY235" fmla="*/ 2194590 h 2323145"/>
              <a:gd name="connsiteX236" fmla="*/ 1515594 w 11269336"/>
              <a:gd name="connsiteY236" fmla="*/ 2189622 h 2323145"/>
              <a:gd name="connsiteX237" fmla="*/ 1512113 w 11269336"/>
              <a:gd name="connsiteY237" fmla="*/ 2188534 h 2323145"/>
              <a:gd name="connsiteX238" fmla="*/ 1498838 w 11269336"/>
              <a:gd name="connsiteY238" fmla="*/ 2189213 h 2323145"/>
              <a:gd name="connsiteX239" fmla="*/ 1494279 w 11269336"/>
              <a:gd name="connsiteY239" fmla="*/ 2183112 h 2323145"/>
              <a:gd name="connsiteX240" fmla="*/ 1473714 w 11269336"/>
              <a:gd name="connsiteY240" fmla="*/ 2179625 h 2323145"/>
              <a:gd name="connsiteX241" fmla="*/ 1449503 w 11269336"/>
              <a:gd name="connsiteY241" fmla="*/ 2182633 h 2323145"/>
              <a:gd name="connsiteX242" fmla="*/ 1266687 w 11269336"/>
              <a:gd name="connsiteY242" fmla="*/ 2212688 h 2323145"/>
              <a:gd name="connsiteX243" fmla="*/ 1239614 w 11269336"/>
              <a:gd name="connsiteY243" fmla="*/ 2209727 h 2323145"/>
              <a:gd name="connsiteX244" fmla="*/ 1202436 w 11269336"/>
              <a:gd name="connsiteY244" fmla="*/ 2209817 h 2323145"/>
              <a:gd name="connsiteX245" fmla="*/ 1136097 w 11269336"/>
              <a:gd name="connsiteY245" fmla="*/ 2205112 h 2323145"/>
              <a:gd name="connsiteX246" fmla="*/ 988232 w 11269336"/>
              <a:gd name="connsiteY246" fmla="*/ 2235635 h 2323145"/>
              <a:gd name="connsiteX247" fmla="*/ 981959 w 11269336"/>
              <a:gd name="connsiteY247" fmla="*/ 2231607 h 2323145"/>
              <a:gd name="connsiteX248" fmla="*/ 938600 w 11269336"/>
              <a:gd name="connsiteY248" fmla="*/ 2238113 h 2323145"/>
              <a:gd name="connsiteX249" fmla="*/ 791788 w 11269336"/>
              <a:gd name="connsiteY249" fmla="*/ 2293224 h 2323145"/>
              <a:gd name="connsiteX250" fmla="*/ 706914 w 11269336"/>
              <a:gd name="connsiteY250" fmla="*/ 2305046 h 2323145"/>
              <a:gd name="connsiteX251" fmla="*/ 675971 w 11269336"/>
              <a:gd name="connsiteY251" fmla="*/ 2304030 h 2323145"/>
              <a:gd name="connsiteX252" fmla="*/ 624180 w 11269336"/>
              <a:gd name="connsiteY252" fmla="*/ 2302650 h 2323145"/>
              <a:gd name="connsiteX253" fmla="*/ 583453 w 11269336"/>
              <a:gd name="connsiteY253" fmla="*/ 2288788 h 2323145"/>
              <a:gd name="connsiteX254" fmla="*/ 540946 w 11269336"/>
              <a:gd name="connsiteY254" fmla="*/ 2292721 h 2323145"/>
              <a:gd name="connsiteX255" fmla="*/ 533680 w 11269336"/>
              <a:gd name="connsiteY255" fmla="*/ 2310233 h 2323145"/>
              <a:gd name="connsiteX256" fmla="*/ 487366 w 11269336"/>
              <a:gd name="connsiteY256" fmla="*/ 2309053 h 2323145"/>
              <a:gd name="connsiteX257" fmla="*/ 416820 w 11269336"/>
              <a:gd name="connsiteY257" fmla="*/ 2305443 h 2323145"/>
              <a:gd name="connsiteX258" fmla="*/ 376805 w 11269336"/>
              <a:gd name="connsiteY258" fmla="*/ 2307647 h 2323145"/>
              <a:gd name="connsiteX259" fmla="*/ 266777 w 11269336"/>
              <a:gd name="connsiteY259" fmla="*/ 2309012 h 2323145"/>
              <a:gd name="connsiteX260" fmla="*/ 156013 w 11269336"/>
              <a:gd name="connsiteY260" fmla="*/ 2306832 h 2323145"/>
              <a:gd name="connsiteX261" fmla="*/ 87258 w 11269336"/>
              <a:gd name="connsiteY261" fmla="*/ 2285511 h 2323145"/>
              <a:gd name="connsiteX262" fmla="*/ 23798 w 11269336"/>
              <a:gd name="connsiteY262" fmla="*/ 2281822 h 2323145"/>
              <a:gd name="connsiteX263" fmla="*/ 0 w 11269336"/>
              <a:gd name="connsiteY263" fmla="*/ 2285369 h 2323145"/>
              <a:gd name="connsiteX264" fmla="*/ 0 w 11269336"/>
              <a:gd name="connsiteY264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656836 w 11269336"/>
              <a:gd name="connsiteY18" fmla="*/ 469967 h 2323145"/>
              <a:gd name="connsiteX19" fmla="*/ 9380600 w 11269336"/>
              <a:gd name="connsiteY19" fmla="*/ 549821 h 2323145"/>
              <a:gd name="connsiteX20" fmla="*/ 9263254 w 11269336"/>
              <a:gd name="connsiteY20" fmla="*/ 645662 h 2323145"/>
              <a:gd name="connsiteX21" fmla="*/ 9162278 w 11269336"/>
              <a:gd name="connsiteY21" fmla="*/ 704724 h 2323145"/>
              <a:gd name="connsiteX22" fmla="*/ 8977138 w 11269336"/>
              <a:gd name="connsiteY22" fmla="*/ 774970 h 2323145"/>
              <a:gd name="connsiteX23" fmla="*/ 8914746 w 11269336"/>
              <a:gd name="connsiteY23" fmla="*/ 826428 h 2323145"/>
              <a:gd name="connsiteX24" fmla="*/ 8917778 w 11269336"/>
              <a:gd name="connsiteY24" fmla="*/ 835198 h 2323145"/>
              <a:gd name="connsiteX25" fmla="*/ 8905560 w 11269336"/>
              <a:gd name="connsiteY25" fmla="*/ 838358 h 2323145"/>
              <a:gd name="connsiteX26" fmla="*/ 8897564 w 11269336"/>
              <a:gd name="connsiteY26" fmla="*/ 834287 h 2323145"/>
              <a:gd name="connsiteX27" fmla="*/ 8878040 w 11269336"/>
              <a:gd name="connsiteY27" fmla="*/ 844150 h 2323145"/>
              <a:gd name="connsiteX28" fmla="*/ 8795998 w 11269336"/>
              <a:gd name="connsiteY28" fmla="*/ 863337 h 2323145"/>
              <a:gd name="connsiteX29" fmla="*/ 8776970 w 11269336"/>
              <a:gd name="connsiteY29" fmla="*/ 885177 h 2323145"/>
              <a:gd name="connsiteX30" fmla="*/ 8755719 w 11269336"/>
              <a:gd name="connsiteY30" fmla="*/ 889754 h 2323145"/>
              <a:gd name="connsiteX31" fmla="*/ 8743257 w 11269336"/>
              <a:gd name="connsiteY31" fmla="*/ 904723 h 2323145"/>
              <a:gd name="connsiteX32" fmla="*/ 8721366 w 11269336"/>
              <a:gd name="connsiteY32" fmla="*/ 904711 h 2323145"/>
              <a:gd name="connsiteX33" fmla="*/ 8678353 w 11269336"/>
              <a:gd name="connsiteY33" fmla="*/ 926318 h 2323145"/>
              <a:gd name="connsiteX34" fmla="*/ 8636849 w 11269336"/>
              <a:gd name="connsiteY34" fmla="*/ 937900 h 2323145"/>
              <a:gd name="connsiteX35" fmla="*/ 8620213 w 11269336"/>
              <a:gd name="connsiteY35" fmla="*/ 943068 h 2323145"/>
              <a:gd name="connsiteX36" fmla="*/ 8612581 w 11269336"/>
              <a:gd name="connsiteY36" fmla="*/ 952695 h 2323145"/>
              <a:gd name="connsiteX37" fmla="*/ 8589038 w 11269336"/>
              <a:gd name="connsiteY37" fmla="*/ 963892 h 2323145"/>
              <a:gd name="connsiteX38" fmla="*/ 8579950 w 11269336"/>
              <a:gd name="connsiteY38" fmla="*/ 960899 h 2323145"/>
              <a:gd name="connsiteX39" fmla="*/ 8579319 w 11269336"/>
              <a:gd name="connsiteY39" fmla="*/ 965630 h 2323145"/>
              <a:gd name="connsiteX40" fmla="*/ 8547429 w 11269336"/>
              <a:gd name="connsiteY40" fmla="*/ 984506 h 2323145"/>
              <a:gd name="connsiteX41" fmla="*/ 8478704 w 11269336"/>
              <a:gd name="connsiteY41" fmla="*/ 1025490 h 2323145"/>
              <a:gd name="connsiteX42" fmla="*/ 8461421 w 11269336"/>
              <a:gd name="connsiteY42" fmla="*/ 1035512 h 2323145"/>
              <a:gd name="connsiteX43" fmla="*/ 8445003 w 11269336"/>
              <a:gd name="connsiteY43" fmla="*/ 1036851 h 2323145"/>
              <a:gd name="connsiteX44" fmla="*/ 8357350 w 11269336"/>
              <a:gd name="connsiteY44" fmla="*/ 1060213 h 2323145"/>
              <a:gd name="connsiteX45" fmla="*/ 8335565 w 11269336"/>
              <a:gd name="connsiteY45" fmla="*/ 1061151 h 2323145"/>
              <a:gd name="connsiteX46" fmla="*/ 8325267 w 11269336"/>
              <a:gd name="connsiteY46" fmla="*/ 1055919 h 2323145"/>
              <a:gd name="connsiteX47" fmla="*/ 8293586 w 11269336"/>
              <a:gd name="connsiteY47" fmla="*/ 1076144 h 2323145"/>
              <a:gd name="connsiteX48" fmla="*/ 8242405 w 11269336"/>
              <a:gd name="connsiteY48" fmla="*/ 1095960 h 2323145"/>
              <a:gd name="connsiteX49" fmla="*/ 8197391 w 11269336"/>
              <a:gd name="connsiteY49" fmla="*/ 1107746 h 2323145"/>
              <a:gd name="connsiteX50" fmla="*/ 8081474 w 11269336"/>
              <a:gd name="connsiteY50" fmla="*/ 1130125 h 2323145"/>
              <a:gd name="connsiteX51" fmla="*/ 8053585 w 11269336"/>
              <a:gd name="connsiteY51" fmla="*/ 1129169 h 2323145"/>
              <a:gd name="connsiteX52" fmla="*/ 8038422 w 11269336"/>
              <a:gd name="connsiteY52" fmla="*/ 1119092 h 2323145"/>
              <a:gd name="connsiteX53" fmla="*/ 8029450 w 11269336"/>
              <a:gd name="connsiteY53" fmla="*/ 1125592 h 2323145"/>
              <a:gd name="connsiteX54" fmla="*/ 7959552 w 11269336"/>
              <a:gd name="connsiteY54" fmla="*/ 1140188 h 2323145"/>
              <a:gd name="connsiteX55" fmla="*/ 7914188 w 11269336"/>
              <a:gd name="connsiteY55" fmla="*/ 1150862 h 2323145"/>
              <a:gd name="connsiteX56" fmla="*/ 7914918 w 11269336"/>
              <a:gd name="connsiteY56" fmla="*/ 1168758 h 2323145"/>
              <a:gd name="connsiteX57" fmla="*/ 7875510 w 11269336"/>
              <a:gd name="connsiteY57" fmla="*/ 1183153 h 2323145"/>
              <a:gd name="connsiteX58" fmla="*/ 7829932 w 11269336"/>
              <a:gd name="connsiteY58" fmla="*/ 1180782 h 2323145"/>
              <a:gd name="connsiteX59" fmla="*/ 7779182 w 11269336"/>
              <a:gd name="connsiteY59" fmla="*/ 1192665 h 2323145"/>
              <a:gd name="connsiteX60" fmla="*/ 7748774 w 11269336"/>
              <a:gd name="connsiteY60" fmla="*/ 1199586 h 2323145"/>
              <a:gd name="connsiteX61" fmla="*/ 7671846 w 11269336"/>
              <a:gd name="connsiteY61" fmla="*/ 1231966 h 2323145"/>
              <a:gd name="connsiteX62" fmla="*/ 7554146 w 11269336"/>
              <a:gd name="connsiteY62" fmla="*/ 1319748 h 2323145"/>
              <a:gd name="connsiteX63" fmla="*/ 7515052 w 11269336"/>
              <a:gd name="connsiteY63" fmla="*/ 1336718 h 2323145"/>
              <a:gd name="connsiteX64" fmla="*/ 7507193 w 11269336"/>
              <a:gd name="connsiteY64" fmla="*/ 1334617 h 2323145"/>
              <a:gd name="connsiteX65" fmla="*/ 7461694 w 11269336"/>
              <a:gd name="connsiteY65" fmla="*/ 1375866 h 2323145"/>
              <a:gd name="connsiteX66" fmla="*/ 7377571 w 11269336"/>
              <a:gd name="connsiteY66" fmla="*/ 1400128 h 2323145"/>
              <a:gd name="connsiteX67" fmla="*/ 7311261 w 11269336"/>
              <a:gd name="connsiteY67" fmla="*/ 1412652 h 2323145"/>
              <a:gd name="connsiteX68" fmla="*/ 7275307 w 11269336"/>
              <a:gd name="connsiteY68" fmla="*/ 1422171 h 2323145"/>
              <a:gd name="connsiteX69" fmla="*/ 7247783 w 11269336"/>
              <a:gd name="connsiteY69" fmla="*/ 1426330 h 2323145"/>
              <a:gd name="connsiteX70" fmla="*/ 7185047 w 11269336"/>
              <a:gd name="connsiteY70" fmla="*/ 1451812 h 2323145"/>
              <a:gd name="connsiteX71" fmla="*/ 7084117 w 11269336"/>
              <a:gd name="connsiteY71" fmla="*/ 1500281 h 2323145"/>
              <a:gd name="connsiteX72" fmla="*/ 7062011 w 11269336"/>
              <a:gd name="connsiteY72" fmla="*/ 1509183 h 2323145"/>
              <a:gd name="connsiteX73" fmla="*/ 7040555 w 11269336"/>
              <a:gd name="connsiteY73" fmla="*/ 1511207 h 2323145"/>
              <a:gd name="connsiteX74" fmla="*/ 7033438 w 11269336"/>
              <a:gd name="connsiteY74" fmla="*/ 1506772 h 2323145"/>
              <a:gd name="connsiteX75" fmla="*/ 7020886 w 11269336"/>
              <a:gd name="connsiteY75" fmla="*/ 1510764 h 2323145"/>
              <a:gd name="connsiteX76" fmla="*/ 7017033 w 11269336"/>
              <a:gd name="connsiteY76" fmla="*/ 1510650 h 2323145"/>
              <a:gd name="connsiteX77" fmla="*/ 6995460 w 11269336"/>
              <a:gd name="connsiteY77" fmla="*/ 1511173 h 2323145"/>
              <a:gd name="connsiteX78" fmla="*/ 6962144 w 11269336"/>
              <a:gd name="connsiteY78" fmla="*/ 1541508 h 2323145"/>
              <a:gd name="connsiteX79" fmla="*/ 6910674 w 11269336"/>
              <a:gd name="connsiteY79" fmla="*/ 1554793 h 2323145"/>
              <a:gd name="connsiteX80" fmla="*/ 6732152 w 11269336"/>
              <a:gd name="connsiteY80" fmla="*/ 1642538 h 2323145"/>
              <a:gd name="connsiteX81" fmla="*/ 6694106 w 11269336"/>
              <a:gd name="connsiteY81" fmla="*/ 1632377 h 2323145"/>
              <a:gd name="connsiteX82" fmla="*/ 6617223 w 11269336"/>
              <a:gd name="connsiteY82" fmla="*/ 1659889 h 2323145"/>
              <a:gd name="connsiteX83" fmla="*/ 6521138 w 11269336"/>
              <a:gd name="connsiteY83" fmla="*/ 1744340 h 2323145"/>
              <a:gd name="connsiteX84" fmla="*/ 6380677 w 11269336"/>
              <a:gd name="connsiteY84" fmla="*/ 1796883 h 2323145"/>
              <a:gd name="connsiteX85" fmla="*/ 6374897 w 11269336"/>
              <a:gd name="connsiteY85" fmla="*/ 1809910 h 2323145"/>
              <a:gd name="connsiteX86" fmla="*/ 6364545 w 11269336"/>
              <a:gd name="connsiteY86" fmla="*/ 1820090 h 2323145"/>
              <a:gd name="connsiteX87" fmla="*/ 6362126 w 11269336"/>
              <a:gd name="connsiteY87" fmla="*/ 1819991 h 2323145"/>
              <a:gd name="connsiteX88" fmla="*/ 6346673 w 11269336"/>
              <a:gd name="connsiteY88" fmla="*/ 1827824 h 2323145"/>
              <a:gd name="connsiteX89" fmla="*/ 6345588 w 11269336"/>
              <a:gd name="connsiteY89" fmla="*/ 1832232 h 2323145"/>
              <a:gd name="connsiteX90" fmla="*/ 6335708 w 11269336"/>
              <a:gd name="connsiteY90" fmla="*/ 1838451 h 2323145"/>
              <a:gd name="connsiteX91" fmla="*/ 6318182 w 11269336"/>
              <a:gd name="connsiteY91" fmla="*/ 1852975 h 2323145"/>
              <a:gd name="connsiteX92" fmla="*/ 6313084 w 11269336"/>
              <a:gd name="connsiteY92" fmla="*/ 1853561 h 2323145"/>
              <a:gd name="connsiteX93" fmla="*/ 6283816 w 11269336"/>
              <a:gd name="connsiteY93" fmla="*/ 1872148 h 2323145"/>
              <a:gd name="connsiteX94" fmla="*/ 6282550 w 11269336"/>
              <a:gd name="connsiteY94" fmla="*/ 1871392 h 2323145"/>
              <a:gd name="connsiteX95" fmla="*/ 6270527 w 11269336"/>
              <a:gd name="connsiteY95" fmla="*/ 1872208 h 2323145"/>
              <a:gd name="connsiteX96" fmla="*/ 6249518 w 11269336"/>
              <a:gd name="connsiteY96" fmla="*/ 1876079 h 2323145"/>
              <a:gd name="connsiteX97" fmla="*/ 6190386 w 11269336"/>
              <a:gd name="connsiteY97" fmla="*/ 1872478 h 2323145"/>
              <a:gd name="connsiteX98" fmla="*/ 6159777 w 11269336"/>
              <a:gd name="connsiteY98" fmla="*/ 1891745 h 2323145"/>
              <a:gd name="connsiteX99" fmla="*/ 6153131 w 11269336"/>
              <a:gd name="connsiteY99" fmla="*/ 1895079 h 2323145"/>
              <a:gd name="connsiteX100" fmla="*/ 6152798 w 11269336"/>
              <a:gd name="connsiteY100" fmla="*/ 1894920 h 2323145"/>
              <a:gd name="connsiteX101" fmla="*/ 6145388 w 11269336"/>
              <a:gd name="connsiteY101" fmla="*/ 1897990 h 2323145"/>
              <a:gd name="connsiteX102" fmla="*/ 6141014 w 11269336"/>
              <a:gd name="connsiteY102" fmla="*/ 1901155 h 2323145"/>
              <a:gd name="connsiteX103" fmla="*/ 6128122 w 11269336"/>
              <a:gd name="connsiteY103" fmla="*/ 1907623 h 2323145"/>
              <a:gd name="connsiteX104" fmla="*/ 6122351 w 11269336"/>
              <a:gd name="connsiteY104" fmla="*/ 1908359 h 2323145"/>
              <a:gd name="connsiteX105" fmla="*/ 6064750 w 11269336"/>
              <a:gd name="connsiteY105" fmla="*/ 1896394 h 2323145"/>
              <a:gd name="connsiteX106" fmla="*/ 5964230 w 11269336"/>
              <a:gd name="connsiteY106" fmla="*/ 1910038 h 2323145"/>
              <a:gd name="connsiteX107" fmla="*/ 5865399 w 11269336"/>
              <a:gd name="connsiteY107" fmla="*/ 1926966 h 2323145"/>
              <a:gd name="connsiteX108" fmla="*/ 5829951 w 11269336"/>
              <a:gd name="connsiteY108" fmla="*/ 1934755 h 2323145"/>
              <a:gd name="connsiteX109" fmla="*/ 5765285 w 11269336"/>
              <a:gd name="connsiteY109" fmla="*/ 1941322 h 2323145"/>
              <a:gd name="connsiteX110" fmla="*/ 5734750 w 11269336"/>
              <a:gd name="connsiteY110" fmla="*/ 1939793 h 2323145"/>
              <a:gd name="connsiteX111" fmla="*/ 5733569 w 11269336"/>
              <a:gd name="connsiteY111" fmla="*/ 1940505 h 2323145"/>
              <a:gd name="connsiteX112" fmla="*/ 5730329 w 11269336"/>
              <a:gd name="connsiteY112" fmla="*/ 1937845 h 2323145"/>
              <a:gd name="connsiteX113" fmla="*/ 5724661 w 11269336"/>
              <a:gd name="connsiteY113" fmla="*/ 1937455 h 2323145"/>
              <a:gd name="connsiteX114" fmla="*/ 5710186 w 11269336"/>
              <a:gd name="connsiteY114" fmla="*/ 1941370 h 2323145"/>
              <a:gd name="connsiteX115" fmla="*/ 5704910 w 11269336"/>
              <a:gd name="connsiteY115" fmla="*/ 1943663 h 2323145"/>
              <a:gd name="connsiteX116" fmla="*/ 5696836 w 11269336"/>
              <a:gd name="connsiteY116" fmla="*/ 1945271 h 2323145"/>
              <a:gd name="connsiteX117" fmla="*/ 5696583 w 11269336"/>
              <a:gd name="connsiteY117" fmla="*/ 1945050 h 2323145"/>
              <a:gd name="connsiteX118" fmla="*/ 5689123 w 11269336"/>
              <a:gd name="connsiteY118" fmla="*/ 1947067 h 2323145"/>
              <a:gd name="connsiteX119" fmla="*/ 5653291 w 11269336"/>
              <a:gd name="connsiteY119" fmla="*/ 1960245 h 2323145"/>
              <a:gd name="connsiteX120" fmla="*/ 5599385 w 11269336"/>
              <a:gd name="connsiteY120" fmla="*/ 1945198 h 2323145"/>
              <a:gd name="connsiteX121" fmla="*/ 5578300 w 11269336"/>
              <a:gd name="connsiteY121" fmla="*/ 1944963 h 2323145"/>
              <a:gd name="connsiteX122" fmla="*/ 5566758 w 11269336"/>
              <a:gd name="connsiteY122" fmla="*/ 1943441 h 2323145"/>
              <a:gd name="connsiteX123" fmla="*/ 5565857 w 11269336"/>
              <a:gd name="connsiteY123" fmla="*/ 1942445 h 2323145"/>
              <a:gd name="connsiteX124" fmla="*/ 5531534 w 11269336"/>
              <a:gd name="connsiteY124" fmla="*/ 1955208 h 2323145"/>
              <a:gd name="connsiteX125" fmla="*/ 5526552 w 11269336"/>
              <a:gd name="connsiteY125" fmla="*/ 1954799 h 2323145"/>
              <a:gd name="connsiteX126" fmla="*/ 5504723 w 11269336"/>
              <a:gd name="connsiteY126" fmla="*/ 1965811 h 2323145"/>
              <a:gd name="connsiteX127" fmla="*/ 5493156 w 11269336"/>
              <a:gd name="connsiteY127" fmla="*/ 1970063 h 2323145"/>
              <a:gd name="connsiteX128" fmla="*/ 5490486 w 11269336"/>
              <a:gd name="connsiteY128" fmla="*/ 1974227 h 2323145"/>
              <a:gd name="connsiteX129" fmla="*/ 5473107 w 11269336"/>
              <a:gd name="connsiteY129" fmla="*/ 1979001 h 2323145"/>
              <a:gd name="connsiteX130" fmla="*/ 5470885 w 11269336"/>
              <a:gd name="connsiteY130" fmla="*/ 1978432 h 2323145"/>
              <a:gd name="connsiteX131" fmla="*/ 5457393 w 11269336"/>
              <a:gd name="connsiteY131" fmla="*/ 1986525 h 2323145"/>
              <a:gd name="connsiteX132" fmla="*/ 5447102 w 11269336"/>
              <a:gd name="connsiteY132" fmla="*/ 1998329 h 2323145"/>
              <a:gd name="connsiteX133" fmla="*/ 5159151 w 11269336"/>
              <a:gd name="connsiteY133" fmla="*/ 2029640 h 2323145"/>
              <a:gd name="connsiteX134" fmla="*/ 5041688 w 11269336"/>
              <a:gd name="connsiteY134" fmla="*/ 2022334 h 2323145"/>
              <a:gd name="connsiteX135" fmla="*/ 4860988 w 11269336"/>
              <a:gd name="connsiteY135" fmla="*/ 2135698 h 2323145"/>
              <a:gd name="connsiteX136" fmla="*/ 4807902 w 11269336"/>
              <a:gd name="connsiteY136" fmla="*/ 2138894 h 2323145"/>
              <a:gd name="connsiteX137" fmla="*/ 4765388 w 11269336"/>
              <a:gd name="connsiteY137" fmla="*/ 2162525 h 2323145"/>
              <a:gd name="connsiteX138" fmla="*/ 4745033 w 11269336"/>
              <a:gd name="connsiteY138" fmla="*/ 2158859 h 2323145"/>
              <a:gd name="connsiteX139" fmla="*/ 4741475 w 11269336"/>
              <a:gd name="connsiteY139" fmla="*/ 2157998 h 2323145"/>
              <a:gd name="connsiteX140" fmla="*/ 4728247 w 11269336"/>
              <a:gd name="connsiteY140" fmla="*/ 2159526 h 2323145"/>
              <a:gd name="connsiteX141" fmla="*/ 4723263 w 11269336"/>
              <a:gd name="connsiteY141" fmla="*/ 2153742 h 2323145"/>
              <a:gd name="connsiteX142" fmla="*/ 4702453 w 11269336"/>
              <a:gd name="connsiteY142" fmla="*/ 2151586 h 2323145"/>
              <a:gd name="connsiteX143" fmla="*/ 4678455 w 11269336"/>
              <a:gd name="connsiteY143" fmla="*/ 2156131 h 2323145"/>
              <a:gd name="connsiteX144" fmla="*/ 4593061 w 11269336"/>
              <a:gd name="connsiteY144" fmla="*/ 2171597 h 2323145"/>
              <a:gd name="connsiteX145" fmla="*/ 4579902 w 11269336"/>
              <a:gd name="connsiteY145" fmla="*/ 2177927 h 2323145"/>
              <a:gd name="connsiteX146" fmla="*/ 4533444 w 11269336"/>
              <a:gd name="connsiteY146" fmla="*/ 2181200 h 2323145"/>
              <a:gd name="connsiteX147" fmla="*/ 4492832 w 11269336"/>
              <a:gd name="connsiteY147" fmla="*/ 2188033 h 2323145"/>
              <a:gd name="connsiteX148" fmla="*/ 4467257 w 11269336"/>
              <a:gd name="connsiteY148" fmla="*/ 2196121 h 2323145"/>
              <a:gd name="connsiteX149" fmla="*/ 4459937 w 11269336"/>
              <a:gd name="connsiteY149" fmla="*/ 2195182 h 2323145"/>
              <a:gd name="connsiteX150" fmla="*/ 4433312 w 11269336"/>
              <a:gd name="connsiteY150" fmla="*/ 2199004 h 2323145"/>
              <a:gd name="connsiteX151" fmla="*/ 4420601 w 11269336"/>
              <a:gd name="connsiteY151" fmla="*/ 2205158 h 2323145"/>
              <a:gd name="connsiteX152" fmla="*/ 4405765 w 11269336"/>
              <a:gd name="connsiteY152" fmla="*/ 2199902 h 2323145"/>
              <a:gd name="connsiteX153" fmla="*/ 4401354 w 11269336"/>
              <a:gd name="connsiteY153" fmla="*/ 2194745 h 2323145"/>
              <a:gd name="connsiteX154" fmla="*/ 4383151 w 11269336"/>
              <a:gd name="connsiteY154" fmla="*/ 2201140 h 2323145"/>
              <a:gd name="connsiteX155" fmla="*/ 4366646 w 11269336"/>
              <a:gd name="connsiteY155" fmla="*/ 2198564 h 2323145"/>
              <a:gd name="connsiteX156" fmla="*/ 4354009 w 11269336"/>
              <a:gd name="connsiteY156" fmla="*/ 2204984 h 2323145"/>
              <a:gd name="connsiteX157" fmla="*/ 4348284 w 11269336"/>
              <a:gd name="connsiteY157" fmla="*/ 2205270 h 2323145"/>
              <a:gd name="connsiteX158" fmla="*/ 4333906 w 11269336"/>
              <a:gd name="connsiteY158" fmla="*/ 2205251 h 2323145"/>
              <a:gd name="connsiteX159" fmla="*/ 4308819 w 11269336"/>
              <a:gd name="connsiteY159" fmla="*/ 2203822 h 2323145"/>
              <a:gd name="connsiteX160" fmla="*/ 4301210 w 11269336"/>
              <a:gd name="connsiteY160" fmla="*/ 2204456 h 2323145"/>
              <a:gd name="connsiteX161" fmla="*/ 4283095 w 11269336"/>
              <a:gd name="connsiteY161" fmla="*/ 2198177 h 2323145"/>
              <a:gd name="connsiteX162" fmla="*/ 4250119 w 11269336"/>
              <a:gd name="connsiteY162" fmla="*/ 2196342 h 2323145"/>
              <a:gd name="connsiteX163" fmla="*/ 4189203 w 11269336"/>
              <a:gd name="connsiteY163" fmla="*/ 2178994 h 2323145"/>
              <a:gd name="connsiteX164" fmla="*/ 4154035 w 11269336"/>
              <a:gd name="connsiteY164" fmla="*/ 2171950 h 2323145"/>
              <a:gd name="connsiteX165" fmla="*/ 4129569 w 11269336"/>
              <a:gd name="connsiteY165" fmla="*/ 2163850 h 2323145"/>
              <a:gd name="connsiteX166" fmla="*/ 4061250 w 11269336"/>
              <a:gd name="connsiteY166" fmla="*/ 2159236 h 2323145"/>
              <a:gd name="connsiteX167" fmla="*/ 3945480 w 11269336"/>
              <a:gd name="connsiteY167" fmla="*/ 2158279 h 2323145"/>
              <a:gd name="connsiteX168" fmla="*/ 3921468 w 11269336"/>
              <a:gd name="connsiteY168" fmla="*/ 2156588 h 2323145"/>
              <a:gd name="connsiteX169" fmla="*/ 3903348 w 11269336"/>
              <a:gd name="connsiteY169" fmla="*/ 2149220 h 2323145"/>
              <a:gd name="connsiteX170" fmla="*/ 3901342 w 11269336"/>
              <a:gd name="connsiteY170" fmla="*/ 2142355 h 2323145"/>
              <a:gd name="connsiteX171" fmla="*/ 3888539 w 11269336"/>
              <a:gd name="connsiteY171" fmla="*/ 2140476 h 2323145"/>
              <a:gd name="connsiteX172" fmla="*/ 3885662 w 11269336"/>
              <a:gd name="connsiteY172" fmla="*/ 2138740 h 2323145"/>
              <a:gd name="connsiteX173" fmla="*/ 3868627 w 11269336"/>
              <a:gd name="connsiteY173" fmla="*/ 2130023 h 2323145"/>
              <a:gd name="connsiteX174" fmla="*/ 3819177 w 11269336"/>
              <a:gd name="connsiteY174" fmla="*/ 2142111 h 2323145"/>
              <a:gd name="connsiteX175" fmla="*/ 3769100 w 11269336"/>
              <a:gd name="connsiteY175" fmla="*/ 2131731 h 2323145"/>
              <a:gd name="connsiteX176" fmla="*/ 3562752 w 11269336"/>
              <a:gd name="connsiteY176" fmla="*/ 2131785 h 2323145"/>
              <a:gd name="connsiteX177" fmla="*/ 3541402 w 11269336"/>
              <a:gd name="connsiteY177" fmla="*/ 2106821 h 2323145"/>
              <a:gd name="connsiteX178" fmla="*/ 3365341 w 11269336"/>
              <a:gd name="connsiteY178" fmla="*/ 2077638 h 2323145"/>
              <a:gd name="connsiteX179" fmla="*/ 3170922 w 11269336"/>
              <a:gd name="connsiteY179" fmla="*/ 2115957 h 2323145"/>
              <a:gd name="connsiteX180" fmla="*/ 3156256 w 11269336"/>
              <a:gd name="connsiteY180" fmla="*/ 2124773 h 2323145"/>
              <a:gd name="connsiteX181" fmla="*/ 3140298 w 11269336"/>
              <a:gd name="connsiteY181" fmla="*/ 2129182 h 2323145"/>
              <a:gd name="connsiteX182" fmla="*/ 3138514 w 11269336"/>
              <a:gd name="connsiteY182" fmla="*/ 2128069 h 2323145"/>
              <a:gd name="connsiteX183" fmla="*/ 3120467 w 11269336"/>
              <a:gd name="connsiteY183" fmla="*/ 2128281 h 2323145"/>
              <a:gd name="connsiteX184" fmla="*/ 3116175 w 11269336"/>
              <a:gd name="connsiteY184" fmla="*/ 2131633 h 2323145"/>
              <a:gd name="connsiteX185" fmla="*/ 3103685 w 11269336"/>
              <a:gd name="connsiteY185" fmla="*/ 2132814 h 2323145"/>
              <a:gd name="connsiteX186" fmla="*/ 3078794 w 11269336"/>
              <a:gd name="connsiteY186" fmla="*/ 2137935 h 2323145"/>
              <a:gd name="connsiteX187" fmla="*/ 3074407 w 11269336"/>
              <a:gd name="connsiteY187" fmla="*/ 2136274 h 2323145"/>
              <a:gd name="connsiteX188" fmla="*/ 3037285 w 11269336"/>
              <a:gd name="connsiteY188" fmla="*/ 2139919 h 2323145"/>
              <a:gd name="connsiteX189" fmla="*/ 3036901 w 11269336"/>
              <a:gd name="connsiteY189" fmla="*/ 2138726 h 2323145"/>
              <a:gd name="connsiteX190" fmla="*/ 3026996 w 11269336"/>
              <a:gd name="connsiteY190" fmla="*/ 2134322 h 2323145"/>
              <a:gd name="connsiteX191" fmla="*/ 3007772 w 11269336"/>
              <a:gd name="connsiteY191" fmla="*/ 2128742 h 2323145"/>
              <a:gd name="connsiteX192" fmla="*/ 2965030 w 11269336"/>
              <a:gd name="connsiteY192" fmla="*/ 2100494 h 2323145"/>
              <a:gd name="connsiteX193" fmla="*/ 2926342 w 11269336"/>
              <a:gd name="connsiteY193" fmla="*/ 2104155 h 2323145"/>
              <a:gd name="connsiteX194" fmla="*/ 2918608 w 11269336"/>
              <a:gd name="connsiteY194" fmla="*/ 2104215 h 2323145"/>
              <a:gd name="connsiteX195" fmla="*/ 2918475 w 11269336"/>
              <a:gd name="connsiteY195" fmla="*/ 2103937 h 2323145"/>
              <a:gd name="connsiteX196" fmla="*/ 2910360 w 11269336"/>
              <a:gd name="connsiteY196" fmla="*/ 2103444 h 2323145"/>
              <a:gd name="connsiteX197" fmla="*/ 2904507 w 11269336"/>
              <a:gd name="connsiteY197" fmla="*/ 2104326 h 2323145"/>
              <a:gd name="connsiteX198" fmla="*/ 2889503 w 11269336"/>
              <a:gd name="connsiteY198" fmla="*/ 2104443 h 2323145"/>
              <a:gd name="connsiteX199" fmla="*/ 2884480 w 11269336"/>
              <a:gd name="connsiteY199" fmla="*/ 2102626 h 2323145"/>
              <a:gd name="connsiteX200" fmla="*/ 2882689 w 11269336"/>
              <a:gd name="connsiteY200" fmla="*/ 2099228 h 2323145"/>
              <a:gd name="connsiteX201" fmla="*/ 2881291 w 11269336"/>
              <a:gd name="connsiteY201" fmla="*/ 2099618 h 2323145"/>
              <a:gd name="connsiteX202" fmla="*/ 2853979 w 11269336"/>
              <a:gd name="connsiteY202" fmla="*/ 2090388 h 2323145"/>
              <a:gd name="connsiteX203" fmla="*/ 2791790 w 11269336"/>
              <a:gd name="connsiteY203" fmla="*/ 2080332 h 2323145"/>
              <a:gd name="connsiteX204" fmla="*/ 2755844 w 11269336"/>
              <a:gd name="connsiteY204" fmla="*/ 2078874 h 2323145"/>
              <a:gd name="connsiteX205" fmla="*/ 2657742 w 11269336"/>
              <a:gd name="connsiteY205" fmla="*/ 2070179 h 2323145"/>
              <a:gd name="connsiteX206" fmla="*/ 2559549 w 11269336"/>
              <a:gd name="connsiteY206" fmla="*/ 2057873 h 2323145"/>
              <a:gd name="connsiteX207" fmla="*/ 2512054 w 11269336"/>
              <a:gd name="connsiteY207" fmla="*/ 2031671 h 2323145"/>
              <a:gd name="connsiteX208" fmla="*/ 2506437 w 11269336"/>
              <a:gd name="connsiteY208" fmla="*/ 2030918 h 2323145"/>
              <a:gd name="connsiteX209" fmla="*/ 2491752 w 11269336"/>
              <a:gd name="connsiteY209" fmla="*/ 2033906 h 2323145"/>
              <a:gd name="connsiteX210" fmla="*/ 2486338 w 11269336"/>
              <a:gd name="connsiteY210" fmla="*/ 2035862 h 2323145"/>
              <a:gd name="connsiteX211" fmla="*/ 2478186 w 11269336"/>
              <a:gd name="connsiteY211" fmla="*/ 2036953 h 2323145"/>
              <a:gd name="connsiteX212" fmla="*/ 2477950 w 11269336"/>
              <a:gd name="connsiteY212" fmla="*/ 2036715 h 2323145"/>
              <a:gd name="connsiteX213" fmla="*/ 2470381 w 11269336"/>
              <a:gd name="connsiteY213" fmla="*/ 2038256 h 2323145"/>
              <a:gd name="connsiteX214" fmla="*/ 2433781 w 11269336"/>
              <a:gd name="connsiteY214" fmla="*/ 2049140 h 2323145"/>
              <a:gd name="connsiteX215" fmla="*/ 2381172 w 11269336"/>
              <a:gd name="connsiteY215" fmla="*/ 2030645 h 2323145"/>
              <a:gd name="connsiteX216" fmla="*/ 2360198 w 11269336"/>
              <a:gd name="connsiteY216" fmla="*/ 2029059 h 2323145"/>
              <a:gd name="connsiteX217" fmla="*/ 2348815 w 11269336"/>
              <a:gd name="connsiteY217" fmla="*/ 2026798 h 2323145"/>
              <a:gd name="connsiteX218" fmla="*/ 2347988 w 11269336"/>
              <a:gd name="connsiteY218" fmla="*/ 2025745 h 2323145"/>
              <a:gd name="connsiteX219" fmla="*/ 2312920 w 11269336"/>
              <a:gd name="connsiteY219" fmla="*/ 2036311 h 2323145"/>
              <a:gd name="connsiteX220" fmla="*/ 2307986 w 11269336"/>
              <a:gd name="connsiteY220" fmla="*/ 2035583 h 2323145"/>
              <a:gd name="connsiteX221" fmla="*/ 2285481 w 11269336"/>
              <a:gd name="connsiteY221" fmla="*/ 2045197 h 2323145"/>
              <a:gd name="connsiteX222" fmla="*/ 2273666 w 11269336"/>
              <a:gd name="connsiteY222" fmla="*/ 2048710 h 2323145"/>
              <a:gd name="connsiteX223" fmla="*/ 2270719 w 11269336"/>
              <a:gd name="connsiteY223" fmla="*/ 2052702 h 2323145"/>
              <a:gd name="connsiteX224" fmla="*/ 2253080 w 11269336"/>
              <a:gd name="connsiteY224" fmla="*/ 2056363 h 2323145"/>
              <a:gd name="connsiteX225" fmla="*/ 2250906 w 11269336"/>
              <a:gd name="connsiteY225" fmla="*/ 2055654 h 2323145"/>
              <a:gd name="connsiteX226" fmla="*/ 2236905 w 11269336"/>
              <a:gd name="connsiteY226" fmla="*/ 2062882 h 2323145"/>
              <a:gd name="connsiteX227" fmla="*/ 2225830 w 11269336"/>
              <a:gd name="connsiteY227" fmla="*/ 2074027 h 2323145"/>
              <a:gd name="connsiteX228" fmla="*/ 2073776 w 11269336"/>
              <a:gd name="connsiteY228" fmla="*/ 2089244 h 2323145"/>
              <a:gd name="connsiteX229" fmla="*/ 1948256 w 11269336"/>
              <a:gd name="connsiteY229" fmla="*/ 2146616 h 2323145"/>
              <a:gd name="connsiteX230" fmla="*/ 1865582 w 11269336"/>
              <a:gd name="connsiteY230" fmla="*/ 2153738 h 2323145"/>
              <a:gd name="connsiteX231" fmla="*/ 1835210 w 11269336"/>
              <a:gd name="connsiteY231" fmla="*/ 2134244 h 2323145"/>
              <a:gd name="connsiteX232" fmla="*/ 1632661 w 11269336"/>
              <a:gd name="connsiteY232" fmla="*/ 2173882 h 2323145"/>
              <a:gd name="connsiteX233" fmla="*/ 1579590 w 11269336"/>
              <a:gd name="connsiteY233" fmla="*/ 2173680 h 2323145"/>
              <a:gd name="connsiteX234" fmla="*/ 1535601 w 11269336"/>
              <a:gd name="connsiteY234" fmla="*/ 2194590 h 2323145"/>
              <a:gd name="connsiteX235" fmla="*/ 1515594 w 11269336"/>
              <a:gd name="connsiteY235" fmla="*/ 2189622 h 2323145"/>
              <a:gd name="connsiteX236" fmla="*/ 1512113 w 11269336"/>
              <a:gd name="connsiteY236" fmla="*/ 2188534 h 2323145"/>
              <a:gd name="connsiteX237" fmla="*/ 1498838 w 11269336"/>
              <a:gd name="connsiteY237" fmla="*/ 2189213 h 2323145"/>
              <a:gd name="connsiteX238" fmla="*/ 1494279 w 11269336"/>
              <a:gd name="connsiteY238" fmla="*/ 2183112 h 2323145"/>
              <a:gd name="connsiteX239" fmla="*/ 1473714 w 11269336"/>
              <a:gd name="connsiteY239" fmla="*/ 2179625 h 2323145"/>
              <a:gd name="connsiteX240" fmla="*/ 1449503 w 11269336"/>
              <a:gd name="connsiteY240" fmla="*/ 2182633 h 2323145"/>
              <a:gd name="connsiteX241" fmla="*/ 1266687 w 11269336"/>
              <a:gd name="connsiteY241" fmla="*/ 2212688 h 2323145"/>
              <a:gd name="connsiteX242" fmla="*/ 1239614 w 11269336"/>
              <a:gd name="connsiteY242" fmla="*/ 2209727 h 2323145"/>
              <a:gd name="connsiteX243" fmla="*/ 1202436 w 11269336"/>
              <a:gd name="connsiteY243" fmla="*/ 2209817 h 2323145"/>
              <a:gd name="connsiteX244" fmla="*/ 1136097 w 11269336"/>
              <a:gd name="connsiteY244" fmla="*/ 2205112 h 2323145"/>
              <a:gd name="connsiteX245" fmla="*/ 988232 w 11269336"/>
              <a:gd name="connsiteY245" fmla="*/ 2235635 h 2323145"/>
              <a:gd name="connsiteX246" fmla="*/ 981959 w 11269336"/>
              <a:gd name="connsiteY246" fmla="*/ 2231607 h 2323145"/>
              <a:gd name="connsiteX247" fmla="*/ 938600 w 11269336"/>
              <a:gd name="connsiteY247" fmla="*/ 2238113 h 2323145"/>
              <a:gd name="connsiteX248" fmla="*/ 791788 w 11269336"/>
              <a:gd name="connsiteY248" fmla="*/ 2293224 h 2323145"/>
              <a:gd name="connsiteX249" fmla="*/ 706914 w 11269336"/>
              <a:gd name="connsiteY249" fmla="*/ 2305046 h 2323145"/>
              <a:gd name="connsiteX250" fmla="*/ 675971 w 11269336"/>
              <a:gd name="connsiteY250" fmla="*/ 2304030 h 2323145"/>
              <a:gd name="connsiteX251" fmla="*/ 624180 w 11269336"/>
              <a:gd name="connsiteY251" fmla="*/ 2302650 h 2323145"/>
              <a:gd name="connsiteX252" fmla="*/ 583453 w 11269336"/>
              <a:gd name="connsiteY252" fmla="*/ 2288788 h 2323145"/>
              <a:gd name="connsiteX253" fmla="*/ 540946 w 11269336"/>
              <a:gd name="connsiteY253" fmla="*/ 2292721 h 2323145"/>
              <a:gd name="connsiteX254" fmla="*/ 533680 w 11269336"/>
              <a:gd name="connsiteY254" fmla="*/ 2310233 h 2323145"/>
              <a:gd name="connsiteX255" fmla="*/ 487366 w 11269336"/>
              <a:gd name="connsiteY255" fmla="*/ 2309053 h 2323145"/>
              <a:gd name="connsiteX256" fmla="*/ 416820 w 11269336"/>
              <a:gd name="connsiteY256" fmla="*/ 2305443 h 2323145"/>
              <a:gd name="connsiteX257" fmla="*/ 376805 w 11269336"/>
              <a:gd name="connsiteY257" fmla="*/ 2307647 h 2323145"/>
              <a:gd name="connsiteX258" fmla="*/ 266777 w 11269336"/>
              <a:gd name="connsiteY258" fmla="*/ 2309012 h 2323145"/>
              <a:gd name="connsiteX259" fmla="*/ 156013 w 11269336"/>
              <a:gd name="connsiteY259" fmla="*/ 2306832 h 2323145"/>
              <a:gd name="connsiteX260" fmla="*/ 87258 w 11269336"/>
              <a:gd name="connsiteY260" fmla="*/ 2285511 h 2323145"/>
              <a:gd name="connsiteX261" fmla="*/ 23798 w 11269336"/>
              <a:gd name="connsiteY261" fmla="*/ 2281822 h 2323145"/>
              <a:gd name="connsiteX262" fmla="*/ 0 w 11269336"/>
              <a:gd name="connsiteY262" fmla="*/ 2285369 h 2323145"/>
              <a:gd name="connsiteX263" fmla="*/ 0 w 11269336"/>
              <a:gd name="connsiteY263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656836 w 11269336"/>
              <a:gd name="connsiteY18" fmla="*/ 469967 h 2323145"/>
              <a:gd name="connsiteX19" fmla="*/ 9380600 w 11269336"/>
              <a:gd name="connsiteY19" fmla="*/ 549821 h 2323145"/>
              <a:gd name="connsiteX20" fmla="*/ 9263254 w 11269336"/>
              <a:gd name="connsiteY20" fmla="*/ 645662 h 2323145"/>
              <a:gd name="connsiteX21" fmla="*/ 9162278 w 11269336"/>
              <a:gd name="connsiteY21" fmla="*/ 704724 h 2323145"/>
              <a:gd name="connsiteX22" fmla="*/ 9062863 w 11269336"/>
              <a:gd name="connsiteY22" fmla="*/ 754656 h 2323145"/>
              <a:gd name="connsiteX23" fmla="*/ 8914746 w 11269336"/>
              <a:gd name="connsiteY23" fmla="*/ 826428 h 2323145"/>
              <a:gd name="connsiteX24" fmla="*/ 8917778 w 11269336"/>
              <a:gd name="connsiteY24" fmla="*/ 835198 h 2323145"/>
              <a:gd name="connsiteX25" fmla="*/ 8905560 w 11269336"/>
              <a:gd name="connsiteY25" fmla="*/ 838358 h 2323145"/>
              <a:gd name="connsiteX26" fmla="*/ 8897564 w 11269336"/>
              <a:gd name="connsiteY26" fmla="*/ 834287 h 2323145"/>
              <a:gd name="connsiteX27" fmla="*/ 8878040 w 11269336"/>
              <a:gd name="connsiteY27" fmla="*/ 844150 h 2323145"/>
              <a:gd name="connsiteX28" fmla="*/ 8795998 w 11269336"/>
              <a:gd name="connsiteY28" fmla="*/ 863337 h 2323145"/>
              <a:gd name="connsiteX29" fmla="*/ 8776970 w 11269336"/>
              <a:gd name="connsiteY29" fmla="*/ 885177 h 2323145"/>
              <a:gd name="connsiteX30" fmla="*/ 8755719 w 11269336"/>
              <a:gd name="connsiteY30" fmla="*/ 889754 h 2323145"/>
              <a:gd name="connsiteX31" fmla="*/ 8743257 w 11269336"/>
              <a:gd name="connsiteY31" fmla="*/ 904723 h 2323145"/>
              <a:gd name="connsiteX32" fmla="*/ 8721366 w 11269336"/>
              <a:gd name="connsiteY32" fmla="*/ 904711 h 2323145"/>
              <a:gd name="connsiteX33" fmla="*/ 8678353 w 11269336"/>
              <a:gd name="connsiteY33" fmla="*/ 926318 h 2323145"/>
              <a:gd name="connsiteX34" fmla="*/ 8636849 w 11269336"/>
              <a:gd name="connsiteY34" fmla="*/ 937900 h 2323145"/>
              <a:gd name="connsiteX35" fmla="*/ 8620213 w 11269336"/>
              <a:gd name="connsiteY35" fmla="*/ 943068 h 2323145"/>
              <a:gd name="connsiteX36" fmla="*/ 8612581 w 11269336"/>
              <a:gd name="connsiteY36" fmla="*/ 952695 h 2323145"/>
              <a:gd name="connsiteX37" fmla="*/ 8589038 w 11269336"/>
              <a:gd name="connsiteY37" fmla="*/ 963892 h 2323145"/>
              <a:gd name="connsiteX38" fmla="*/ 8579950 w 11269336"/>
              <a:gd name="connsiteY38" fmla="*/ 960899 h 2323145"/>
              <a:gd name="connsiteX39" fmla="*/ 8579319 w 11269336"/>
              <a:gd name="connsiteY39" fmla="*/ 965630 h 2323145"/>
              <a:gd name="connsiteX40" fmla="*/ 8547429 w 11269336"/>
              <a:gd name="connsiteY40" fmla="*/ 984506 h 2323145"/>
              <a:gd name="connsiteX41" fmla="*/ 8478704 w 11269336"/>
              <a:gd name="connsiteY41" fmla="*/ 1025490 h 2323145"/>
              <a:gd name="connsiteX42" fmla="*/ 8461421 w 11269336"/>
              <a:gd name="connsiteY42" fmla="*/ 1035512 h 2323145"/>
              <a:gd name="connsiteX43" fmla="*/ 8445003 w 11269336"/>
              <a:gd name="connsiteY43" fmla="*/ 1036851 h 2323145"/>
              <a:gd name="connsiteX44" fmla="*/ 8357350 w 11269336"/>
              <a:gd name="connsiteY44" fmla="*/ 1060213 h 2323145"/>
              <a:gd name="connsiteX45" fmla="*/ 8335565 w 11269336"/>
              <a:gd name="connsiteY45" fmla="*/ 1061151 h 2323145"/>
              <a:gd name="connsiteX46" fmla="*/ 8325267 w 11269336"/>
              <a:gd name="connsiteY46" fmla="*/ 1055919 h 2323145"/>
              <a:gd name="connsiteX47" fmla="*/ 8293586 w 11269336"/>
              <a:gd name="connsiteY47" fmla="*/ 1076144 h 2323145"/>
              <a:gd name="connsiteX48" fmla="*/ 8242405 w 11269336"/>
              <a:gd name="connsiteY48" fmla="*/ 1095960 h 2323145"/>
              <a:gd name="connsiteX49" fmla="*/ 8197391 w 11269336"/>
              <a:gd name="connsiteY49" fmla="*/ 1107746 h 2323145"/>
              <a:gd name="connsiteX50" fmla="*/ 8081474 w 11269336"/>
              <a:gd name="connsiteY50" fmla="*/ 1130125 h 2323145"/>
              <a:gd name="connsiteX51" fmla="*/ 8053585 w 11269336"/>
              <a:gd name="connsiteY51" fmla="*/ 1129169 h 2323145"/>
              <a:gd name="connsiteX52" fmla="*/ 8038422 w 11269336"/>
              <a:gd name="connsiteY52" fmla="*/ 1119092 h 2323145"/>
              <a:gd name="connsiteX53" fmla="*/ 8029450 w 11269336"/>
              <a:gd name="connsiteY53" fmla="*/ 1125592 h 2323145"/>
              <a:gd name="connsiteX54" fmla="*/ 7959552 w 11269336"/>
              <a:gd name="connsiteY54" fmla="*/ 1140188 h 2323145"/>
              <a:gd name="connsiteX55" fmla="*/ 7914188 w 11269336"/>
              <a:gd name="connsiteY55" fmla="*/ 1150862 h 2323145"/>
              <a:gd name="connsiteX56" fmla="*/ 7914918 w 11269336"/>
              <a:gd name="connsiteY56" fmla="*/ 1168758 h 2323145"/>
              <a:gd name="connsiteX57" fmla="*/ 7875510 w 11269336"/>
              <a:gd name="connsiteY57" fmla="*/ 1183153 h 2323145"/>
              <a:gd name="connsiteX58" fmla="*/ 7829932 w 11269336"/>
              <a:gd name="connsiteY58" fmla="*/ 1180782 h 2323145"/>
              <a:gd name="connsiteX59" fmla="*/ 7779182 w 11269336"/>
              <a:gd name="connsiteY59" fmla="*/ 1192665 h 2323145"/>
              <a:gd name="connsiteX60" fmla="*/ 7748774 w 11269336"/>
              <a:gd name="connsiteY60" fmla="*/ 1199586 h 2323145"/>
              <a:gd name="connsiteX61" fmla="*/ 7671846 w 11269336"/>
              <a:gd name="connsiteY61" fmla="*/ 1231966 h 2323145"/>
              <a:gd name="connsiteX62" fmla="*/ 7554146 w 11269336"/>
              <a:gd name="connsiteY62" fmla="*/ 1319748 h 2323145"/>
              <a:gd name="connsiteX63" fmla="*/ 7515052 w 11269336"/>
              <a:gd name="connsiteY63" fmla="*/ 1336718 h 2323145"/>
              <a:gd name="connsiteX64" fmla="*/ 7507193 w 11269336"/>
              <a:gd name="connsiteY64" fmla="*/ 1334617 h 2323145"/>
              <a:gd name="connsiteX65" fmla="*/ 7461694 w 11269336"/>
              <a:gd name="connsiteY65" fmla="*/ 1375866 h 2323145"/>
              <a:gd name="connsiteX66" fmla="*/ 7377571 w 11269336"/>
              <a:gd name="connsiteY66" fmla="*/ 1400128 h 2323145"/>
              <a:gd name="connsiteX67" fmla="*/ 7311261 w 11269336"/>
              <a:gd name="connsiteY67" fmla="*/ 1412652 h 2323145"/>
              <a:gd name="connsiteX68" fmla="*/ 7275307 w 11269336"/>
              <a:gd name="connsiteY68" fmla="*/ 1422171 h 2323145"/>
              <a:gd name="connsiteX69" fmla="*/ 7247783 w 11269336"/>
              <a:gd name="connsiteY69" fmla="*/ 1426330 h 2323145"/>
              <a:gd name="connsiteX70" fmla="*/ 7185047 w 11269336"/>
              <a:gd name="connsiteY70" fmla="*/ 1451812 h 2323145"/>
              <a:gd name="connsiteX71" fmla="*/ 7084117 w 11269336"/>
              <a:gd name="connsiteY71" fmla="*/ 1500281 h 2323145"/>
              <a:gd name="connsiteX72" fmla="*/ 7062011 w 11269336"/>
              <a:gd name="connsiteY72" fmla="*/ 1509183 h 2323145"/>
              <a:gd name="connsiteX73" fmla="*/ 7040555 w 11269336"/>
              <a:gd name="connsiteY73" fmla="*/ 1511207 h 2323145"/>
              <a:gd name="connsiteX74" fmla="*/ 7033438 w 11269336"/>
              <a:gd name="connsiteY74" fmla="*/ 1506772 h 2323145"/>
              <a:gd name="connsiteX75" fmla="*/ 7020886 w 11269336"/>
              <a:gd name="connsiteY75" fmla="*/ 1510764 h 2323145"/>
              <a:gd name="connsiteX76" fmla="*/ 7017033 w 11269336"/>
              <a:gd name="connsiteY76" fmla="*/ 1510650 h 2323145"/>
              <a:gd name="connsiteX77" fmla="*/ 6995460 w 11269336"/>
              <a:gd name="connsiteY77" fmla="*/ 1511173 h 2323145"/>
              <a:gd name="connsiteX78" fmla="*/ 6962144 w 11269336"/>
              <a:gd name="connsiteY78" fmla="*/ 1541508 h 2323145"/>
              <a:gd name="connsiteX79" fmla="*/ 6910674 w 11269336"/>
              <a:gd name="connsiteY79" fmla="*/ 1554793 h 2323145"/>
              <a:gd name="connsiteX80" fmla="*/ 6732152 w 11269336"/>
              <a:gd name="connsiteY80" fmla="*/ 1642538 h 2323145"/>
              <a:gd name="connsiteX81" fmla="*/ 6694106 w 11269336"/>
              <a:gd name="connsiteY81" fmla="*/ 1632377 h 2323145"/>
              <a:gd name="connsiteX82" fmla="*/ 6617223 w 11269336"/>
              <a:gd name="connsiteY82" fmla="*/ 1659889 h 2323145"/>
              <a:gd name="connsiteX83" fmla="*/ 6521138 w 11269336"/>
              <a:gd name="connsiteY83" fmla="*/ 1744340 h 2323145"/>
              <a:gd name="connsiteX84" fmla="*/ 6380677 w 11269336"/>
              <a:gd name="connsiteY84" fmla="*/ 1796883 h 2323145"/>
              <a:gd name="connsiteX85" fmla="*/ 6374897 w 11269336"/>
              <a:gd name="connsiteY85" fmla="*/ 1809910 h 2323145"/>
              <a:gd name="connsiteX86" fmla="*/ 6364545 w 11269336"/>
              <a:gd name="connsiteY86" fmla="*/ 1820090 h 2323145"/>
              <a:gd name="connsiteX87" fmla="*/ 6362126 w 11269336"/>
              <a:gd name="connsiteY87" fmla="*/ 1819991 h 2323145"/>
              <a:gd name="connsiteX88" fmla="*/ 6346673 w 11269336"/>
              <a:gd name="connsiteY88" fmla="*/ 1827824 h 2323145"/>
              <a:gd name="connsiteX89" fmla="*/ 6345588 w 11269336"/>
              <a:gd name="connsiteY89" fmla="*/ 1832232 h 2323145"/>
              <a:gd name="connsiteX90" fmla="*/ 6335708 w 11269336"/>
              <a:gd name="connsiteY90" fmla="*/ 1838451 h 2323145"/>
              <a:gd name="connsiteX91" fmla="*/ 6318182 w 11269336"/>
              <a:gd name="connsiteY91" fmla="*/ 1852975 h 2323145"/>
              <a:gd name="connsiteX92" fmla="*/ 6313084 w 11269336"/>
              <a:gd name="connsiteY92" fmla="*/ 1853561 h 2323145"/>
              <a:gd name="connsiteX93" fmla="*/ 6283816 w 11269336"/>
              <a:gd name="connsiteY93" fmla="*/ 1872148 h 2323145"/>
              <a:gd name="connsiteX94" fmla="*/ 6282550 w 11269336"/>
              <a:gd name="connsiteY94" fmla="*/ 1871392 h 2323145"/>
              <a:gd name="connsiteX95" fmla="*/ 6270527 w 11269336"/>
              <a:gd name="connsiteY95" fmla="*/ 1872208 h 2323145"/>
              <a:gd name="connsiteX96" fmla="*/ 6249518 w 11269336"/>
              <a:gd name="connsiteY96" fmla="*/ 1876079 h 2323145"/>
              <a:gd name="connsiteX97" fmla="*/ 6190386 w 11269336"/>
              <a:gd name="connsiteY97" fmla="*/ 1872478 h 2323145"/>
              <a:gd name="connsiteX98" fmla="*/ 6159777 w 11269336"/>
              <a:gd name="connsiteY98" fmla="*/ 1891745 h 2323145"/>
              <a:gd name="connsiteX99" fmla="*/ 6153131 w 11269336"/>
              <a:gd name="connsiteY99" fmla="*/ 1895079 h 2323145"/>
              <a:gd name="connsiteX100" fmla="*/ 6152798 w 11269336"/>
              <a:gd name="connsiteY100" fmla="*/ 1894920 h 2323145"/>
              <a:gd name="connsiteX101" fmla="*/ 6145388 w 11269336"/>
              <a:gd name="connsiteY101" fmla="*/ 1897990 h 2323145"/>
              <a:gd name="connsiteX102" fmla="*/ 6141014 w 11269336"/>
              <a:gd name="connsiteY102" fmla="*/ 1901155 h 2323145"/>
              <a:gd name="connsiteX103" fmla="*/ 6128122 w 11269336"/>
              <a:gd name="connsiteY103" fmla="*/ 1907623 h 2323145"/>
              <a:gd name="connsiteX104" fmla="*/ 6122351 w 11269336"/>
              <a:gd name="connsiteY104" fmla="*/ 1908359 h 2323145"/>
              <a:gd name="connsiteX105" fmla="*/ 6064750 w 11269336"/>
              <a:gd name="connsiteY105" fmla="*/ 1896394 h 2323145"/>
              <a:gd name="connsiteX106" fmla="*/ 5964230 w 11269336"/>
              <a:gd name="connsiteY106" fmla="*/ 1910038 h 2323145"/>
              <a:gd name="connsiteX107" fmla="*/ 5865399 w 11269336"/>
              <a:gd name="connsiteY107" fmla="*/ 1926966 h 2323145"/>
              <a:gd name="connsiteX108" fmla="*/ 5829951 w 11269336"/>
              <a:gd name="connsiteY108" fmla="*/ 1934755 h 2323145"/>
              <a:gd name="connsiteX109" fmla="*/ 5765285 w 11269336"/>
              <a:gd name="connsiteY109" fmla="*/ 1941322 h 2323145"/>
              <a:gd name="connsiteX110" fmla="*/ 5734750 w 11269336"/>
              <a:gd name="connsiteY110" fmla="*/ 1939793 h 2323145"/>
              <a:gd name="connsiteX111" fmla="*/ 5733569 w 11269336"/>
              <a:gd name="connsiteY111" fmla="*/ 1940505 h 2323145"/>
              <a:gd name="connsiteX112" fmla="*/ 5730329 w 11269336"/>
              <a:gd name="connsiteY112" fmla="*/ 1937845 h 2323145"/>
              <a:gd name="connsiteX113" fmla="*/ 5724661 w 11269336"/>
              <a:gd name="connsiteY113" fmla="*/ 1937455 h 2323145"/>
              <a:gd name="connsiteX114" fmla="*/ 5710186 w 11269336"/>
              <a:gd name="connsiteY114" fmla="*/ 1941370 h 2323145"/>
              <a:gd name="connsiteX115" fmla="*/ 5704910 w 11269336"/>
              <a:gd name="connsiteY115" fmla="*/ 1943663 h 2323145"/>
              <a:gd name="connsiteX116" fmla="*/ 5696836 w 11269336"/>
              <a:gd name="connsiteY116" fmla="*/ 1945271 h 2323145"/>
              <a:gd name="connsiteX117" fmla="*/ 5696583 w 11269336"/>
              <a:gd name="connsiteY117" fmla="*/ 1945050 h 2323145"/>
              <a:gd name="connsiteX118" fmla="*/ 5689123 w 11269336"/>
              <a:gd name="connsiteY118" fmla="*/ 1947067 h 2323145"/>
              <a:gd name="connsiteX119" fmla="*/ 5653291 w 11269336"/>
              <a:gd name="connsiteY119" fmla="*/ 1960245 h 2323145"/>
              <a:gd name="connsiteX120" fmla="*/ 5599385 w 11269336"/>
              <a:gd name="connsiteY120" fmla="*/ 1945198 h 2323145"/>
              <a:gd name="connsiteX121" fmla="*/ 5578300 w 11269336"/>
              <a:gd name="connsiteY121" fmla="*/ 1944963 h 2323145"/>
              <a:gd name="connsiteX122" fmla="*/ 5566758 w 11269336"/>
              <a:gd name="connsiteY122" fmla="*/ 1943441 h 2323145"/>
              <a:gd name="connsiteX123" fmla="*/ 5565857 w 11269336"/>
              <a:gd name="connsiteY123" fmla="*/ 1942445 h 2323145"/>
              <a:gd name="connsiteX124" fmla="*/ 5531534 w 11269336"/>
              <a:gd name="connsiteY124" fmla="*/ 1955208 h 2323145"/>
              <a:gd name="connsiteX125" fmla="*/ 5526552 w 11269336"/>
              <a:gd name="connsiteY125" fmla="*/ 1954799 h 2323145"/>
              <a:gd name="connsiteX126" fmla="*/ 5504723 w 11269336"/>
              <a:gd name="connsiteY126" fmla="*/ 1965811 h 2323145"/>
              <a:gd name="connsiteX127" fmla="*/ 5493156 w 11269336"/>
              <a:gd name="connsiteY127" fmla="*/ 1970063 h 2323145"/>
              <a:gd name="connsiteX128" fmla="*/ 5490486 w 11269336"/>
              <a:gd name="connsiteY128" fmla="*/ 1974227 h 2323145"/>
              <a:gd name="connsiteX129" fmla="*/ 5473107 w 11269336"/>
              <a:gd name="connsiteY129" fmla="*/ 1979001 h 2323145"/>
              <a:gd name="connsiteX130" fmla="*/ 5470885 w 11269336"/>
              <a:gd name="connsiteY130" fmla="*/ 1978432 h 2323145"/>
              <a:gd name="connsiteX131" fmla="*/ 5457393 w 11269336"/>
              <a:gd name="connsiteY131" fmla="*/ 1986525 h 2323145"/>
              <a:gd name="connsiteX132" fmla="*/ 5447102 w 11269336"/>
              <a:gd name="connsiteY132" fmla="*/ 1998329 h 2323145"/>
              <a:gd name="connsiteX133" fmla="*/ 5159151 w 11269336"/>
              <a:gd name="connsiteY133" fmla="*/ 2029640 h 2323145"/>
              <a:gd name="connsiteX134" fmla="*/ 5041688 w 11269336"/>
              <a:gd name="connsiteY134" fmla="*/ 2022334 h 2323145"/>
              <a:gd name="connsiteX135" fmla="*/ 4860988 w 11269336"/>
              <a:gd name="connsiteY135" fmla="*/ 2135698 h 2323145"/>
              <a:gd name="connsiteX136" fmla="*/ 4807902 w 11269336"/>
              <a:gd name="connsiteY136" fmla="*/ 2138894 h 2323145"/>
              <a:gd name="connsiteX137" fmla="*/ 4765388 w 11269336"/>
              <a:gd name="connsiteY137" fmla="*/ 2162525 h 2323145"/>
              <a:gd name="connsiteX138" fmla="*/ 4745033 w 11269336"/>
              <a:gd name="connsiteY138" fmla="*/ 2158859 h 2323145"/>
              <a:gd name="connsiteX139" fmla="*/ 4741475 w 11269336"/>
              <a:gd name="connsiteY139" fmla="*/ 2157998 h 2323145"/>
              <a:gd name="connsiteX140" fmla="*/ 4728247 w 11269336"/>
              <a:gd name="connsiteY140" fmla="*/ 2159526 h 2323145"/>
              <a:gd name="connsiteX141" fmla="*/ 4723263 w 11269336"/>
              <a:gd name="connsiteY141" fmla="*/ 2153742 h 2323145"/>
              <a:gd name="connsiteX142" fmla="*/ 4702453 w 11269336"/>
              <a:gd name="connsiteY142" fmla="*/ 2151586 h 2323145"/>
              <a:gd name="connsiteX143" fmla="*/ 4678455 w 11269336"/>
              <a:gd name="connsiteY143" fmla="*/ 2156131 h 2323145"/>
              <a:gd name="connsiteX144" fmla="*/ 4593061 w 11269336"/>
              <a:gd name="connsiteY144" fmla="*/ 2171597 h 2323145"/>
              <a:gd name="connsiteX145" fmla="*/ 4579902 w 11269336"/>
              <a:gd name="connsiteY145" fmla="*/ 2177927 h 2323145"/>
              <a:gd name="connsiteX146" fmla="*/ 4533444 w 11269336"/>
              <a:gd name="connsiteY146" fmla="*/ 2181200 h 2323145"/>
              <a:gd name="connsiteX147" fmla="*/ 4492832 w 11269336"/>
              <a:gd name="connsiteY147" fmla="*/ 2188033 h 2323145"/>
              <a:gd name="connsiteX148" fmla="*/ 4467257 w 11269336"/>
              <a:gd name="connsiteY148" fmla="*/ 2196121 h 2323145"/>
              <a:gd name="connsiteX149" fmla="*/ 4459937 w 11269336"/>
              <a:gd name="connsiteY149" fmla="*/ 2195182 h 2323145"/>
              <a:gd name="connsiteX150" fmla="*/ 4433312 w 11269336"/>
              <a:gd name="connsiteY150" fmla="*/ 2199004 h 2323145"/>
              <a:gd name="connsiteX151" fmla="*/ 4420601 w 11269336"/>
              <a:gd name="connsiteY151" fmla="*/ 2205158 h 2323145"/>
              <a:gd name="connsiteX152" fmla="*/ 4405765 w 11269336"/>
              <a:gd name="connsiteY152" fmla="*/ 2199902 h 2323145"/>
              <a:gd name="connsiteX153" fmla="*/ 4401354 w 11269336"/>
              <a:gd name="connsiteY153" fmla="*/ 2194745 h 2323145"/>
              <a:gd name="connsiteX154" fmla="*/ 4383151 w 11269336"/>
              <a:gd name="connsiteY154" fmla="*/ 2201140 h 2323145"/>
              <a:gd name="connsiteX155" fmla="*/ 4366646 w 11269336"/>
              <a:gd name="connsiteY155" fmla="*/ 2198564 h 2323145"/>
              <a:gd name="connsiteX156" fmla="*/ 4354009 w 11269336"/>
              <a:gd name="connsiteY156" fmla="*/ 2204984 h 2323145"/>
              <a:gd name="connsiteX157" fmla="*/ 4348284 w 11269336"/>
              <a:gd name="connsiteY157" fmla="*/ 2205270 h 2323145"/>
              <a:gd name="connsiteX158" fmla="*/ 4333906 w 11269336"/>
              <a:gd name="connsiteY158" fmla="*/ 2205251 h 2323145"/>
              <a:gd name="connsiteX159" fmla="*/ 4308819 w 11269336"/>
              <a:gd name="connsiteY159" fmla="*/ 2203822 h 2323145"/>
              <a:gd name="connsiteX160" fmla="*/ 4301210 w 11269336"/>
              <a:gd name="connsiteY160" fmla="*/ 2204456 h 2323145"/>
              <a:gd name="connsiteX161" fmla="*/ 4283095 w 11269336"/>
              <a:gd name="connsiteY161" fmla="*/ 2198177 h 2323145"/>
              <a:gd name="connsiteX162" fmla="*/ 4250119 w 11269336"/>
              <a:gd name="connsiteY162" fmla="*/ 2196342 h 2323145"/>
              <a:gd name="connsiteX163" fmla="*/ 4189203 w 11269336"/>
              <a:gd name="connsiteY163" fmla="*/ 2178994 h 2323145"/>
              <a:gd name="connsiteX164" fmla="*/ 4154035 w 11269336"/>
              <a:gd name="connsiteY164" fmla="*/ 2171950 h 2323145"/>
              <a:gd name="connsiteX165" fmla="*/ 4129569 w 11269336"/>
              <a:gd name="connsiteY165" fmla="*/ 2163850 h 2323145"/>
              <a:gd name="connsiteX166" fmla="*/ 4061250 w 11269336"/>
              <a:gd name="connsiteY166" fmla="*/ 2159236 h 2323145"/>
              <a:gd name="connsiteX167" fmla="*/ 3945480 w 11269336"/>
              <a:gd name="connsiteY167" fmla="*/ 2158279 h 2323145"/>
              <a:gd name="connsiteX168" fmla="*/ 3921468 w 11269336"/>
              <a:gd name="connsiteY168" fmla="*/ 2156588 h 2323145"/>
              <a:gd name="connsiteX169" fmla="*/ 3903348 w 11269336"/>
              <a:gd name="connsiteY169" fmla="*/ 2149220 h 2323145"/>
              <a:gd name="connsiteX170" fmla="*/ 3901342 w 11269336"/>
              <a:gd name="connsiteY170" fmla="*/ 2142355 h 2323145"/>
              <a:gd name="connsiteX171" fmla="*/ 3888539 w 11269336"/>
              <a:gd name="connsiteY171" fmla="*/ 2140476 h 2323145"/>
              <a:gd name="connsiteX172" fmla="*/ 3885662 w 11269336"/>
              <a:gd name="connsiteY172" fmla="*/ 2138740 h 2323145"/>
              <a:gd name="connsiteX173" fmla="*/ 3868627 w 11269336"/>
              <a:gd name="connsiteY173" fmla="*/ 2130023 h 2323145"/>
              <a:gd name="connsiteX174" fmla="*/ 3819177 w 11269336"/>
              <a:gd name="connsiteY174" fmla="*/ 2142111 h 2323145"/>
              <a:gd name="connsiteX175" fmla="*/ 3769100 w 11269336"/>
              <a:gd name="connsiteY175" fmla="*/ 2131731 h 2323145"/>
              <a:gd name="connsiteX176" fmla="*/ 3562752 w 11269336"/>
              <a:gd name="connsiteY176" fmla="*/ 2131785 h 2323145"/>
              <a:gd name="connsiteX177" fmla="*/ 3541402 w 11269336"/>
              <a:gd name="connsiteY177" fmla="*/ 2106821 h 2323145"/>
              <a:gd name="connsiteX178" fmla="*/ 3365341 w 11269336"/>
              <a:gd name="connsiteY178" fmla="*/ 2077638 h 2323145"/>
              <a:gd name="connsiteX179" fmla="*/ 3170922 w 11269336"/>
              <a:gd name="connsiteY179" fmla="*/ 2115957 h 2323145"/>
              <a:gd name="connsiteX180" fmla="*/ 3156256 w 11269336"/>
              <a:gd name="connsiteY180" fmla="*/ 2124773 h 2323145"/>
              <a:gd name="connsiteX181" fmla="*/ 3140298 w 11269336"/>
              <a:gd name="connsiteY181" fmla="*/ 2129182 h 2323145"/>
              <a:gd name="connsiteX182" fmla="*/ 3138514 w 11269336"/>
              <a:gd name="connsiteY182" fmla="*/ 2128069 h 2323145"/>
              <a:gd name="connsiteX183" fmla="*/ 3120467 w 11269336"/>
              <a:gd name="connsiteY183" fmla="*/ 2128281 h 2323145"/>
              <a:gd name="connsiteX184" fmla="*/ 3116175 w 11269336"/>
              <a:gd name="connsiteY184" fmla="*/ 2131633 h 2323145"/>
              <a:gd name="connsiteX185" fmla="*/ 3103685 w 11269336"/>
              <a:gd name="connsiteY185" fmla="*/ 2132814 h 2323145"/>
              <a:gd name="connsiteX186" fmla="*/ 3078794 w 11269336"/>
              <a:gd name="connsiteY186" fmla="*/ 2137935 h 2323145"/>
              <a:gd name="connsiteX187" fmla="*/ 3074407 w 11269336"/>
              <a:gd name="connsiteY187" fmla="*/ 2136274 h 2323145"/>
              <a:gd name="connsiteX188" fmla="*/ 3037285 w 11269336"/>
              <a:gd name="connsiteY188" fmla="*/ 2139919 h 2323145"/>
              <a:gd name="connsiteX189" fmla="*/ 3036901 w 11269336"/>
              <a:gd name="connsiteY189" fmla="*/ 2138726 h 2323145"/>
              <a:gd name="connsiteX190" fmla="*/ 3026996 w 11269336"/>
              <a:gd name="connsiteY190" fmla="*/ 2134322 h 2323145"/>
              <a:gd name="connsiteX191" fmla="*/ 3007772 w 11269336"/>
              <a:gd name="connsiteY191" fmla="*/ 2128742 h 2323145"/>
              <a:gd name="connsiteX192" fmla="*/ 2965030 w 11269336"/>
              <a:gd name="connsiteY192" fmla="*/ 2100494 h 2323145"/>
              <a:gd name="connsiteX193" fmla="*/ 2926342 w 11269336"/>
              <a:gd name="connsiteY193" fmla="*/ 2104155 h 2323145"/>
              <a:gd name="connsiteX194" fmla="*/ 2918608 w 11269336"/>
              <a:gd name="connsiteY194" fmla="*/ 2104215 h 2323145"/>
              <a:gd name="connsiteX195" fmla="*/ 2918475 w 11269336"/>
              <a:gd name="connsiteY195" fmla="*/ 2103937 h 2323145"/>
              <a:gd name="connsiteX196" fmla="*/ 2910360 w 11269336"/>
              <a:gd name="connsiteY196" fmla="*/ 2103444 h 2323145"/>
              <a:gd name="connsiteX197" fmla="*/ 2904507 w 11269336"/>
              <a:gd name="connsiteY197" fmla="*/ 2104326 h 2323145"/>
              <a:gd name="connsiteX198" fmla="*/ 2889503 w 11269336"/>
              <a:gd name="connsiteY198" fmla="*/ 2104443 h 2323145"/>
              <a:gd name="connsiteX199" fmla="*/ 2884480 w 11269336"/>
              <a:gd name="connsiteY199" fmla="*/ 2102626 h 2323145"/>
              <a:gd name="connsiteX200" fmla="*/ 2882689 w 11269336"/>
              <a:gd name="connsiteY200" fmla="*/ 2099228 h 2323145"/>
              <a:gd name="connsiteX201" fmla="*/ 2881291 w 11269336"/>
              <a:gd name="connsiteY201" fmla="*/ 2099618 h 2323145"/>
              <a:gd name="connsiteX202" fmla="*/ 2853979 w 11269336"/>
              <a:gd name="connsiteY202" fmla="*/ 2090388 h 2323145"/>
              <a:gd name="connsiteX203" fmla="*/ 2791790 w 11269336"/>
              <a:gd name="connsiteY203" fmla="*/ 2080332 h 2323145"/>
              <a:gd name="connsiteX204" fmla="*/ 2755844 w 11269336"/>
              <a:gd name="connsiteY204" fmla="*/ 2078874 h 2323145"/>
              <a:gd name="connsiteX205" fmla="*/ 2657742 w 11269336"/>
              <a:gd name="connsiteY205" fmla="*/ 2070179 h 2323145"/>
              <a:gd name="connsiteX206" fmla="*/ 2559549 w 11269336"/>
              <a:gd name="connsiteY206" fmla="*/ 2057873 h 2323145"/>
              <a:gd name="connsiteX207" fmla="*/ 2512054 w 11269336"/>
              <a:gd name="connsiteY207" fmla="*/ 2031671 h 2323145"/>
              <a:gd name="connsiteX208" fmla="*/ 2506437 w 11269336"/>
              <a:gd name="connsiteY208" fmla="*/ 2030918 h 2323145"/>
              <a:gd name="connsiteX209" fmla="*/ 2491752 w 11269336"/>
              <a:gd name="connsiteY209" fmla="*/ 2033906 h 2323145"/>
              <a:gd name="connsiteX210" fmla="*/ 2486338 w 11269336"/>
              <a:gd name="connsiteY210" fmla="*/ 2035862 h 2323145"/>
              <a:gd name="connsiteX211" fmla="*/ 2478186 w 11269336"/>
              <a:gd name="connsiteY211" fmla="*/ 2036953 h 2323145"/>
              <a:gd name="connsiteX212" fmla="*/ 2477950 w 11269336"/>
              <a:gd name="connsiteY212" fmla="*/ 2036715 h 2323145"/>
              <a:gd name="connsiteX213" fmla="*/ 2470381 w 11269336"/>
              <a:gd name="connsiteY213" fmla="*/ 2038256 h 2323145"/>
              <a:gd name="connsiteX214" fmla="*/ 2433781 w 11269336"/>
              <a:gd name="connsiteY214" fmla="*/ 2049140 h 2323145"/>
              <a:gd name="connsiteX215" fmla="*/ 2381172 w 11269336"/>
              <a:gd name="connsiteY215" fmla="*/ 2030645 h 2323145"/>
              <a:gd name="connsiteX216" fmla="*/ 2360198 w 11269336"/>
              <a:gd name="connsiteY216" fmla="*/ 2029059 h 2323145"/>
              <a:gd name="connsiteX217" fmla="*/ 2348815 w 11269336"/>
              <a:gd name="connsiteY217" fmla="*/ 2026798 h 2323145"/>
              <a:gd name="connsiteX218" fmla="*/ 2347988 w 11269336"/>
              <a:gd name="connsiteY218" fmla="*/ 2025745 h 2323145"/>
              <a:gd name="connsiteX219" fmla="*/ 2312920 w 11269336"/>
              <a:gd name="connsiteY219" fmla="*/ 2036311 h 2323145"/>
              <a:gd name="connsiteX220" fmla="*/ 2307986 w 11269336"/>
              <a:gd name="connsiteY220" fmla="*/ 2035583 h 2323145"/>
              <a:gd name="connsiteX221" fmla="*/ 2285481 w 11269336"/>
              <a:gd name="connsiteY221" fmla="*/ 2045197 h 2323145"/>
              <a:gd name="connsiteX222" fmla="*/ 2273666 w 11269336"/>
              <a:gd name="connsiteY222" fmla="*/ 2048710 h 2323145"/>
              <a:gd name="connsiteX223" fmla="*/ 2270719 w 11269336"/>
              <a:gd name="connsiteY223" fmla="*/ 2052702 h 2323145"/>
              <a:gd name="connsiteX224" fmla="*/ 2253080 w 11269336"/>
              <a:gd name="connsiteY224" fmla="*/ 2056363 h 2323145"/>
              <a:gd name="connsiteX225" fmla="*/ 2250906 w 11269336"/>
              <a:gd name="connsiteY225" fmla="*/ 2055654 h 2323145"/>
              <a:gd name="connsiteX226" fmla="*/ 2236905 w 11269336"/>
              <a:gd name="connsiteY226" fmla="*/ 2062882 h 2323145"/>
              <a:gd name="connsiteX227" fmla="*/ 2225830 w 11269336"/>
              <a:gd name="connsiteY227" fmla="*/ 2074027 h 2323145"/>
              <a:gd name="connsiteX228" fmla="*/ 2073776 w 11269336"/>
              <a:gd name="connsiteY228" fmla="*/ 2089244 h 2323145"/>
              <a:gd name="connsiteX229" fmla="*/ 1948256 w 11269336"/>
              <a:gd name="connsiteY229" fmla="*/ 2146616 h 2323145"/>
              <a:gd name="connsiteX230" fmla="*/ 1865582 w 11269336"/>
              <a:gd name="connsiteY230" fmla="*/ 2153738 h 2323145"/>
              <a:gd name="connsiteX231" fmla="*/ 1835210 w 11269336"/>
              <a:gd name="connsiteY231" fmla="*/ 2134244 h 2323145"/>
              <a:gd name="connsiteX232" fmla="*/ 1632661 w 11269336"/>
              <a:gd name="connsiteY232" fmla="*/ 2173882 h 2323145"/>
              <a:gd name="connsiteX233" fmla="*/ 1579590 w 11269336"/>
              <a:gd name="connsiteY233" fmla="*/ 2173680 h 2323145"/>
              <a:gd name="connsiteX234" fmla="*/ 1535601 w 11269336"/>
              <a:gd name="connsiteY234" fmla="*/ 2194590 h 2323145"/>
              <a:gd name="connsiteX235" fmla="*/ 1515594 w 11269336"/>
              <a:gd name="connsiteY235" fmla="*/ 2189622 h 2323145"/>
              <a:gd name="connsiteX236" fmla="*/ 1512113 w 11269336"/>
              <a:gd name="connsiteY236" fmla="*/ 2188534 h 2323145"/>
              <a:gd name="connsiteX237" fmla="*/ 1498838 w 11269336"/>
              <a:gd name="connsiteY237" fmla="*/ 2189213 h 2323145"/>
              <a:gd name="connsiteX238" fmla="*/ 1494279 w 11269336"/>
              <a:gd name="connsiteY238" fmla="*/ 2183112 h 2323145"/>
              <a:gd name="connsiteX239" fmla="*/ 1473714 w 11269336"/>
              <a:gd name="connsiteY239" fmla="*/ 2179625 h 2323145"/>
              <a:gd name="connsiteX240" fmla="*/ 1449503 w 11269336"/>
              <a:gd name="connsiteY240" fmla="*/ 2182633 h 2323145"/>
              <a:gd name="connsiteX241" fmla="*/ 1266687 w 11269336"/>
              <a:gd name="connsiteY241" fmla="*/ 2212688 h 2323145"/>
              <a:gd name="connsiteX242" fmla="*/ 1239614 w 11269336"/>
              <a:gd name="connsiteY242" fmla="*/ 2209727 h 2323145"/>
              <a:gd name="connsiteX243" fmla="*/ 1202436 w 11269336"/>
              <a:gd name="connsiteY243" fmla="*/ 2209817 h 2323145"/>
              <a:gd name="connsiteX244" fmla="*/ 1136097 w 11269336"/>
              <a:gd name="connsiteY244" fmla="*/ 2205112 h 2323145"/>
              <a:gd name="connsiteX245" fmla="*/ 988232 w 11269336"/>
              <a:gd name="connsiteY245" fmla="*/ 2235635 h 2323145"/>
              <a:gd name="connsiteX246" fmla="*/ 981959 w 11269336"/>
              <a:gd name="connsiteY246" fmla="*/ 2231607 h 2323145"/>
              <a:gd name="connsiteX247" fmla="*/ 938600 w 11269336"/>
              <a:gd name="connsiteY247" fmla="*/ 2238113 h 2323145"/>
              <a:gd name="connsiteX248" fmla="*/ 791788 w 11269336"/>
              <a:gd name="connsiteY248" fmla="*/ 2293224 h 2323145"/>
              <a:gd name="connsiteX249" fmla="*/ 706914 w 11269336"/>
              <a:gd name="connsiteY249" fmla="*/ 2305046 h 2323145"/>
              <a:gd name="connsiteX250" fmla="*/ 675971 w 11269336"/>
              <a:gd name="connsiteY250" fmla="*/ 2304030 h 2323145"/>
              <a:gd name="connsiteX251" fmla="*/ 624180 w 11269336"/>
              <a:gd name="connsiteY251" fmla="*/ 2302650 h 2323145"/>
              <a:gd name="connsiteX252" fmla="*/ 583453 w 11269336"/>
              <a:gd name="connsiteY252" fmla="*/ 2288788 h 2323145"/>
              <a:gd name="connsiteX253" fmla="*/ 540946 w 11269336"/>
              <a:gd name="connsiteY253" fmla="*/ 2292721 h 2323145"/>
              <a:gd name="connsiteX254" fmla="*/ 533680 w 11269336"/>
              <a:gd name="connsiteY254" fmla="*/ 2310233 h 2323145"/>
              <a:gd name="connsiteX255" fmla="*/ 487366 w 11269336"/>
              <a:gd name="connsiteY255" fmla="*/ 2309053 h 2323145"/>
              <a:gd name="connsiteX256" fmla="*/ 416820 w 11269336"/>
              <a:gd name="connsiteY256" fmla="*/ 2305443 h 2323145"/>
              <a:gd name="connsiteX257" fmla="*/ 376805 w 11269336"/>
              <a:gd name="connsiteY257" fmla="*/ 2307647 h 2323145"/>
              <a:gd name="connsiteX258" fmla="*/ 266777 w 11269336"/>
              <a:gd name="connsiteY258" fmla="*/ 2309012 h 2323145"/>
              <a:gd name="connsiteX259" fmla="*/ 156013 w 11269336"/>
              <a:gd name="connsiteY259" fmla="*/ 2306832 h 2323145"/>
              <a:gd name="connsiteX260" fmla="*/ 87258 w 11269336"/>
              <a:gd name="connsiteY260" fmla="*/ 2285511 h 2323145"/>
              <a:gd name="connsiteX261" fmla="*/ 23798 w 11269336"/>
              <a:gd name="connsiteY261" fmla="*/ 2281822 h 2323145"/>
              <a:gd name="connsiteX262" fmla="*/ 0 w 11269336"/>
              <a:gd name="connsiteY262" fmla="*/ 2285369 h 2323145"/>
              <a:gd name="connsiteX263" fmla="*/ 0 w 11269336"/>
              <a:gd name="connsiteY263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656836 w 11269336"/>
              <a:gd name="connsiteY18" fmla="*/ 469967 h 2323145"/>
              <a:gd name="connsiteX19" fmla="*/ 9380600 w 11269336"/>
              <a:gd name="connsiteY19" fmla="*/ 549821 h 2323145"/>
              <a:gd name="connsiteX20" fmla="*/ 9162278 w 11269336"/>
              <a:gd name="connsiteY20" fmla="*/ 704724 h 2323145"/>
              <a:gd name="connsiteX21" fmla="*/ 9062863 w 11269336"/>
              <a:gd name="connsiteY21" fmla="*/ 754656 h 2323145"/>
              <a:gd name="connsiteX22" fmla="*/ 8914746 w 11269336"/>
              <a:gd name="connsiteY22" fmla="*/ 826428 h 2323145"/>
              <a:gd name="connsiteX23" fmla="*/ 8917778 w 11269336"/>
              <a:gd name="connsiteY23" fmla="*/ 835198 h 2323145"/>
              <a:gd name="connsiteX24" fmla="*/ 8905560 w 11269336"/>
              <a:gd name="connsiteY24" fmla="*/ 838358 h 2323145"/>
              <a:gd name="connsiteX25" fmla="*/ 8897564 w 11269336"/>
              <a:gd name="connsiteY25" fmla="*/ 834287 h 2323145"/>
              <a:gd name="connsiteX26" fmla="*/ 8878040 w 11269336"/>
              <a:gd name="connsiteY26" fmla="*/ 844150 h 2323145"/>
              <a:gd name="connsiteX27" fmla="*/ 8795998 w 11269336"/>
              <a:gd name="connsiteY27" fmla="*/ 863337 h 2323145"/>
              <a:gd name="connsiteX28" fmla="*/ 8776970 w 11269336"/>
              <a:gd name="connsiteY28" fmla="*/ 885177 h 2323145"/>
              <a:gd name="connsiteX29" fmla="*/ 8755719 w 11269336"/>
              <a:gd name="connsiteY29" fmla="*/ 889754 h 2323145"/>
              <a:gd name="connsiteX30" fmla="*/ 8743257 w 11269336"/>
              <a:gd name="connsiteY30" fmla="*/ 904723 h 2323145"/>
              <a:gd name="connsiteX31" fmla="*/ 8721366 w 11269336"/>
              <a:gd name="connsiteY31" fmla="*/ 904711 h 2323145"/>
              <a:gd name="connsiteX32" fmla="*/ 8678353 w 11269336"/>
              <a:gd name="connsiteY32" fmla="*/ 926318 h 2323145"/>
              <a:gd name="connsiteX33" fmla="*/ 8636849 w 11269336"/>
              <a:gd name="connsiteY33" fmla="*/ 937900 h 2323145"/>
              <a:gd name="connsiteX34" fmla="*/ 8620213 w 11269336"/>
              <a:gd name="connsiteY34" fmla="*/ 943068 h 2323145"/>
              <a:gd name="connsiteX35" fmla="*/ 8612581 w 11269336"/>
              <a:gd name="connsiteY35" fmla="*/ 952695 h 2323145"/>
              <a:gd name="connsiteX36" fmla="*/ 8589038 w 11269336"/>
              <a:gd name="connsiteY36" fmla="*/ 963892 h 2323145"/>
              <a:gd name="connsiteX37" fmla="*/ 8579950 w 11269336"/>
              <a:gd name="connsiteY37" fmla="*/ 960899 h 2323145"/>
              <a:gd name="connsiteX38" fmla="*/ 8579319 w 11269336"/>
              <a:gd name="connsiteY38" fmla="*/ 965630 h 2323145"/>
              <a:gd name="connsiteX39" fmla="*/ 8547429 w 11269336"/>
              <a:gd name="connsiteY39" fmla="*/ 984506 h 2323145"/>
              <a:gd name="connsiteX40" fmla="*/ 8478704 w 11269336"/>
              <a:gd name="connsiteY40" fmla="*/ 1025490 h 2323145"/>
              <a:gd name="connsiteX41" fmla="*/ 8461421 w 11269336"/>
              <a:gd name="connsiteY41" fmla="*/ 1035512 h 2323145"/>
              <a:gd name="connsiteX42" fmla="*/ 8445003 w 11269336"/>
              <a:gd name="connsiteY42" fmla="*/ 1036851 h 2323145"/>
              <a:gd name="connsiteX43" fmla="*/ 8357350 w 11269336"/>
              <a:gd name="connsiteY43" fmla="*/ 1060213 h 2323145"/>
              <a:gd name="connsiteX44" fmla="*/ 8335565 w 11269336"/>
              <a:gd name="connsiteY44" fmla="*/ 1061151 h 2323145"/>
              <a:gd name="connsiteX45" fmla="*/ 8325267 w 11269336"/>
              <a:gd name="connsiteY45" fmla="*/ 1055919 h 2323145"/>
              <a:gd name="connsiteX46" fmla="*/ 8293586 w 11269336"/>
              <a:gd name="connsiteY46" fmla="*/ 1076144 h 2323145"/>
              <a:gd name="connsiteX47" fmla="*/ 8242405 w 11269336"/>
              <a:gd name="connsiteY47" fmla="*/ 1095960 h 2323145"/>
              <a:gd name="connsiteX48" fmla="*/ 8197391 w 11269336"/>
              <a:gd name="connsiteY48" fmla="*/ 1107746 h 2323145"/>
              <a:gd name="connsiteX49" fmla="*/ 8081474 w 11269336"/>
              <a:gd name="connsiteY49" fmla="*/ 1130125 h 2323145"/>
              <a:gd name="connsiteX50" fmla="*/ 8053585 w 11269336"/>
              <a:gd name="connsiteY50" fmla="*/ 1129169 h 2323145"/>
              <a:gd name="connsiteX51" fmla="*/ 8038422 w 11269336"/>
              <a:gd name="connsiteY51" fmla="*/ 1119092 h 2323145"/>
              <a:gd name="connsiteX52" fmla="*/ 8029450 w 11269336"/>
              <a:gd name="connsiteY52" fmla="*/ 1125592 h 2323145"/>
              <a:gd name="connsiteX53" fmla="*/ 7959552 w 11269336"/>
              <a:gd name="connsiteY53" fmla="*/ 1140188 h 2323145"/>
              <a:gd name="connsiteX54" fmla="*/ 7914188 w 11269336"/>
              <a:gd name="connsiteY54" fmla="*/ 1150862 h 2323145"/>
              <a:gd name="connsiteX55" fmla="*/ 7914918 w 11269336"/>
              <a:gd name="connsiteY55" fmla="*/ 1168758 h 2323145"/>
              <a:gd name="connsiteX56" fmla="*/ 7875510 w 11269336"/>
              <a:gd name="connsiteY56" fmla="*/ 1183153 h 2323145"/>
              <a:gd name="connsiteX57" fmla="*/ 7829932 w 11269336"/>
              <a:gd name="connsiteY57" fmla="*/ 1180782 h 2323145"/>
              <a:gd name="connsiteX58" fmla="*/ 7779182 w 11269336"/>
              <a:gd name="connsiteY58" fmla="*/ 1192665 h 2323145"/>
              <a:gd name="connsiteX59" fmla="*/ 7748774 w 11269336"/>
              <a:gd name="connsiteY59" fmla="*/ 1199586 h 2323145"/>
              <a:gd name="connsiteX60" fmla="*/ 7671846 w 11269336"/>
              <a:gd name="connsiteY60" fmla="*/ 1231966 h 2323145"/>
              <a:gd name="connsiteX61" fmla="*/ 7554146 w 11269336"/>
              <a:gd name="connsiteY61" fmla="*/ 1319748 h 2323145"/>
              <a:gd name="connsiteX62" fmla="*/ 7515052 w 11269336"/>
              <a:gd name="connsiteY62" fmla="*/ 1336718 h 2323145"/>
              <a:gd name="connsiteX63" fmla="*/ 7507193 w 11269336"/>
              <a:gd name="connsiteY63" fmla="*/ 1334617 h 2323145"/>
              <a:gd name="connsiteX64" fmla="*/ 7461694 w 11269336"/>
              <a:gd name="connsiteY64" fmla="*/ 1375866 h 2323145"/>
              <a:gd name="connsiteX65" fmla="*/ 7377571 w 11269336"/>
              <a:gd name="connsiteY65" fmla="*/ 1400128 h 2323145"/>
              <a:gd name="connsiteX66" fmla="*/ 7311261 w 11269336"/>
              <a:gd name="connsiteY66" fmla="*/ 1412652 h 2323145"/>
              <a:gd name="connsiteX67" fmla="*/ 7275307 w 11269336"/>
              <a:gd name="connsiteY67" fmla="*/ 1422171 h 2323145"/>
              <a:gd name="connsiteX68" fmla="*/ 7247783 w 11269336"/>
              <a:gd name="connsiteY68" fmla="*/ 1426330 h 2323145"/>
              <a:gd name="connsiteX69" fmla="*/ 7185047 w 11269336"/>
              <a:gd name="connsiteY69" fmla="*/ 1451812 h 2323145"/>
              <a:gd name="connsiteX70" fmla="*/ 7084117 w 11269336"/>
              <a:gd name="connsiteY70" fmla="*/ 1500281 h 2323145"/>
              <a:gd name="connsiteX71" fmla="*/ 7062011 w 11269336"/>
              <a:gd name="connsiteY71" fmla="*/ 1509183 h 2323145"/>
              <a:gd name="connsiteX72" fmla="*/ 7040555 w 11269336"/>
              <a:gd name="connsiteY72" fmla="*/ 1511207 h 2323145"/>
              <a:gd name="connsiteX73" fmla="*/ 7033438 w 11269336"/>
              <a:gd name="connsiteY73" fmla="*/ 1506772 h 2323145"/>
              <a:gd name="connsiteX74" fmla="*/ 7020886 w 11269336"/>
              <a:gd name="connsiteY74" fmla="*/ 1510764 h 2323145"/>
              <a:gd name="connsiteX75" fmla="*/ 7017033 w 11269336"/>
              <a:gd name="connsiteY75" fmla="*/ 1510650 h 2323145"/>
              <a:gd name="connsiteX76" fmla="*/ 6995460 w 11269336"/>
              <a:gd name="connsiteY76" fmla="*/ 1511173 h 2323145"/>
              <a:gd name="connsiteX77" fmla="*/ 6962144 w 11269336"/>
              <a:gd name="connsiteY77" fmla="*/ 1541508 h 2323145"/>
              <a:gd name="connsiteX78" fmla="*/ 6910674 w 11269336"/>
              <a:gd name="connsiteY78" fmla="*/ 1554793 h 2323145"/>
              <a:gd name="connsiteX79" fmla="*/ 6732152 w 11269336"/>
              <a:gd name="connsiteY79" fmla="*/ 1642538 h 2323145"/>
              <a:gd name="connsiteX80" fmla="*/ 6694106 w 11269336"/>
              <a:gd name="connsiteY80" fmla="*/ 1632377 h 2323145"/>
              <a:gd name="connsiteX81" fmla="*/ 6617223 w 11269336"/>
              <a:gd name="connsiteY81" fmla="*/ 1659889 h 2323145"/>
              <a:gd name="connsiteX82" fmla="*/ 6521138 w 11269336"/>
              <a:gd name="connsiteY82" fmla="*/ 1744340 h 2323145"/>
              <a:gd name="connsiteX83" fmla="*/ 6380677 w 11269336"/>
              <a:gd name="connsiteY83" fmla="*/ 1796883 h 2323145"/>
              <a:gd name="connsiteX84" fmla="*/ 6374897 w 11269336"/>
              <a:gd name="connsiteY84" fmla="*/ 1809910 h 2323145"/>
              <a:gd name="connsiteX85" fmla="*/ 6364545 w 11269336"/>
              <a:gd name="connsiteY85" fmla="*/ 1820090 h 2323145"/>
              <a:gd name="connsiteX86" fmla="*/ 6362126 w 11269336"/>
              <a:gd name="connsiteY86" fmla="*/ 1819991 h 2323145"/>
              <a:gd name="connsiteX87" fmla="*/ 6346673 w 11269336"/>
              <a:gd name="connsiteY87" fmla="*/ 1827824 h 2323145"/>
              <a:gd name="connsiteX88" fmla="*/ 6345588 w 11269336"/>
              <a:gd name="connsiteY88" fmla="*/ 1832232 h 2323145"/>
              <a:gd name="connsiteX89" fmla="*/ 6335708 w 11269336"/>
              <a:gd name="connsiteY89" fmla="*/ 1838451 h 2323145"/>
              <a:gd name="connsiteX90" fmla="*/ 6318182 w 11269336"/>
              <a:gd name="connsiteY90" fmla="*/ 1852975 h 2323145"/>
              <a:gd name="connsiteX91" fmla="*/ 6313084 w 11269336"/>
              <a:gd name="connsiteY91" fmla="*/ 1853561 h 2323145"/>
              <a:gd name="connsiteX92" fmla="*/ 6283816 w 11269336"/>
              <a:gd name="connsiteY92" fmla="*/ 1872148 h 2323145"/>
              <a:gd name="connsiteX93" fmla="*/ 6282550 w 11269336"/>
              <a:gd name="connsiteY93" fmla="*/ 1871392 h 2323145"/>
              <a:gd name="connsiteX94" fmla="*/ 6270527 w 11269336"/>
              <a:gd name="connsiteY94" fmla="*/ 1872208 h 2323145"/>
              <a:gd name="connsiteX95" fmla="*/ 6249518 w 11269336"/>
              <a:gd name="connsiteY95" fmla="*/ 1876079 h 2323145"/>
              <a:gd name="connsiteX96" fmla="*/ 6190386 w 11269336"/>
              <a:gd name="connsiteY96" fmla="*/ 1872478 h 2323145"/>
              <a:gd name="connsiteX97" fmla="*/ 6159777 w 11269336"/>
              <a:gd name="connsiteY97" fmla="*/ 1891745 h 2323145"/>
              <a:gd name="connsiteX98" fmla="*/ 6153131 w 11269336"/>
              <a:gd name="connsiteY98" fmla="*/ 1895079 h 2323145"/>
              <a:gd name="connsiteX99" fmla="*/ 6152798 w 11269336"/>
              <a:gd name="connsiteY99" fmla="*/ 1894920 h 2323145"/>
              <a:gd name="connsiteX100" fmla="*/ 6145388 w 11269336"/>
              <a:gd name="connsiteY100" fmla="*/ 1897990 h 2323145"/>
              <a:gd name="connsiteX101" fmla="*/ 6141014 w 11269336"/>
              <a:gd name="connsiteY101" fmla="*/ 1901155 h 2323145"/>
              <a:gd name="connsiteX102" fmla="*/ 6128122 w 11269336"/>
              <a:gd name="connsiteY102" fmla="*/ 1907623 h 2323145"/>
              <a:gd name="connsiteX103" fmla="*/ 6122351 w 11269336"/>
              <a:gd name="connsiteY103" fmla="*/ 1908359 h 2323145"/>
              <a:gd name="connsiteX104" fmla="*/ 6064750 w 11269336"/>
              <a:gd name="connsiteY104" fmla="*/ 1896394 h 2323145"/>
              <a:gd name="connsiteX105" fmla="*/ 5964230 w 11269336"/>
              <a:gd name="connsiteY105" fmla="*/ 1910038 h 2323145"/>
              <a:gd name="connsiteX106" fmla="*/ 5865399 w 11269336"/>
              <a:gd name="connsiteY106" fmla="*/ 1926966 h 2323145"/>
              <a:gd name="connsiteX107" fmla="*/ 5829951 w 11269336"/>
              <a:gd name="connsiteY107" fmla="*/ 1934755 h 2323145"/>
              <a:gd name="connsiteX108" fmla="*/ 5765285 w 11269336"/>
              <a:gd name="connsiteY108" fmla="*/ 1941322 h 2323145"/>
              <a:gd name="connsiteX109" fmla="*/ 5734750 w 11269336"/>
              <a:gd name="connsiteY109" fmla="*/ 1939793 h 2323145"/>
              <a:gd name="connsiteX110" fmla="*/ 5733569 w 11269336"/>
              <a:gd name="connsiteY110" fmla="*/ 1940505 h 2323145"/>
              <a:gd name="connsiteX111" fmla="*/ 5730329 w 11269336"/>
              <a:gd name="connsiteY111" fmla="*/ 1937845 h 2323145"/>
              <a:gd name="connsiteX112" fmla="*/ 5724661 w 11269336"/>
              <a:gd name="connsiteY112" fmla="*/ 1937455 h 2323145"/>
              <a:gd name="connsiteX113" fmla="*/ 5710186 w 11269336"/>
              <a:gd name="connsiteY113" fmla="*/ 1941370 h 2323145"/>
              <a:gd name="connsiteX114" fmla="*/ 5704910 w 11269336"/>
              <a:gd name="connsiteY114" fmla="*/ 1943663 h 2323145"/>
              <a:gd name="connsiteX115" fmla="*/ 5696836 w 11269336"/>
              <a:gd name="connsiteY115" fmla="*/ 1945271 h 2323145"/>
              <a:gd name="connsiteX116" fmla="*/ 5696583 w 11269336"/>
              <a:gd name="connsiteY116" fmla="*/ 1945050 h 2323145"/>
              <a:gd name="connsiteX117" fmla="*/ 5689123 w 11269336"/>
              <a:gd name="connsiteY117" fmla="*/ 1947067 h 2323145"/>
              <a:gd name="connsiteX118" fmla="*/ 5653291 w 11269336"/>
              <a:gd name="connsiteY118" fmla="*/ 1960245 h 2323145"/>
              <a:gd name="connsiteX119" fmla="*/ 5599385 w 11269336"/>
              <a:gd name="connsiteY119" fmla="*/ 1945198 h 2323145"/>
              <a:gd name="connsiteX120" fmla="*/ 5578300 w 11269336"/>
              <a:gd name="connsiteY120" fmla="*/ 1944963 h 2323145"/>
              <a:gd name="connsiteX121" fmla="*/ 5566758 w 11269336"/>
              <a:gd name="connsiteY121" fmla="*/ 1943441 h 2323145"/>
              <a:gd name="connsiteX122" fmla="*/ 5565857 w 11269336"/>
              <a:gd name="connsiteY122" fmla="*/ 1942445 h 2323145"/>
              <a:gd name="connsiteX123" fmla="*/ 5531534 w 11269336"/>
              <a:gd name="connsiteY123" fmla="*/ 1955208 h 2323145"/>
              <a:gd name="connsiteX124" fmla="*/ 5526552 w 11269336"/>
              <a:gd name="connsiteY124" fmla="*/ 1954799 h 2323145"/>
              <a:gd name="connsiteX125" fmla="*/ 5504723 w 11269336"/>
              <a:gd name="connsiteY125" fmla="*/ 1965811 h 2323145"/>
              <a:gd name="connsiteX126" fmla="*/ 5493156 w 11269336"/>
              <a:gd name="connsiteY126" fmla="*/ 1970063 h 2323145"/>
              <a:gd name="connsiteX127" fmla="*/ 5490486 w 11269336"/>
              <a:gd name="connsiteY127" fmla="*/ 1974227 h 2323145"/>
              <a:gd name="connsiteX128" fmla="*/ 5473107 w 11269336"/>
              <a:gd name="connsiteY128" fmla="*/ 1979001 h 2323145"/>
              <a:gd name="connsiteX129" fmla="*/ 5470885 w 11269336"/>
              <a:gd name="connsiteY129" fmla="*/ 1978432 h 2323145"/>
              <a:gd name="connsiteX130" fmla="*/ 5457393 w 11269336"/>
              <a:gd name="connsiteY130" fmla="*/ 1986525 h 2323145"/>
              <a:gd name="connsiteX131" fmla="*/ 5447102 w 11269336"/>
              <a:gd name="connsiteY131" fmla="*/ 1998329 h 2323145"/>
              <a:gd name="connsiteX132" fmla="*/ 5159151 w 11269336"/>
              <a:gd name="connsiteY132" fmla="*/ 2029640 h 2323145"/>
              <a:gd name="connsiteX133" fmla="*/ 5041688 w 11269336"/>
              <a:gd name="connsiteY133" fmla="*/ 2022334 h 2323145"/>
              <a:gd name="connsiteX134" fmla="*/ 4860988 w 11269336"/>
              <a:gd name="connsiteY134" fmla="*/ 2135698 h 2323145"/>
              <a:gd name="connsiteX135" fmla="*/ 4807902 w 11269336"/>
              <a:gd name="connsiteY135" fmla="*/ 2138894 h 2323145"/>
              <a:gd name="connsiteX136" fmla="*/ 4765388 w 11269336"/>
              <a:gd name="connsiteY136" fmla="*/ 2162525 h 2323145"/>
              <a:gd name="connsiteX137" fmla="*/ 4745033 w 11269336"/>
              <a:gd name="connsiteY137" fmla="*/ 2158859 h 2323145"/>
              <a:gd name="connsiteX138" fmla="*/ 4741475 w 11269336"/>
              <a:gd name="connsiteY138" fmla="*/ 2157998 h 2323145"/>
              <a:gd name="connsiteX139" fmla="*/ 4728247 w 11269336"/>
              <a:gd name="connsiteY139" fmla="*/ 2159526 h 2323145"/>
              <a:gd name="connsiteX140" fmla="*/ 4723263 w 11269336"/>
              <a:gd name="connsiteY140" fmla="*/ 2153742 h 2323145"/>
              <a:gd name="connsiteX141" fmla="*/ 4702453 w 11269336"/>
              <a:gd name="connsiteY141" fmla="*/ 2151586 h 2323145"/>
              <a:gd name="connsiteX142" fmla="*/ 4678455 w 11269336"/>
              <a:gd name="connsiteY142" fmla="*/ 2156131 h 2323145"/>
              <a:gd name="connsiteX143" fmla="*/ 4593061 w 11269336"/>
              <a:gd name="connsiteY143" fmla="*/ 2171597 h 2323145"/>
              <a:gd name="connsiteX144" fmla="*/ 4579902 w 11269336"/>
              <a:gd name="connsiteY144" fmla="*/ 2177927 h 2323145"/>
              <a:gd name="connsiteX145" fmla="*/ 4533444 w 11269336"/>
              <a:gd name="connsiteY145" fmla="*/ 2181200 h 2323145"/>
              <a:gd name="connsiteX146" fmla="*/ 4492832 w 11269336"/>
              <a:gd name="connsiteY146" fmla="*/ 2188033 h 2323145"/>
              <a:gd name="connsiteX147" fmla="*/ 4467257 w 11269336"/>
              <a:gd name="connsiteY147" fmla="*/ 2196121 h 2323145"/>
              <a:gd name="connsiteX148" fmla="*/ 4459937 w 11269336"/>
              <a:gd name="connsiteY148" fmla="*/ 2195182 h 2323145"/>
              <a:gd name="connsiteX149" fmla="*/ 4433312 w 11269336"/>
              <a:gd name="connsiteY149" fmla="*/ 2199004 h 2323145"/>
              <a:gd name="connsiteX150" fmla="*/ 4420601 w 11269336"/>
              <a:gd name="connsiteY150" fmla="*/ 2205158 h 2323145"/>
              <a:gd name="connsiteX151" fmla="*/ 4405765 w 11269336"/>
              <a:gd name="connsiteY151" fmla="*/ 2199902 h 2323145"/>
              <a:gd name="connsiteX152" fmla="*/ 4401354 w 11269336"/>
              <a:gd name="connsiteY152" fmla="*/ 2194745 h 2323145"/>
              <a:gd name="connsiteX153" fmla="*/ 4383151 w 11269336"/>
              <a:gd name="connsiteY153" fmla="*/ 2201140 h 2323145"/>
              <a:gd name="connsiteX154" fmla="*/ 4366646 w 11269336"/>
              <a:gd name="connsiteY154" fmla="*/ 2198564 h 2323145"/>
              <a:gd name="connsiteX155" fmla="*/ 4354009 w 11269336"/>
              <a:gd name="connsiteY155" fmla="*/ 2204984 h 2323145"/>
              <a:gd name="connsiteX156" fmla="*/ 4348284 w 11269336"/>
              <a:gd name="connsiteY156" fmla="*/ 2205270 h 2323145"/>
              <a:gd name="connsiteX157" fmla="*/ 4333906 w 11269336"/>
              <a:gd name="connsiteY157" fmla="*/ 2205251 h 2323145"/>
              <a:gd name="connsiteX158" fmla="*/ 4308819 w 11269336"/>
              <a:gd name="connsiteY158" fmla="*/ 2203822 h 2323145"/>
              <a:gd name="connsiteX159" fmla="*/ 4301210 w 11269336"/>
              <a:gd name="connsiteY159" fmla="*/ 2204456 h 2323145"/>
              <a:gd name="connsiteX160" fmla="*/ 4283095 w 11269336"/>
              <a:gd name="connsiteY160" fmla="*/ 2198177 h 2323145"/>
              <a:gd name="connsiteX161" fmla="*/ 4250119 w 11269336"/>
              <a:gd name="connsiteY161" fmla="*/ 2196342 h 2323145"/>
              <a:gd name="connsiteX162" fmla="*/ 4189203 w 11269336"/>
              <a:gd name="connsiteY162" fmla="*/ 2178994 h 2323145"/>
              <a:gd name="connsiteX163" fmla="*/ 4154035 w 11269336"/>
              <a:gd name="connsiteY163" fmla="*/ 2171950 h 2323145"/>
              <a:gd name="connsiteX164" fmla="*/ 4129569 w 11269336"/>
              <a:gd name="connsiteY164" fmla="*/ 2163850 h 2323145"/>
              <a:gd name="connsiteX165" fmla="*/ 4061250 w 11269336"/>
              <a:gd name="connsiteY165" fmla="*/ 2159236 h 2323145"/>
              <a:gd name="connsiteX166" fmla="*/ 3945480 w 11269336"/>
              <a:gd name="connsiteY166" fmla="*/ 2158279 h 2323145"/>
              <a:gd name="connsiteX167" fmla="*/ 3921468 w 11269336"/>
              <a:gd name="connsiteY167" fmla="*/ 2156588 h 2323145"/>
              <a:gd name="connsiteX168" fmla="*/ 3903348 w 11269336"/>
              <a:gd name="connsiteY168" fmla="*/ 2149220 h 2323145"/>
              <a:gd name="connsiteX169" fmla="*/ 3901342 w 11269336"/>
              <a:gd name="connsiteY169" fmla="*/ 2142355 h 2323145"/>
              <a:gd name="connsiteX170" fmla="*/ 3888539 w 11269336"/>
              <a:gd name="connsiteY170" fmla="*/ 2140476 h 2323145"/>
              <a:gd name="connsiteX171" fmla="*/ 3885662 w 11269336"/>
              <a:gd name="connsiteY171" fmla="*/ 2138740 h 2323145"/>
              <a:gd name="connsiteX172" fmla="*/ 3868627 w 11269336"/>
              <a:gd name="connsiteY172" fmla="*/ 2130023 h 2323145"/>
              <a:gd name="connsiteX173" fmla="*/ 3819177 w 11269336"/>
              <a:gd name="connsiteY173" fmla="*/ 2142111 h 2323145"/>
              <a:gd name="connsiteX174" fmla="*/ 3769100 w 11269336"/>
              <a:gd name="connsiteY174" fmla="*/ 2131731 h 2323145"/>
              <a:gd name="connsiteX175" fmla="*/ 3562752 w 11269336"/>
              <a:gd name="connsiteY175" fmla="*/ 2131785 h 2323145"/>
              <a:gd name="connsiteX176" fmla="*/ 3541402 w 11269336"/>
              <a:gd name="connsiteY176" fmla="*/ 2106821 h 2323145"/>
              <a:gd name="connsiteX177" fmla="*/ 3365341 w 11269336"/>
              <a:gd name="connsiteY177" fmla="*/ 2077638 h 2323145"/>
              <a:gd name="connsiteX178" fmla="*/ 3170922 w 11269336"/>
              <a:gd name="connsiteY178" fmla="*/ 2115957 h 2323145"/>
              <a:gd name="connsiteX179" fmla="*/ 3156256 w 11269336"/>
              <a:gd name="connsiteY179" fmla="*/ 2124773 h 2323145"/>
              <a:gd name="connsiteX180" fmla="*/ 3140298 w 11269336"/>
              <a:gd name="connsiteY180" fmla="*/ 2129182 h 2323145"/>
              <a:gd name="connsiteX181" fmla="*/ 3138514 w 11269336"/>
              <a:gd name="connsiteY181" fmla="*/ 2128069 h 2323145"/>
              <a:gd name="connsiteX182" fmla="*/ 3120467 w 11269336"/>
              <a:gd name="connsiteY182" fmla="*/ 2128281 h 2323145"/>
              <a:gd name="connsiteX183" fmla="*/ 3116175 w 11269336"/>
              <a:gd name="connsiteY183" fmla="*/ 2131633 h 2323145"/>
              <a:gd name="connsiteX184" fmla="*/ 3103685 w 11269336"/>
              <a:gd name="connsiteY184" fmla="*/ 2132814 h 2323145"/>
              <a:gd name="connsiteX185" fmla="*/ 3078794 w 11269336"/>
              <a:gd name="connsiteY185" fmla="*/ 2137935 h 2323145"/>
              <a:gd name="connsiteX186" fmla="*/ 3074407 w 11269336"/>
              <a:gd name="connsiteY186" fmla="*/ 2136274 h 2323145"/>
              <a:gd name="connsiteX187" fmla="*/ 3037285 w 11269336"/>
              <a:gd name="connsiteY187" fmla="*/ 2139919 h 2323145"/>
              <a:gd name="connsiteX188" fmla="*/ 3036901 w 11269336"/>
              <a:gd name="connsiteY188" fmla="*/ 2138726 h 2323145"/>
              <a:gd name="connsiteX189" fmla="*/ 3026996 w 11269336"/>
              <a:gd name="connsiteY189" fmla="*/ 2134322 h 2323145"/>
              <a:gd name="connsiteX190" fmla="*/ 3007772 w 11269336"/>
              <a:gd name="connsiteY190" fmla="*/ 2128742 h 2323145"/>
              <a:gd name="connsiteX191" fmla="*/ 2965030 w 11269336"/>
              <a:gd name="connsiteY191" fmla="*/ 2100494 h 2323145"/>
              <a:gd name="connsiteX192" fmla="*/ 2926342 w 11269336"/>
              <a:gd name="connsiteY192" fmla="*/ 2104155 h 2323145"/>
              <a:gd name="connsiteX193" fmla="*/ 2918608 w 11269336"/>
              <a:gd name="connsiteY193" fmla="*/ 2104215 h 2323145"/>
              <a:gd name="connsiteX194" fmla="*/ 2918475 w 11269336"/>
              <a:gd name="connsiteY194" fmla="*/ 2103937 h 2323145"/>
              <a:gd name="connsiteX195" fmla="*/ 2910360 w 11269336"/>
              <a:gd name="connsiteY195" fmla="*/ 2103444 h 2323145"/>
              <a:gd name="connsiteX196" fmla="*/ 2904507 w 11269336"/>
              <a:gd name="connsiteY196" fmla="*/ 2104326 h 2323145"/>
              <a:gd name="connsiteX197" fmla="*/ 2889503 w 11269336"/>
              <a:gd name="connsiteY197" fmla="*/ 2104443 h 2323145"/>
              <a:gd name="connsiteX198" fmla="*/ 2884480 w 11269336"/>
              <a:gd name="connsiteY198" fmla="*/ 2102626 h 2323145"/>
              <a:gd name="connsiteX199" fmla="*/ 2882689 w 11269336"/>
              <a:gd name="connsiteY199" fmla="*/ 2099228 h 2323145"/>
              <a:gd name="connsiteX200" fmla="*/ 2881291 w 11269336"/>
              <a:gd name="connsiteY200" fmla="*/ 2099618 h 2323145"/>
              <a:gd name="connsiteX201" fmla="*/ 2853979 w 11269336"/>
              <a:gd name="connsiteY201" fmla="*/ 2090388 h 2323145"/>
              <a:gd name="connsiteX202" fmla="*/ 2791790 w 11269336"/>
              <a:gd name="connsiteY202" fmla="*/ 2080332 h 2323145"/>
              <a:gd name="connsiteX203" fmla="*/ 2755844 w 11269336"/>
              <a:gd name="connsiteY203" fmla="*/ 2078874 h 2323145"/>
              <a:gd name="connsiteX204" fmla="*/ 2657742 w 11269336"/>
              <a:gd name="connsiteY204" fmla="*/ 2070179 h 2323145"/>
              <a:gd name="connsiteX205" fmla="*/ 2559549 w 11269336"/>
              <a:gd name="connsiteY205" fmla="*/ 2057873 h 2323145"/>
              <a:gd name="connsiteX206" fmla="*/ 2512054 w 11269336"/>
              <a:gd name="connsiteY206" fmla="*/ 2031671 h 2323145"/>
              <a:gd name="connsiteX207" fmla="*/ 2506437 w 11269336"/>
              <a:gd name="connsiteY207" fmla="*/ 2030918 h 2323145"/>
              <a:gd name="connsiteX208" fmla="*/ 2491752 w 11269336"/>
              <a:gd name="connsiteY208" fmla="*/ 2033906 h 2323145"/>
              <a:gd name="connsiteX209" fmla="*/ 2486338 w 11269336"/>
              <a:gd name="connsiteY209" fmla="*/ 2035862 h 2323145"/>
              <a:gd name="connsiteX210" fmla="*/ 2478186 w 11269336"/>
              <a:gd name="connsiteY210" fmla="*/ 2036953 h 2323145"/>
              <a:gd name="connsiteX211" fmla="*/ 2477950 w 11269336"/>
              <a:gd name="connsiteY211" fmla="*/ 2036715 h 2323145"/>
              <a:gd name="connsiteX212" fmla="*/ 2470381 w 11269336"/>
              <a:gd name="connsiteY212" fmla="*/ 2038256 h 2323145"/>
              <a:gd name="connsiteX213" fmla="*/ 2433781 w 11269336"/>
              <a:gd name="connsiteY213" fmla="*/ 2049140 h 2323145"/>
              <a:gd name="connsiteX214" fmla="*/ 2381172 w 11269336"/>
              <a:gd name="connsiteY214" fmla="*/ 2030645 h 2323145"/>
              <a:gd name="connsiteX215" fmla="*/ 2360198 w 11269336"/>
              <a:gd name="connsiteY215" fmla="*/ 2029059 h 2323145"/>
              <a:gd name="connsiteX216" fmla="*/ 2348815 w 11269336"/>
              <a:gd name="connsiteY216" fmla="*/ 2026798 h 2323145"/>
              <a:gd name="connsiteX217" fmla="*/ 2347988 w 11269336"/>
              <a:gd name="connsiteY217" fmla="*/ 2025745 h 2323145"/>
              <a:gd name="connsiteX218" fmla="*/ 2312920 w 11269336"/>
              <a:gd name="connsiteY218" fmla="*/ 2036311 h 2323145"/>
              <a:gd name="connsiteX219" fmla="*/ 2307986 w 11269336"/>
              <a:gd name="connsiteY219" fmla="*/ 2035583 h 2323145"/>
              <a:gd name="connsiteX220" fmla="*/ 2285481 w 11269336"/>
              <a:gd name="connsiteY220" fmla="*/ 2045197 h 2323145"/>
              <a:gd name="connsiteX221" fmla="*/ 2273666 w 11269336"/>
              <a:gd name="connsiteY221" fmla="*/ 2048710 h 2323145"/>
              <a:gd name="connsiteX222" fmla="*/ 2270719 w 11269336"/>
              <a:gd name="connsiteY222" fmla="*/ 2052702 h 2323145"/>
              <a:gd name="connsiteX223" fmla="*/ 2253080 w 11269336"/>
              <a:gd name="connsiteY223" fmla="*/ 2056363 h 2323145"/>
              <a:gd name="connsiteX224" fmla="*/ 2250906 w 11269336"/>
              <a:gd name="connsiteY224" fmla="*/ 2055654 h 2323145"/>
              <a:gd name="connsiteX225" fmla="*/ 2236905 w 11269336"/>
              <a:gd name="connsiteY225" fmla="*/ 2062882 h 2323145"/>
              <a:gd name="connsiteX226" fmla="*/ 2225830 w 11269336"/>
              <a:gd name="connsiteY226" fmla="*/ 2074027 h 2323145"/>
              <a:gd name="connsiteX227" fmla="*/ 2073776 w 11269336"/>
              <a:gd name="connsiteY227" fmla="*/ 2089244 h 2323145"/>
              <a:gd name="connsiteX228" fmla="*/ 1948256 w 11269336"/>
              <a:gd name="connsiteY228" fmla="*/ 2146616 h 2323145"/>
              <a:gd name="connsiteX229" fmla="*/ 1865582 w 11269336"/>
              <a:gd name="connsiteY229" fmla="*/ 2153738 h 2323145"/>
              <a:gd name="connsiteX230" fmla="*/ 1835210 w 11269336"/>
              <a:gd name="connsiteY230" fmla="*/ 2134244 h 2323145"/>
              <a:gd name="connsiteX231" fmla="*/ 1632661 w 11269336"/>
              <a:gd name="connsiteY231" fmla="*/ 2173882 h 2323145"/>
              <a:gd name="connsiteX232" fmla="*/ 1579590 w 11269336"/>
              <a:gd name="connsiteY232" fmla="*/ 2173680 h 2323145"/>
              <a:gd name="connsiteX233" fmla="*/ 1535601 w 11269336"/>
              <a:gd name="connsiteY233" fmla="*/ 2194590 h 2323145"/>
              <a:gd name="connsiteX234" fmla="*/ 1515594 w 11269336"/>
              <a:gd name="connsiteY234" fmla="*/ 2189622 h 2323145"/>
              <a:gd name="connsiteX235" fmla="*/ 1512113 w 11269336"/>
              <a:gd name="connsiteY235" fmla="*/ 2188534 h 2323145"/>
              <a:gd name="connsiteX236" fmla="*/ 1498838 w 11269336"/>
              <a:gd name="connsiteY236" fmla="*/ 2189213 h 2323145"/>
              <a:gd name="connsiteX237" fmla="*/ 1494279 w 11269336"/>
              <a:gd name="connsiteY237" fmla="*/ 2183112 h 2323145"/>
              <a:gd name="connsiteX238" fmla="*/ 1473714 w 11269336"/>
              <a:gd name="connsiteY238" fmla="*/ 2179625 h 2323145"/>
              <a:gd name="connsiteX239" fmla="*/ 1449503 w 11269336"/>
              <a:gd name="connsiteY239" fmla="*/ 2182633 h 2323145"/>
              <a:gd name="connsiteX240" fmla="*/ 1266687 w 11269336"/>
              <a:gd name="connsiteY240" fmla="*/ 2212688 h 2323145"/>
              <a:gd name="connsiteX241" fmla="*/ 1239614 w 11269336"/>
              <a:gd name="connsiteY241" fmla="*/ 2209727 h 2323145"/>
              <a:gd name="connsiteX242" fmla="*/ 1202436 w 11269336"/>
              <a:gd name="connsiteY242" fmla="*/ 2209817 h 2323145"/>
              <a:gd name="connsiteX243" fmla="*/ 1136097 w 11269336"/>
              <a:gd name="connsiteY243" fmla="*/ 2205112 h 2323145"/>
              <a:gd name="connsiteX244" fmla="*/ 988232 w 11269336"/>
              <a:gd name="connsiteY244" fmla="*/ 2235635 h 2323145"/>
              <a:gd name="connsiteX245" fmla="*/ 981959 w 11269336"/>
              <a:gd name="connsiteY245" fmla="*/ 2231607 h 2323145"/>
              <a:gd name="connsiteX246" fmla="*/ 938600 w 11269336"/>
              <a:gd name="connsiteY246" fmla="*/ 2238113 h 2323145"/>
              <a:gd name="connsiteX247" fmla="*/ 791788 w 11269336"/>
              <a:gd name="connsiteY247" fmla="*/ 2293224 h 2323145"/>
              <a:gd name="connsiteX248" fmla="*/ 706914 w 11269336"/>
              <a:gd name="connsiteY248" fmla="*/ 2305046 h 2323145"/>
              <a:gd name="connsiteX249" fmla="*/ 675971 w 11269336"/>
              <a:gd name="connsiteY249" fmla="*/ 2304030 h 2323145"/>
              <a:gd name="connsiteX250" fmla="*/ 624180 w 11269336"/>
              <a:gd name="connsiteY250" fmla="*/ 2302650 h 2323145"/>
              <a:gd name="connsiteX251" fmla="*/ 583453 w 11269336"/>
              <a:gd name="connsiteY251" fmla="*/ 2288788 h 2323145"/>
              <a:gd name="connsiteX252" fmla="*/ 540946 w 11269336"/>
              <a:gd name="connsiteY252" fmla="*/ 2292721 h 2323145"/>
              <a:gd name="connsiteX253" fmla="*/ 533680 w 11269336"/>
              <a:gd name="connsiteY253" fmla="*/ 2310233 h 2323145"/>
              <a:gd name="connsiteX254" fmla="*/ 487366 w 11269336"/>
              <a:gd name="connsiteY254" fmla="*/ 2309053 h 2323145"/>
              <a:gd name="connsiteX255" fmla="*/ 416820 w 11269336"/>
              <a:gd name="connsiteY255" fmla="*/ 2305443 h 2323145"/>
              <a:gd name="connsiteX256" fmla="*/ 376805 w 11269336"/>
              <a:gd name="connsiteY256" fmla="*/ 2307647 h 2323145"/>
              <a:gd name="connsiteX257" fmla="*/ 266777 w 11269336"/>
              <a:gd name="connsiteY257" fmla="*/ 2309012 h 2323145"/>
              <a:gd name="connsiteX258" fmla="*/ 156013 w 11269336"/>
              <a:gd name="connsiteY258" fmla="*/ 2306832 h 2323145"/>
              <a:gd name="connsiteX259" fmla="*/ 87258 w 11269336"/>
              <a:gd name="connsiteY259" fmla="*/ 2285511 h 2323145"/>
              <a:gd name="connsiteX260" fmla="*/ 23798 w 11269336"/>
              <a:gd name="connsiteY260" fmla="*/ 2281822 h 2323145"/>
              <a:gd name="connsiteX261" fmla="*/ 0 w 11269336"/>
              <a:gd name="connsiteY261" fmla="*/ 2285369 h 2323145"/>
              <a:gd name="connsiteX262" fmla="*/ 0 w 11269336"/>
              <a:gd name="connsiteY262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656836 w 11269336"/>
              <a:gd name="connsiteY18" fmla="*/ 469967 h 2323145"/>
              <a:gd name="connsiteX19" fmla="*/ 9561575 w 11269336"/>
              <a:gd name="connsiteY19" fmla="*/ 559978 h 2323145"/>
              <a:gd name="connsiteX20" fmla="*/ 9162278 w 11269336"/>
              <a:gd name="connsiteY20" fmla="*/ 704724 h 2323145"/>
              <a:gd name="connsiteX21" fmla="*/ 9062863 w 11269336"/>
              <a:gd name="connsiteY21" fmla="*/ 754656 h 2323145"/>
              <a:gd name="connsiteX22" fmla="*/ 8914746 w 11269336"/>
              <a:gd name="connsiteY22" fmla="*/ 826428 h 2323145"/>
              <a:gd name="connsiteX23" fmla="*/ 8917778 w 11269336"/>
              <a:gd name="connsiteY23" fmla="*/ 835198 h 2323145"/>
              <a:gd name="connsiteX24" fmla="*/ 8905560 w 11269336"/>
              <a:gd name="connsiteY24" fmla="*/ 838358 h 2323145"/>
              <a:gd name="connsiteX25" fmla="*/ 8897564 w 11269336"/>
              <a:gd name="connsiteY25" fmla="*/ 834287 h 2323145"/>
              <a:gd name="connsiteX26" fmla="*/ 8878040 w 11269336"/>
              <a:gd name="connsiteY26" fmla="*/ 844150 h 2323145"/>
              <a:gd name="connsiteX27" fmla="*/ 8795998 w 11269336"/>
              <a:gd name="connsiteY27" fmla="*/ 863337 h 2323145"/>
              <a:gd name="connsiteX28" fmla="*/ 8776970 w 11269336"/>
              <a:gd name="connsiteY28" fmla="*/ 885177 h 2323145"/>
              <a:gd name="connsiteX29" fmla="*/ 8755719 w 11269336"/>
              <a:gd name="connsiteY29" fmla="*/ 889754 h 2323145"/>
              <a:gd name="connsiteX30" fmla="*/ 8743257 w 11269336"/>
              <a:gd name="connsiteY30" fmla="*/ 904723 h 2323145"/>
              <a:gd name="connsiteX31" fmla="*/ 8721366 w 11269336"/>
              <a:gd name="connsiteY31" fmla="*/ 904711 h 2323145"/>
              <a:gd name="connsiteX32" fmla="*/ 8678353 w 11269336"/>
              <a:gd name="connsiteY32" fmla="*/ 926318 h 2323145"/>
              <a:gd name="connsiteX33" fmla="*/ 8636849 w 11269336"/>
              <a:gd name="connsiteY33" fmla="*/ 937900 h 2323145"/>
              <a:gd name="connsiteX34" fmla="*/ 8620213 w 11269336"/>
              <a:gd name="connsiteY34" fmla="*/ 943068 h 2323145"/>
              <a:gd name="connsiteX35" fmla="*/ 8612581 w 11269336"/>
              <a:gd name="connsiteY35" fmla="*/ 952695 h 2323145"/>
              <a:gd name="connsiteX36" fmla="*/ 8589038 w 11269336"/>
              <a:gd name="connsiteY36" fmla="*/ 963892 h 2323145"/>
              <a:gd name="connsiteX37" fmla="*/ 8579950 w 11269336"/>
              <a:gd name="connsiteY37" fmla="*/ 960899 h 2323145"/>
              <a:gd name="connsiteX38" fmla="*/ 8579319 w 11269336"/>
              <a:gd name="connsiteY38" fmla="*/ 965630 h 2323145"/>
              <a:gd name="connsiteX39" fmla="*/ 8547429 w 11269336"/>
              <a:gd name="connsiteY39" fmla="*/ 984506 h 2323145"/>
              <a:gd name="connsiteX40" fmla="*/ 8478704 w 11269336"/>
              <a:gd name="connsiteY40" fmla="*/ 1025490 h 2323145"/>
              <a:gd name="connsiteX41" fmla="*/ 8461421 w 11269336"/>
              <a:gd name="connsiteY41" fmla="*/ 1035512 h 2323145"/>
              <a:gd name="connsiteX42" fmla="*/ 8445003 w 11269336"/>
              <a:gd name="connsiteY42" fmla="*/ 1036851 h 2323145"/>
              <a:gd name="connsiteX43" fmla="*/ 8357350 w 11269336"/>
              <a:gd name="connsiteY43" fmla="*/ 1060213 h 2323145"/>
              <a:gd name="connsiteX44" fmla="*/ 8335565 w 11269336"/>
              <a:gd name="connsiteY44" fmla="*/ 1061151 h 2323145"/>
              <a:gd name="connsiteX45" fmla="*/ 8325267 w 11269336"/>
              <a:gd name="connsiteY45" fmla="*/ 1055919 h 2323145"/>
              <a:gd name="connsiteX46" fmla="*/ 8293586 w 11269336"/>
              <a:gd name="connsiteY46" fmla="*/ 1076144 h 2323145"/>
              <a:gd name="connsiteX47" fmla="*/ 8242405 w 11269336"/>
              <a:gd name="connsiteY47" fmla="*/ 1095960 h 2323145"/>
              <a:gd name="connsiteX48" fmla="*/ 8197391 w 11269336"/>
              <a:gd name="connsiteY48" fmla="*/ 1107746 h 2323145"/>
              <a:gd name="connsiteX49" fmla="*/ 8081474 w 11269336"/>
              <a:gd name="connsiteY49" fmla="*/ 1130125 h 2323145"/>
              <a:gd name="connsiteX50" fmla="*/ 8053585 w 11269336"/>
              <a:gd name="connsiteY50" fmla="*/ 1129169 h 2323145"/>
              <a:gd name="connsiteX51" fmla="*/ 8038422 w 11269336"/>
              <a:gd name="connsiteY51" fmla="*/ 1119092 h 2323145"/>
              <a:gd name="connsiteX52" fmla="*/ 8029450 w 11269336"/>
              <a:gd name="connsiteY52" fmla="*/ 1125592 h 2323145"/>
              <a:gd name="connsiteX53" fmla="*/ 7959552 w 11269336"/>
              <a:gd name="connsiteY53" fmla="*/ 1140188 h 2323145"/>
              <a:gd name="connsiteX54" fmla="*/ 7914188 w 11269336"/>
              <a:gd name="connsiteY54" fmla="*/ 1150862 h 2323145"/>
              <a:gd name="connsiteX55" fmla="*/ 7914918 w 11269336"/>
              <a:gd name="connsiteY55" fmla="*/ 1168758 h 2323145"/>
              <a:gd name="connsiteX56" fmla="*/ 7875510 w 11269336"/>
              <a:gd name="connsiteY56" fmla="*/ 1183153 h 2323145"/>
              <a:gd name="connsiteX57" fmla="*/ 7829932 w 11269336"/>
              <a:gd name="connsiteY57" fmla="*/ 1180782 h 2323145"/>
              <a:gd name="connsiteX58" fmla="*/ 7779182 w 11269336"/>
              <a:gd name="connsiteY58" fmla="*/ 1192665 h 2323145"/>
              <a:gd name="connsiteX59" fmla="*/ 7748774 w 11269336"/>
              <a:gd name="connsiteY59" fmla="*/ 1199586 h 2323145"/>
              <a:gd name="connsiteX60" fmla="*/ 7671846 w 11269336"/>
              <a:gd name="connsiteY60" fmla="*/ 1231966 h 2323145"/>
              <a:gd name="connsiteX61" fmla="*/ 7554146 w 11269336"/>
              <a:gd name="connsiteY61" fmla="*/ 1319748 h 2323145"/>
              <a:gd name="connsiteX62" fmla="*/ 7515052 w 11269336"/>
              <a:gd name="connsiteY62" fmla="*/ 1336718 h 2323145"/>
              <a:gd name="connsiteX63" fmla="*/ 7507193 w 11269336"/>
              <a:gd name="connsiteY63" fmla="*/ 1334617 h 2323145"/>
              <a:gd name="connsiteX64" fmla="*/ 7461694 w 11269336"/>
              <a:gd name="connsiteY64" fmla="*/ 1375866 h 2323145"/>
              <a:gd name="connsiteX65" fmla="*/ 7377571 w 11269336"/>
              <a:gd name="connsiteY65" fmla="*/ 1400128 h 2323145"/>
              <a:gd name="connsiteX66" fmla="*/ 7311261 w 11269336"/>
              <a:gd name="connsiteY66" fmla="*/ 1412652 h 2323145"/>
              <a:gd name="connsiteX67" fmla="*/ 7275307 w 11269336"/>
              <a:gd name="connsiteY67" fmla="*/ 1422171 h 2323145"/>
              <a:gd name="connsiteX68" fmla="*/ 7247783 w 11269336"/>
              <a:gd name="connsiteY68" fmla="*/ 1426330 h 2323145"/>
              <a:gd name="connsiteX69" fmla="*/ 7185047 w 11269336"/>
              <a:gd name="connsiteY69" fmla="*/ 1451812 h 2323145"/>
              <a:gd name="connsiteX70" fmla="*/ 7084117 w 11269336"/>
              <a:gd name="connsiteY70" fmla="*/ 1500281 h 2323145"/>
              <a:gd name="connsiteX71" fmla="*/ 7062011 w 11269336"/>
              <a:gd name="connsiteY71" fmla="*/ 1509183 h 2323145"/>
              <a:gd name="connsiteX72" fmla="*/ 7040555 w 11269336"/>
              <a:gd name="connsiteY72" fmla="*/ 1511207 h 2323145"/>
              <a:gd name="connsiteX73" fmla="*/ 7033438 w 11269336"/>
              <a:gd name="connsiteY73" fmla="*/ 1506772 h 2323145"/>
              <a:gd name="connsiteX74" fmla="*/ 7020886 w 11269336"/>
              <a:gd name="connsiteY74" fmla="*/ 1510764 h 2323145"/>
              <a:gd name="connsiteX75" fmla="*/ 7017033 w 11269336"/>
              <a:gd name="connsiteY75" fmla="*/ 1510650 h 2323145"/>
              <a:gd name="connsiteX76" fmla="*/ 6995460 w 11269336"/>
              <a:gd name="connsiteY76" fmla="*/ 1511173 h 2323145"/>
              <a:gd name="connsiteX77" fmla="*/ 6962144 w 11269336"/>
              <a:gd name="connsiteY77" fmla="*/ 1541508 h 2323145"/>
              <a:gd name="connsiteX78" fmla="*/ 6910674 w 11269336"/>
              <a:gd name="connsiteY78" fmla="*/ 1554793 h 2323145"/>
              <a:gd name="connsiteX79" fmla="*/ 6732152 w 11269336"/>
              <a:gd name="connsiteY79" fmla="*/ 1642538 h 2323145"/>
              <a:gd name="connsiteX80" fmla="*/ 6694106 w 11269336"/>
              <a:gd name="connsiteY80" fmla="*/ 1632377 h 2323145"/>
              <a:gd name="connsiteX81" fmla="*/ 6617223 w 11269336"/>
              <a:gd name="connsiteY81" fmla="*/ 1659889 h 2323145"/>
              <a:gd name="connsiteX82" fmla="*/ 6521138 w 11269336"/>
              <a:gd name="connsiteY82" fmla="*/ 1744340 h 2323145"/>
              <a:gd name="connsiteX83" fmla="*/ 6380677 w 11269336"/>
              <a:gd name="connsiteY83" fmla="*/ 1796883 h 2323145"/>
              <a:gd name="connsiteX84" fmla="*/ 6374897 w 11269336"/>
              <a:gd name="connsiteY84" fmla="*/ 1809910 h 2323145"/>
              <a:gd name="connsiteX85" fmla="*/ 6364545 w 11269336"/>
              <a:gd name="connsiteY85" fmla="*/ 1820090 h 2323145"/>
              <a:gd name="connsiteX86" fmla="*/ 6362126 w 11269336"/>
              <a:gd name="connsiteY86" fmla="*/ 1819991 h 2323145"/>
              <a:gd name="connsiteX87" fmla="*/ 6346673 w 11269336"/>
              <a:gd name="connsiteY87" fmla="*/ 1827824 h 2323145"/>
              <a:gd name="connsiteX88" fmla="*/ 6345588 w 11269336"/>
              <a:gd name="connsiteY88" fmla="*/ 1832232 h 2323145"/>
              <a:gd name="connsiteX89" fmla="*/ 6335708 w 11269336"/>
              <a:gd name="connsiteY89" fmla="*/ 1838451 h 2323145"/>
              <a:gd name="connsiteX90" fmla="*/ 6318182 w 11269336"/>
              <a:gd name="connsiteY90" fmla="*/ 1852975 h 2323145"/>
              <a:gd name="connsiteX91" fmla="*/ 6313084 w 11269336"/>
              <a:gd name="connsiteY91" fmla="*/ 1853561 h 2323145"/>
              <a:gd name="connsiteX92" fmla="*/ 6283816 w 11269336"/>
              <a:gd name="connsiteY92" fmla="*/ 1872148 h 2323145"/>
              <a:gd name="connsiteX93" fmla="*/ 6282550 w 11269336"/>
              <a:gd name="connsiteY93" fmla="*/ 1871392 h 2323145"/>
              <a:gd name="connsiteX94" fmla="*/ 6270527 w 11269336"/>
              <a:gd name="connsiteY94" fmla="*/ 1872208 h 2323145"/>
              <a:gd name="connsiteX95" fmla="*/ 6249518 w 11269336"/>
              <a:gd name="connsiteY95" fmla="*/ 1876079 h 2323145"/>
              <a:gd name="connsiteX96" fmla="*/ 6190386 w 11269336"/>
              <a:gd name="connsiteY96" fmla="*/ 1872478 h 2323145"/>
              <a:gd name="connsiteX97" fmla="*/ 6159777 w 11269336"/>
              <a:gd name="connsiteY97" fmla="*/ 1891745 h 2323145"/>
              <a:gd name="connsiteX98" fmla="*/ 6153131 w 11269336"/>
              <a:gd name="connsiteY98" fmla="*/ 1895079 h 2323145"/>
              <a:gd name="connsiteX99" fmla="*/ 6152798 w 11269336"/>
              <a:gd name="connsiteY99" fmla="*/ 1894920 h 2323145"/>
              <a:gd name="connsiteX100" fmla="*/ 6145388 w 11269336"/>
              <a:gd name="connsiteY100" fmla="*/ 1897990 h 2323145"/>
              <a:gd name="connsiteX101" fmla="*/ 6141014 w 11269336"/>
              <a:gd name="connsiteY101" fmla="*/ 1901155 h 2323145"/>
              <a:gd name="connsiteX102" fmla="*/ 6128122 w 11269336"/>
              <a:gd name="connsiteY102" fmla="*/ 1907623 h 2323145"/>
              <a:gd name="connsiteX103" fmla="*/ 6122351 w 11269336"/>
              <a:gd name="connsiteY103" fmla="*/ 1908359 h 2323145"/>
              <a:gd name="connsiteX104" fmla="*/ 6064750 w 11269336"/>
              <a:gd name="connsiteY104" fmla="*/ 1896394 h 2323145"/>
              <a:gd name="connsiteX105" fmla="*/ 5964230 w 11269336"/>
              <a:gd name="connsiteY105" fmla="*/ 1910038 h 2323145"/>
              <a:gd name="connsiteX106" fmla="*/ 5865399 w 11269336"/>
              <a:gd name="connsiteY106" fmla="*/ 1926966 h 2323145"/>
              <a:gd name="connsiteX107" fmla="*/ 5829951 w 11269336"/>
              <a:gd name="connsiteY107" fmla="*/ 1934755 h 2323145"/>
              <a:gd name="connsiteX108" fmla="*/ 5765285 w 11269336"/>
              <a:gd name="connsiteY108" fmla="*/ 1941322 h 2323145"/>
              <a:gd name="connsiteX109" fmla="*/ 5734750 w 11269336"/>
              <a:gd name="connsiteY109" fmla="*/ 1939793 h 2323145"/>
              <a:gd name="connsiteX110" fmla="*/ 5733569 w 11269336"/>
              <a:gd name="connsiteY110" fmla="*/ 1940505 h 2323145"/>
              <a:gd name="connsiteX111" fmla="*/ 5730329 w 11269336"/>
              <a:gd name="connsiteY111" fmla="*/ 1937845 h 2323145"/>
              <a:gd name="connsiteX112" fmla="*/ 5724661 w 11269336"/>
              <a:gd name="connsiteY112" fmla="*/ 1937455 h 2323145"/>
              <a:gd name="connsiteX113" fmla="*/ 5710186 w 11269336"/>
              <a:gd name="connsiteY113" fmla="*/ 1941370 h 2323145"/>
              <a:gd name="connsiteX114" fmla="*/ 5704910 w 11269336"/>
              <a:gd name="connsiteY114" fmla="*/ 1943663 h 2323145"/>
              <a:gd name="connsiteX115" fmla="*/ 5696836 w 11269336"/>
              <a:gd name="connsiteY115" fmla="*/ 1945271 h 2323145"/>
              <a:gd name="connsiteX116" fmla="*/ 5696583 w 11269336"/>
              <a:gd name="connsiteY116" fmla="*/ 1945050 h 2323145"/>
              <a:gd name="connsiteX117" fmla="*/ 5689123 w 11269336"/>
              <a:gd name="connsiteY117" fmla="*/ 1947067 h 2323145"/>
              <a:gd name="connsiteX118" fmla="*/ 5653291 w 11269336"/>
              <a:gd name="connsiteY118" fmla="*/ 1960245 h 2323145"/>
              <a:gd name="connsiteX119" fmla="*/ 5599385 w 11269336"/>
              <a:gd name="connsiteY119" fmla="*/ 1945198 h 2323145"/>
              <a:gd name="connsiteX120" fmla="*/ 5578300 w 11269336"/>
              <a:gd name="connsiteY120" fmla="*/ 1944963 h 2323145"/>
              <a:gd name="connsiteX121" fmla="*/ 5566758 w 11269336"/>
              <a:gd name="connsiteY121" fmla="*/ 1943441 h 2323145"/>
              <a:gd name="connsiteX122" fmla="*/ 5565857 w 11269336"/>
              <a:gd name="connsiteY122" fmla="*/ 1942445 h 2323145"/>
              <a:gd name="connsiteX123" fmla="*/ 5531534 w 11269336"/>
              <a:gd name="connsiteY123" fmla="*/ 1955208 h 2323145"/>
              <a:gd name="connsiteX124" fmla="*/ 5526552 w 11269336"/>
              <a:gd name="connsiteY124" fmla="*/ 1954799 h 2323145"/>
              <a:gd name="connsiteX125" fmla="*/ 5504723 w 11269336"/>
              <a:gd name="connsiteY125" fmla="*/ 1965811 h 2323145"/>
              <a:gd name="connsiteX126" fmla="*/ 5493156 w 11269336"/>
              <a:gd name="connsiteY126" fmla="*/ 1970063 h 2323145"/>
              <a:gd name="connsiteX127" fmla="*/ 5490486 w 11269336"/>
              <a:gd name="connsiteY127" fmla="*/ 1974227 h 2323145"/>
              <a:gd name="connsiteX128" fmla="*/ 5473107 w 11269336"/>
              <a:gd name="connsiteY128" fmla="*/ 1979001 h 2323145"/>
              <a:gd name="connsiteX129" fmla="*/ 5470885 w 11269336"/>
              <a:gd name="connsiteY129" fmla="*/ 1978432 h 2323145"/>
              <a:gd name="connsiteX130" fmla="*/ 5457393 w 11269336"/>
              <a:gd name="connsiteY130" fmla="*/ 1986525 h 2323145"/>
              <a:gd name="connsiteX131" fmla="*/ 5447102 w 11269336"/>
              <a:gd name="connsiteY131" fmla="*/ 1998329 h 2323145"/>
              <a:gd name="connsiteX132" fmla="*/ 5159151 w 11269336"/>
              <a:gd name="connsiteY132" fmla="*/ 2029640 h 2323145"/>
              <a:gd name="connsiteX133" fmla="*/ 5041688 w 11269336"/>
              <a:gd name="connsiteY133" fmla="*/ 2022334 h 2323145"/>
              <a:gd name="connsiteX134" fmla="*/ 4860988 w 11269336"/>
              <a:gd name="connsiteY134" fmla="*/ 2135698 h 2323145"/>
              <a:gd name="connsiteX135" fmla="*/ 4807902 w 11269336"/>
              <a:gd name="connsiteY135" fmla="*/ 2138894 h 2323145"/>
              <a:gd name="connsiteX136" fmla="*/ 4765388 w 11269336"/>
              <a:gd name="connsiteY136" fmla="*/ 2162525 h 2323145"/>
              <a:gd name="connsiteX137" fmla="*/ 4745033 w 11269336"/>
              <a:gd name="connsiteY137" fmla="*/ 2158859 h 2323145"/>
              <a:gd name="connsiteX138" fmla="*/ 4741475 w 11269336"/>
              <a:gd name="connsiteY138" fmla="*/ 2157998 h 2323145"/>
              <a:gd name="connsiteX139" fmla="*/ 4728247 w 11269336"/>
              <a:gd name="connsiteY139" fmla="*/ 2159526 h 2323145"/>
              <a:gd name="connsiteX140" fmla="*/ 4723263 w 11269336"/>
              <a:gd name="connsiteY140" fmla="*/ 2153742 h 2323145"/>
              <a:gd name="connsiteX141" fmla="*/ 4702453 w 11269336"/>
              <a:gd name="connsiteY141" fmla="*/ 2151586 h 2323145"/>
              <a:gd name="connsiteX142" fmla="*/ 4678455 w 11269336"/>
              <a:gd name="connsiteY142" fmla="*/ 2156131 h 2323145"/>
              <a:gd name="connsiteX143" fmla="*/ 4593061 w 11269336"/>
              <a:gd name="connsiteY143" fmla="*/ 2171597 h 2323145"/>
              <a:gd name="connsiteX144" fmla="*/ 4579902 w 11269336"/>
              <a:gd name="connsiteY144" fmla="*/ 2177927 h 2323145"/>
              <a:gd name="connsiteX145" fmla="*/ 4533444 w 11269336"/>
              <a:gd name="connsiteY145" fmla="*/ 2181200 h 2323145"/>
              <a:gd name="connsiteX146" fmla="*/ 4492832 w 11269336"/>
              <a:gd name="connsiteY146" fmla="*/ 2188033 h 2323145"/>
              <a:gd name="connsiteX147" fmla="*/ 4467257 w 11269336"/>
              <a:gd name="connsiteY147" fmla="*/ 2196121 h 2323145"/>
              <a:gd name="connsiteX148" fmla="*/ 4459937 w 11269336"/>
              <a:gd name="connsiteY148" fmla="*/ 2195182 h 2323145"/>
              <a:gd name="connsiteX149" fmla="*/ 4433312 w 11269336"/>
              <a:gd name="connsiteY149" fmla="*/ 2199004 h 2323145"/>
              <a:gd name="connsiteX150" fmla="*/ 4420601 w 11269336"/>
              <a:gd name="connsiteY150" fmla="*/ 2205158 h 2323145"/>
              <a:gd name="connsiteX151" fmla="*/ 4405765 w 11269336"/>
              <a:gd name="connsiteY151" fmla="*/ 2199902 h 2323145"/>
              <a:gd name="connsiteX152" fmla="*/ 4401354 w 11269336"/>
              <a:gd name="connsiteY152" fmla="*/ 2194745 h 2323145"/>
              <a:gd name="connsiteX153" fmla="*/ 4383151 w 11269336"/>
              <a:gd name="connsiteY153" fmla="*/ 2201140 h 2323145"/>
              <a:gd name="connsiteX154" fmla="*/ 4366646 w 11269336"/>
              <a:gd name="connsiteY154" fmla="*/ 2198564 h 2323145"/>
              <a:gd name="connsiteX155" fmla="*/ 4354009 w 11269336"/>
              <a:gd name="connsiteY155" fmla="*/ 2204984 h 2323145"/>
              <a:gd name="connsiteX156" fmla="*/ 4348284 w 11269336"/>
              <a:gd name="connsiteY156" fmla="*/ 2205270 h 2323145"/>
              <a:gd name="connsiteX157" fmla="*/ 4333906 w 11269336"/>
              <a:gd name="connsiteY157" fmla="*/ 2205251 h 2323145"/>
              <a:gd name="connsiteX158" fmla="*/ 4308819 w 11269336"/>
              <a:gd name="connsiteY158" fmla="*/ 2203822 h 2323145"/>
              <a:gd name="connsiteX159" fmla="*/ 4301210 w 11269336"/>
              <a:gd name="connsiteY159" fmla="*/ 2204456 h 2323145"/>
              <a:gd name="connsiteX160" fmla="*/ 4283095 w 11269336"/>
              <a:gd name="connsiteY160" fmla="*/ 2198177 h 2323145"/>
              <a:gd name="connsiteX161" fmla="*/ 4250119 w 11269336"/>
              <a:gd name="connsiteY161" fmla="*/ 2196342 h 2323145"/>
              <a:gd name="connsiteX162" fmla="*/ 4189203 w 11269336"/>
              <a:gd name="connsiteY162" fmla="*/ 2178994 h 2323145"/>
              <a:gd name="connsiteX163" fmla="*/ 4154035 w 11269336"/>
              <a:gd name="connsiteY163" fmla="*/ 2171950 h 2323145"/>
              <a:gd name="connsiteX164" fmla="*/ 4129569 w 11269336"/>
              <a:gd name="connsiteY164" fmla="*/ 2163850 h 2323145"/>
              <a:gd name="connsiteX165" fmla="*/ 4061250 w 11269336"/>
              <a:gd name="connsiteY165" fmla="*/ 2159236 h 2323145"/>
              <a:gd name="connsiteX166" fmla="*/ 3945480 w 11269336"/>
              <a:gd name="connsiteY166" fmla="*/ 2158279 h 2323145"/>
              <a:gd name="connsiteX167" fmla="*/ 3921468 w 11269336"/>
              <a:gd name="connsiteY167" fmla="*/ 2156588 h 2323145"/>
              <a:gd name="connsiteX168" fmla="*/ 3903348 w 11269336"/>
              <a:gd name="connsiteY168" fmla="*/ 2149220 h 2323145"/>
              <a:gd name="connsiteX169" fmla="*/ 3901342 w 11269336"/>
              <a:gd name="connsiteY169" fmla="*/ 2142355 h 2323145"/>
              <a:gd name="connsiteX170" fmla="*/ 3888539 w 11269336"/>
              <a:gd name="connsiteY170" fmla="*/ 2140476 h 2323145"/>
              <a:gd name="connsiteX171" fmla="*/ 3885662 w 11269336"/>
              <a:gd name="connsiteY171" fmla="*/ 2138740 h 2323145"/>
              <a:gd name="connsiteX172" fmla="*/ 3868627 w 11269336"/>
              <a:gd name="connsiteY172" fmla="*/ 2130023 h 2323145"/>
              <a:gd name="connsiteX173" fmla="*/ 3819177 w 11269336"/>
              <a:gd name="connsiteY173" fmla="*/ 2142111 h 2323145"/>
              <a:gd name="connsiteX174" fmla="*/ 3769100 w 11269336"/>
              <a:gd name="connsiteY174" fmla="*/ 2131731 h 2323145"/>
              <a:gd name="connsiteX175" fmla="*/ 3562752 w 11269336"/>
              <a:gd name="connsiteY175" fmla="*/ 2131785 h 2323145"/>
              <a:gd name="connsiteX176" fmla="*/ 3541402 w 11269336"/>
              <a:gd name="connsiteY176" fmla="*/ 2106821 h 2323145"/>
              <a:gd name="connsiteX177" fmla="*/ 3365341 w 11269336"/>
              <a:gd name="connsiteY177" fmla="*/ 2077638 h 2323145"/>
              <a:gd name="connsiteX178" fmla="*/ 3170922 w 11269336"/>
              <a:gd name="connsiteY178" fmla="*/ 2115957 h 2323145"/>
              <a:gd name="connsiteX179" fmla="*/ 3156256 w 11269336"/>
              <a:gd name="connsiteY179" fmla="*/ 2124773 h 2323145"/>
              <a:gd name="connsiteX180" fmla="*/ 3140298 w 11269336"/>
              <a:gd name="connsiteY180" fmla="*/ 2129182 h 2323145"/>
              <a:gd name="connsiteX181" fmla="*/ 3138514 w 11269336"/>
              <a:gd name="connsiteY181" fmla="*/ 2128069 h 2323145"/>
              <a:gd name="connsiteX182" fmla="*/ 3120467 w 11269336"/>
              <a:gd name="connsiteY182" fmla="*/ 2128281 h 2323145"/>
              <a:gd name="connsiteX183" fmla="*/ 3116175 w 11269336"/>
              <a:gd name="connsiteY183" fmla="*/ 2131633 h 2323145"/>
              <a:gd name="connsiteX184" fmla="*/ 3103685 w 11269336"/>
              <a:gd name="connsiteY184" fmla="*/ 2132814 h 2323145"/>
              <a:gd name="connsiteX185" fmla="*/ 3078794 w 11269336"/>
              <a:gd name="connsiteY185" fmla="*/ 2137935 h 2323145"/>
              <a:gd name="connsiteX186" fmla="*/ 3074407 w 11269336"/>
              <a:gd name="connsiteY186" fmla="*/ 2136274 h 2323145"/>
              <a:gd name="connsiteX187" fmla="*/ 3037285 w 11269336"/>
              <a:gd name="connsiteY187" fmla="*/ 2139919 h 2323145"/>
              <a:gd name="connsiteX188" fmla="*/ 3036901 w 11269336"/>
              <a:gd name="connsiteY188" fmla="*/ 2138726 h 2323145"/>
              <a:gd name="connsiteX189" fmla="*/ 3026996 w 11269336"/>
              <a:gd name="connsiteY189" fmla="*/ 2134322 h 2323145"/>
              <a:gd name="connsiteX190" fmla="*/ 3007772 w 11269336"/>
              <a:gd name="connsiteY190" fmla="*/ 2128742 h 2323145"/>
              <a:gd name="connsiteX191" fmla="*/ 2965030 w 11269336"/>
              <a:gd name="connsiteY191" fmla="*/ 2100494 h 2323145"/>
              <a:gd name="connsiteX192" fmla="*/ 2926342 w 11269336"/>
              <a:gd name="connsiteY192" fmla="*/ 2104155 h 2323145"/>
              <a:gd name="connsiteX193" fmla="*/ 2918608 w 11269336"/>
              <a:gd name="connsiteY193" fmla="*/ 2104215 h 2323145"/>
              <a:gd name="connsiteX194" fmla="*/ 2918475 w 11269336"/>
              <a:gd name="connsiteY194" fmla="*/ 2103937 h 2323145"/>
              <a:gd name="connsiteX195" fmla="*/ 2910360 w 11269336"/>
              <a:gd name="connsiteY195" fmla="*/ 2103444 h 2323145"/>
              <a:gd name="connsiteX196" fmla="*/ 2904507 w 11269336"/>
              <a:gd name="connsiteY196" fmla="*/ 2104326 h 2323145"/>
              <a:gd name="connsiteX197" fmla="*/ 2889503 w 11269336"/>
              <a:gd name="connsiteY197" fmla="*/ 2104443 h 2323145"/>
              <a:gd name="connsiteX198" fmla="*/ 2884480 w 11269336"/>
              <a:gd name="connsiteY198" fmla="*/ 2102626 h 2323145"/>
              <a:gd name="connsiteX199" fmla="*/ 2882689 w 11269336"/>
              <a:gd name="connsiteY199" fmla="*/ 2099228 h 2323145"/>
              <a:gd name="connsiteX200" fmla="*/ 2881291 w 11269336"/>
              <a:gd name="connsiteY200" fmla="*/ 2099618 h 2323145"/>
              <a:gd name="connsiteX201" fmla="*/ 2853979 w 11269336"/>
              <a:gd name="connsiteY201" fmla="*/ 2090388 h 2323145"/>
              <a:gd name="connsiteX202" fmla="*/ 2791790 w 11269336"/>
              <a:gd name="connsiteY202" fmla="*/ 2080332 h 2323145"/>
              <a:gd name="connsiteX203" fmla="*/ 2755844 w 11269336"/>
              <a:gd name="connsiteY203" fmla="*/ 2078874 h 2323145"/>
              <a:gd name="connsiteX204" fmla="*/ 2657742 w 11269336"/>
              <a:gd name="connsiteY204" fmla="*/ 2070179 h 2323145"/>
              <a:gd name="connsiteX205" fmla="*/ 2559549 w 11269336"/>
              <a:gd name="connsiteY205" fmla="*/ 2057873 h 2323145"/>
              <a:gd name="connsiteX206" fmla="*/ 2512054 w 11269336"/>
              <a:gd name="connsiteY206" fmla="*/ 2031671 h 2323145"/>
              <a:gd name="connsiteX207" fmla="*/ 2506437 w 11269336"/>
              <a:gd name="connsiteY207" fmla="*/ 2030918 h 2323145"/>
              <a:gd name="connsiteX208" fmla="*/ 2491752 w 11269336"/>
              <a:gd name="connsiteY208" fmla="*/ 2033906 h 2323145"/>
              <a:gd name="connsiteX209" fmla="*/ 2486338 w 11269336"/>
              <a:gd name="connsiteY209" fmla="*/ 2035862 h 2323145"/>
              <a:gd name="connsiteX210" fmla="*/ 2478186 w 11269336"/>
              <a:gd name="connsiteY210" fmla="*/ 2036953 h 2323145"/>
              <a:gd name="connsiteX211" fmla="*/ 2477950 w 11269336"/>
              <a:gd name="connsiteY211" fmla="*/ 2036715 h 2323145"/>
              <a:gd name="connsiteX212" fmla="*/ 2470381 w 11269336"/>
              <a:gd name="connsiteY212" fmla="*/ 2038256 h 2323145"/>
              <a:gd name="connsiteX213" fmla="*/ 2433781 w 11269336"/>
              <a:gd name="connsiteY213" fmla="*/ 2049140 h 2323145"/>
              <a:gd name="connsiteX214" fmla="*/ 2381172 w 11269336"/>
              <a:gd name="connsiteY214" fmla="*/ 2030645 h 2323145"/>
              <a:gd name="connsiteX215" fmla="*/ 2360198 w 11269336"/>
              <a:gd name="connsiteY215" fmla="*/ 2029059 h 2323145"/>
              <a:gd name="connsiteX216" fmla="*/ 2348815 w 11269336"/>
              <a:gd name="connsiteY216" fmla="*/ 2026798 h 2323145"/>
              <a:gd name="connsiteX217" fmla="*/ 2347988 w 11269336"/>
              <a:gd name="connsiteY217" fmla="*/ 2025745 h 2323145"/>
              <a:gd name="connsiteX218" fmla="*/ 2312920 w 11269336"/>
              <a:gd name="connsiteY218" fmla="*/ 2036311 h 2323145"/>
              <a:gd name="connsiteX219" fmla="*/ 2307986 w 11269336"/>
              <a:gd name="connsiteY219" fmla="*/ 2035583 h 2323145"/>
              <a:gd name="connsiteX220" fmla="*/ 2285481 w 11269336"/>
              <a:gd name="connsiteY220" fmla="*/ 2045197 h 2323145"/>
              <a:gd name="connsiteX221" fmla="*/ 2273666 w 11269336"/>
              <a:gd name="connsiteY221" fmla="*/ 2048710 h 2323145"/>
              <a:gd name="connsiteX222" fmla="*/ 2270719 w 11269336"/>
              <a:gd name="connsiteY222" fmla="*/ 2052702 h 2323145"/>
              <a:gd name="connsiteX223" fmla="*/ 2253080 w 11269336"/>
              <a:gd name="connsiteY223" fmla="*/ 2056363 h 2323145"/>
              <a:gd name="connsiteX224" fmla="*/ 2250906 w 11269336"/>
              <a:gd name="connsiteY224" fmla="*/ 2055654 h 2323145"/>
              <a:gd name="connsiteX225" fmla="*/ 2236905 w 11269336"/>
              <a:gd name="connsiteY225" fmla="*/ 2062882 h 2323145"/>
              <a:gd name="connsiteX226" fmla="*/ 2225830 w 11269336"/>
              <a:gd name="connsiteY226" fmla="*/ 2074027 h 2323145"/>
              <a:gd name="connsiteX227" fmla="*/ 2073776 w 11269336"/>
              <a:gd name="connsiteY227" fmla="*/ 2089244 h 2323145"/>
              <a:gd name="connsiteX228" fmla="*/ 1948256 w 11269336"/>
              <a:gd name="connsiteY228" fmla="*/ 2146616 h 2323145"/>
              <a:gd name="connsiteX229" fmla="*/ 1865582 w 11269336"/>
              <a:gd name="connsiteY229" fmla="*/ 2153738 h 2323145"/>
              <a:gd name="connsiteX230" fmla="*/ 1835210 w 11269336"/>
              <a:gd name="connsiteY230" fmla="*/ 2134244 h 2323145"/>
              <a:gd name="connsiteX231" fmla="*/ 1632661 w 11269336"/>
              <a:gd name="connsiteY231" fmla="*/ 2173882 h 2323145"/>
              <a:gd name="connsiteX232" fmla="*/ 1579590 w 11269336"/>
              <a:gd name="connsiteY232" fmla="*/ 2173680 h 2323145"/>
              <a:gd name="connsiteX233" fmla="*/ 1535601 w 11269336"/>
              <a:gd name="connsiteY233" fmla="*/ 2194590 h 2323145"/>
              <a:gd name="connsiteX234" fmla="*/ 1515594 w 11269336"/>
              <a:gd name="connsiteY234" fmla="*/ 2189622 h 2323145"/>
              <a:gd name="connsiteX235" fmla="*/ 1512113 w 11269336"/>
              <a:gd name="connsiteY235" fmla="*/ 2188534 h 2323145"/>
              <a:gd name="connsiteX236" fmla="*/ 1498838 w 11269336"/>
              <a:gd name="connsiteY236" fmla="*/ 2189213 h 2323145"/>
              <a:gd name="connsiteX237" fmla="*/ 1494279 w 11269336"/>
              <a:gd name="connsiteY237" fmla="*/ 2183112 h 2323145"/>
              <a:gd name="connsiteX238" fmla="*/ 1473714 w 11269336"/>
              <a:gd name="connsiteY238" fmla="*/ 2179625 h 2323145"/>
              <a:gd name="connsiteX239" fmla="*/ 1449503 w 11269336"/>
              <a:gd name="connsiteY239" fmla="*/ 2182633 h 2323145"/>
              <a:gd name="connsiteX240" fmla="*/ 1266687 w 11269336"/>
              <a:gd name="connsiteY240" fmla="*/ 2212688 h 2323145"/>
              <a:gd name="connsiteX241" fmla="*/ 1239614 w 11269336"/>
              <a:gd name="connsiteY241" fmla="*/ 2209727 h 2323145"/>
              <a:gd name="connsiteX242" fmla="*/ 1202436 w 11269336"/>
              <a:gd name="connsiteY242" fmla="*/ 2209817 h 2323145"/>
              <a:gd name="connsiteX243" fmla="*/ 1136097 w 11269336"/>
              <a:gd name="connsiteY243" fmla="*/ 2205112 h 2323145"/>
              <a:gd name="connsiteX244" fmla="*/ 988232 w 11269336"/>
              <a:gd name="connsiteY244" fmla="*/ 2235635 h 2323145"/>
              <a:gd name="connsiteX245" fmla="*/ 981959 w 11269336"/>
              <a:gd name="connsiteY245" fmla="*/ 2231607 h 2323145"/>
              <a:gd name="connsiteX246" fmla="*/ 938600 w 11269336"/>
              <a:gd name="connsiteY246" fmla="*/ 2238113 h 2323145"/>
              <a:gd name="connsiteX247" fmla="*/ 791788 w 11269336"/>
              <a:gd name="connsiteY247" fmla="*/ 2293224 h 2323145"/>
              <a:gd name="connsiteX248" fmla="*/ 706914 w 11269336"/>
              <a:gd name="connsiteY248" fmla="*/ 2305046 h 2323145"/>
              <a:gd name="connsiteX249" fmla="*/ 675971 w 11269336"/>
              <a:gd name="connsiteY249" fmla="*/ 2304030 h 2323145"/>
              <a:gd name="connsiteX250" fmla="*/ 624180 w 11269336"/>
              <a:gd name="connsiteY250" fmla="*/ 2302650 h 2323145"/>
              <a:gd name="connsiteX251" fmla="*/ 583453 w 11269336"/>
              <a:gd name="connsiteY251" fmla="*/ 2288788 h 2323145"/>
              <a:gd name="connsiteX252" fmla="*/ 540946 w 11269336"/>
              <a:gd name="connsiteY252" fmla="*/ 2292721 h 2323145"/>
              <a:gd name="connsiteX253" fmla="*/ 533680 w 11269336"/>
              <a:gd name="connsiteY253" fmla="*/ 2310233 h 2323145"/>
              <a:gd name="connsiteX254" fmla="*/ 487366 w 11269336"/>
              <a:gd name="connsiteY254" fmla="*/ 2309053 h 2323145"/>
              <a:gd name="connsiteX255" fmla="*/ 416820 w 11269336"/>
              <a:gd name="connsiteY255" fmla="*/ 2305443 h 2323145"/>
              <a:gd name="connsiteX256" fmla="*/ 376805 w 11269336"/>
              <a:gd name="connsiteY256" fmla="*/ 2307647 h 2323145"/>
              <a:gd name="connsiteX257" fmla="*/ 266777 w 11269336"/>
              <a:gd name="connsiteY257" fmla="*/ 2309012 h 2323145"/>
              <a:gd name="connsiteX258" fmla="*/ 156013 w 11269336"/>
              <a:gd name="connsiteY258" fmla="*/ 2306832 h 2323145"/>
              <a:gd name="connsiteX259" fmla="*/ 87258 w 11269336"/>
              <a:gd name="connsiteY259" fmla="*/ 2285511 h 2323145"/>
              <a:gd name="connsiteX260" fmla="*/ 23798 w 11269336"/>
              <a:gd name="connsiteY260" fmla="*/ 2281822 h 2323145"/>
              <a:gd name="connsiteX261" fmla="*/ 0 w 11269336"/>
              <a:gd name="connsiteY261" fmla="*/ 2285369 h 2323145"/>
              <a:gd name="connsiteX262" fmla="*/ 0 w 11269336"/>
              <a:gd name="connsiteY262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656836 w 11269336"/>
              <a:gd name="connsiteY18" fmla="*/ 469967 h 2323145"/>
              <a:gd name="connsiteX19" fmla="*/ 9561575 w 11269336"/>
              <a:gd name="connsiteY19" fmla="*/ 559978 h 2323145"/>
              <a:gd name="connsiteX20" fmla="*/ 9162278 w 11269336"/>
              <a:gd name="connsiteY20" fmla="*/ 704724 h 2323145"/>
              <a:gd name="connsiteX21" fmla="*/ 9062863 w 11269336"/>
              <a:gd name="connsiteY21" fmla="*/ 754656 h 2323145"/>
              <a:gd name="connsiteX22" fmla="*/ 8914746 w 11269336"/>
              <a:gd name="connsiteY22" fmla="*/ 826428 h 2323145"/>
              <a:gd name="connsiteX23" fmla="*/ 8917778 w 11269336"/>
              <a:gd name="connsiteY23" fmla="*/ 835198 h 2323145"/>
              <a:gd name="connsiteX24" fmla="*/ 8905560 w 11269336"/>
              <a:gd name="connsiteY24" fmla="*/ 838358 h 2323145"/>
              <a:gd name="connsiteX25" fmla="*/ 8897564 w 11269336"/>
              <a:gd name="connsiteY25" fmla="*/ 834287 h 2323145"/>
              <a:gd name="connsiteX26" fmla="*/ 8878040 w 11269336"/>
              <a:gd name="connsiteY26" fmla="*/ 844150 h 2323145"/>
              <a:gd name="connsiteX27" fmla="*/ 8795998 w 11269336"/>
              <a:gd name="connsiteY27" fmla="*/ 863337 h 2323145"/>
              <a:gd name="connsiteX28" fmla="*/ 8776970 w 11269336"/>
              <a:gd name="connsiteY28" fmla="*/ 885177 h 2323145"/>
              <a:gd name="connsiteX29" fmla="*/ 8755719 w 11269336"/>
              <a:gd name="connsiteY29" fmla="*/ 889754 h 2323145"/>
              <a:gd name="connsiteX30" fmla="*/ 8743257 w 11269336"/>
              <a:gd name="connsiteY30" fmla="*/ 904723 h 2323145"/>
              <a:gd name="connsiteX31" fmla="*/ 8721366 w 11269336"/>
              <a:gd name="connsiteY31" fmla="*/ 904711 h 2323145"/>
              <a:gd name="connsiteX32" fmla="*/ 8678353 w 11269336"/>
              <a:gd name="connsiteY32" fmla="*/ 926318 h 2323145"/>
              <a:gd name="connsiteX33" fmla="*/ 8636849 w 11269336"/>
              <a:gd name="connsiteY33" fmla="*/ 937900 h 2323145"/>
              <a:gd name="connsiteX34" fmla="*/ 8620213 w 11269336"/>
              <a:gd name="connsiteY34" fmla="*/ 943068 h 2323145"/>
              <a:gd name="connsiteX35" fmla="*/ 8612581 w 11269336"/>
              <a:gd name="connsiteY35" fmla="*/ 952695 h 2323145"/>
              <a:gd name="connsiteX36" fmla="*/ 8589038 w 11269336"/>
              <a:gd name="connsiteY36" fmla="*/ 963892 h 2323145"/>
              <a:gd name="connsiteX37" fmla="*/ 8579950 w 11269336"/>
              <a:gd name="connsiteY37" fmla="*/ 960899 h 2323145"/>
              <a:gd name="connsiteX38" fmla="*/ 8579319 w 11269336"/>
              <a:gd name="connsiteY38" fmla="*/ 965630 h 2323145"/>
              <a:gd name="connsiteX39" fmla="*/ 8547429 w 11269336"/>
              <a:gd name="connsiteY39" fmla="*/ 984506 h 2323145"/>
              <a:gd name="connsiteX40" fmla="*/ 8478704 w 11269336"/>
              <a:gd name="connsiteY40" fmla="*/ 1025490 h 2323145"/>
              <a:gd name="connsiteX41" fmla="*/ 8461421 w 11269336"/>
              <a:gd name="connsiteY41" fmla="*/ 1035512 h 2323145"/>
              <a:gd name="connsiteX42" fmla="*/ 8445003 w 11269336"/>
              <a:gd name="connsiteY42" fmla="*/ 1036851 h 2323145"/>
              <a:gd name="connsiteX43" fmla="*/ 8357350 w 11269336"/>
              <a:gd name="connsiteY43" fmla="*/ 1060213 h 2323145"/>
              <a:gd name="connsiteX44" fmla="*/ 8335565 w 11269336"/>
              <a:gd name="connsiteY44" fmla="*/ 1061151 h 2323145"/>
              <a:gd name="connsiteX45" fmla="*/ 8325267 w 11269336"/>
              <a:gd name="connsiteY45" fmla="*/ 1055919 h 2323145"/>
              <a:gd name="connsiteX46" fmla="*/ 8293586 w 11269336"/>
              <a:gd name="connsiteY46" fmla="*/ 1076144 h 2323145"/>
              <a:gd name="connsiteX47" fmla="*/ 8242405 w 11269336"/>
              <a:gd name="connsiteY47" fmla="*/ 1095960 h 2323145"/>
              <a:gd name="connsiteX48" fmla="*/ 8197391 w 11269336"/>
              <a:gd name="connsiteY48" fmla="*/ 1107746 h 2323145"/>
              <a:gd name="connsiteX49" fmla="*/ 8081474 w 11269336"/>
              <a:gd name="connsiteY49" fmla="*/ 1130125 h 2323145"/>
              <a:gd name="connsiteX50" fmla="*/ 8053585 w 11269336"/>
              <a:gd name="connsiteY50" fmla="*/ 1129169 h 2323145"/>
              <a:gd name="connsiteX51" fmla="*/ 8038422 w 11269336"/>
              <a:gd name="connsiteY51" fmla="*/ 1119092 h 2323145"/>
              <a:gd name="connsiteX52" fmla="*/ 8029450 w 11269336"/>
              <a:gd name="connsiteY52" fmla="*/ 1125592 h 2323145"/>
              <a:gd name="connsiteX53" fmla="*/ 7959552 w 11269336"/>
              <a:gd name="connsiteY53" fmla="*/ 1140188 h 2323145"/>
              <a:gd name="connsiteX54" fmla="*/ 7914188 w 11269336"/>
              <a:gd name="connsiteY54" fmla="*/ 1150862 h 2323145"/>
              <a:gd name="connsiteX55" fmla="*/ 7914918 w 11269336"/>
              <a:gd name="connsiteY55" fmla="*/ 1168758 h 2323145"/>
              <a:gd name="connsiteX56" fmla="*/ 7875510 w 11269336"/>
              <a:gd name="connsiteY56" fmla="*/ 1183153 h 2323145"/>
              <a:gd name="connsiteX57" fmla="*/ 7829932 w 11269336"/>
              <a:gd name="connsiteY57" fmla="*/ 1180782 h 2323145"/>
              <a:gd name="connsiteX58" fmla="*/ 7779182 w 11269336"/>
              <a:gd name="connsiteY58" fmla="*/ 1192665 h 2323145"/>
              <a:gd name="connsiteX59" fmla="*/ 7748774 w 11269336"/>
              <a:gd name="connsiteY59" fmla="*/ 1199586 h 2323145"/>
              <a:gd name="connsiteX60" fmla="*/ 7671846 w 11269336"/>
              <a:gd name="connsiteY60" fmla="*/ 1231966 h 2323145"/>
              <a:gd name="connsiteX61" fmla="*/ 7554146 w 11269336"/>
              <a:gd name="connsiteY61" fmla="*/ 1319748 h 2323145"/>
              <a:gd name="connsiteX62" fmla="*/ 7515052 w 11269336"/>
              <a:gd name="connsiteY62" fmla="*/ 1336718 h 2323145"/>
              <a:gd name="connsiteX63" fmla="*/ 7507193 w 11269336"/>
              <a:gd name="connsiteY63" fmla="*/ 1334617 h 2323145"/>
              <a:gd name="connsiteX64" fmla="*/ 7461694 w 11269336"/>
              <a:gd name="connsiteY64" fmla="*/ 1375866 h 2323145"/>
              <a:gd name="connsiteX65" fmla="*/ 7377571 w 11269336"/>
              <a:gd name="connsiteY65" fmla="*/ 1400128 h 2323145"/>
              <a:gd name="connsiteX66" fmla="*/ 7311261 w 11269336"/>
              <a:gd name="connsiteY66" fmla="*/ 1412652 h 2323145"/>
              <a:gd name="connsiteX67" fmla="*/ 7275307 w 11269336"/>
              <a:gd name="connsiteY67" fmla="*/ 1422171 h 2323145"/>
              <a:gd name="connsiteX68" fmla="*/ 7247783 w 11269336"/>
              <a:gd name="connsiteY68" fmla="*/ 1426330 h 2323145"/>
              <a:gd name="connsiteX69" fmla="*/ 7185047 w 11269336"/>
              <a:gd name="connsiteY69" fmla="*/ 1451812 h 2323145"/>
              <a:gd name="connsiteX70" fmla="*/ 7084117 w 11269336"/>
              <a:gd name="connsiteY70" fmla="*/ 1500281 h 2323145"/>
              <a:gd name="connsiteX71" fmla="*/ 7062011 w 11269336"/>
              <a:gd name="connsiteY71" fmla="*/ 1509183 h 2323145"/>
              <a:gd name="connsiteX72" fmla="*/ 7040555 w 11269336"/>
              <a:gd name="connsiteY72" fmla="*/ 1511207 h 2323145"/>
              <a:gd name="connsiteX73" fmla="*/ 7033438 w 11269336"/>
              <a:gd name="connsiteY73" fmla="*/ 1506772 h 2323145"/>
              <a:gd name="connsiteX74" fmla="*/ 7020886 w 11269336"/>
              <a:gd name="connsiteY74" fmla="*/ 1510764 h 2323145"/>
              <a:gd name="connsiteX75" fmla="*/ 7017033 w 11269336"/>
              <a:gd name="connsiteY75" fmla="*/ 1510650 h 2323145"/>
              <a:gd name="connsiteX76" fmla="*/ 6995460 w 11269336"/>
              <a:gd name="connsiteY76" fmla="*/ 1511173 h 2323145"/>
              <a:gd name="connsiteX77" fmla="*/ 6962144 w 11269336"/>
              <a:gd name="connsiteY77" fmla="*/ 1541508 h 2323145"/>
              <a:gd name="connsiteX78" fmla="*/ 6910674 w 11269336"/>
              <a:gd name="connsiteY78" fmla="*/ 1554793 h 2323145"/>
              <a:gd name="connsiteX79" fmla="*/ 6732152 w 11269336"/>
              <a:gd name="connsiteY79" fmla="*/ 1642538 h 2323145"/>
              <a:gd name="connsiteX80" fmla="*/ 6694106 w 11269336"/>
              <a:gd name="connsiteY80" fmla="*/ 1632377 h 2323145"/>
              <a:gd name="connsiteX81" fmla="*/ 6617223 w 11269336"/>
              <a:gd name="connsiteY81" fmla="*/ 1659889 h 2323145"/>
              <a:gd name="connsiteX82" fmla="*/ 6521138 w 11269336"/>
              <a:gd name="connsiteY82" fmla="*/ 1744340 h 2323145"/>
              <a:gd name="connsiteX83" fmla="*/ 6380677 w 11269336"/>
              <a:gd name="connsiteY83" fmla="*/ 1796883 h 2323145"/>
              <a:gd name="connsiteX84" fmla="*/ 6374897 w 11269336"/>
              <a:gd name="connsiteY84" fmla="*/ 1809910 h 2323145"/>
              <a:gd name="connsiteX85" fmla="*/ 6364545 w 11269336"/>
              <a:gd name="connsiteY85" fmla="*/ 1820090 h 2323145"/>
              <a:gd name="connsiteX86" fmla="*/ 6362126 w 11269336"/>
              <a:gd name="connsiteY86" fmla="*/ 1819991 h 2323145"/>
              <a:gd name="connsiteX87" fmla="*/ 6346673 w 11269336"/>
              <a:gd name="connsiteY87" fmla="*/ 1827824 h 2323145"/>
              <a:gd name="connsiteX88" fmla="*/ 6345588 w 11269336"/>
              <a:gd name="connsiteY88" fmla="*/ 1832232 h 2323145"/>
              <a:gd name="connsiteX89" fmla="*/ 6335708 w 11269336"/>
              <a:gd name="connsiteY89" fmla="*/ 1838451 h 2323145"/>
              <a:gd name="connsiteX90" fmla="*/ 6318182 w 11269336"/>
              <a:gd name="connsiteY90" fmla="*/ 1852975 h 2323145"/>
              <a:gd name="connsiteX91" fmla="*/ 6313084 w 11269336"/>
              <a:gd name="connsiteY91" fmla="*/ 1853561 h 2323145"/>
              <a:gd name="connsiteX92" fmla="*/ 6283816 w 11269336"/>
              <a:gd name="connsiteY92" fmla="*/ 1872148 h 2323145"/>
              <a:gd name="connsiteX93" fmla="*/ 6282550 w 11269336"/>
              <a:gd name="connsiteY93" fmla="*/ 1871392 h 2323145"/>
              <a:gd name="connsiteX94" fmla="*/ 6270527 w 11269336"/>
              <a:gd name="connsiteY94" fmla="*/ 1872208 h 2323145"/>
              <a:gd name="connsiteX95" fmla="*/ 6249518 w 11269336"/>
              <a:gd name="connsiteY95" fmla="*/ 1876079 h 2323145"/>
              <a:gd name="connsiteX96" fmla="*/ 6190386 w 11269336"/>
              <a:gd name="connsiteY96" fmla="*/ 1872478 h 2323145"/>
              <a:gd name="connsiteX97" fmla="*/ 6159777 w 11269336"/>
              <a:gd name="connsiteY97" fmla="*/ 1891745 h 2323145"/>
              <a:gd name="connsiteX98" fmla="*/ 6153131 w 11269336"/>
              <a:gd name="connsiteY98" fmla="*/ 1895079 h 2323145"/>
              <a:gd name="connsiteX99" fmla="*/ 6152798 w 11269336"/>
              <a:gd name="connsiteY99" fmla="*/ 1894920 h 2323145"/>
              <a:gd name="connsiteX100" fmla="*/ 6145388 w 11269336"/>
              <a:gd name="connsiteY100" fmla="*/ 1897990 h 2323145"/>
              <a:gd name="connsiteX101" fmla="*/ 6141014 w 11269336"/>
              <a:gd name="connsiteY101" fmla="*/ 1901155 h 2323145"/>
              <a:gd name="connsiteX102" fmla="*/ 6128122 w 11269336"/>
              <a:gd name="connsiteY102" fmla="*/ 1907623 h 2323145"/>
              <a:gd name="connsiteX103" fmla="*/ 6122351 w 11269336"/>
              <a:gd name="connsiteY103" fmla="*/ 1908359 h 2323145"/>
              <a:gd name="connsiteX104" fmla="*/ 6064750 w 11269336"/>
              <a:gd name="connsiteY104" fmla="*/ 1896394 h 2323145"/>
              <a:gd name="connsiteX105" fmla="*/ 5964230 w 11269336"/>
              <a:gd name="connsiteY105" fmla="*/ 1910038 h 2323145"/>
              <a:gd name="connsiteX106" fmla="*/ 5865399 w 11269336"/>
              <a:gd name="connsiteY106" fmla="*/ 1926966 h 2323145"/>
              <a:gd name="connsiteX107" fmla="*/ 5829951 w 11269336"/>
              <a:gd name="connsiteY107" fmla="*/ 1934755 h 2323145"/>
              <a:gd name="connsiteX108" fmla="*/ 5765285 w 11269336"/>
              <a:gd name="connsiteY108" fmla="*/ 1941322 h 2323145"/>
              <a:gd name="connsiteX109" fmla="*/ 5734750 w 11269336"/>
              <a:gd name="connsiteY109" fmla="*/ 1939793 h 2323145"/>
              <a:gd name="connsiteX110" fmla="*/ 5733569 w 11269336"/>
              <a:gd name="connsiteY110" fmla="*/ 1940505 h 2323145"/>
              <a:gd name="connsiteX111" fmla="*/ 5730329 w 11269336"/>
              <a:gd name="connsiteY111" fmla="*/ 1937845 h 2323145"/>
              <a:gd name="connsiteX112" fmla="*/ 5724661 w 11269336"/>
              <a:gd name="connsiteY112" fmla="*/ 1937455 h 2323145"/>
              <a:gd name="connsiteX113" fmla="*/ 5710186 w 11269336"/>
              <a:gd name="connsiteY113" fmla="*/ 1941370 h 2323145"/>
              <a:gd name="connsiteX114" fmla="*/ 5704910 w 11269336"/>
              <a:gd name="connsiteY114" fmla="*/ 1943663 h 2323145"/>
              <a:gd name="connsiteX115" fmla="*/ 5696836 w 11269336"/>
              <a:gd name="connsiteY115" fmla="*/ 1945271 h 2323145"/>
              <a:gd name="connsiteX116" fmla="*/ 5696583 w 11269336"/>
              <a:gd name="connsiteY116" fmla="*/ 1945050 h 2323145"/>
              <a:gd name="connsiteX117" fmla="*/ 5689123 w 11269336"/>
              <a:gd name="connsiteY117" fmla="*/ 1947067 h 2323145"/>
              <a:gd name="connsiteX118" fmla="*/ 5653291 w 11269336"/>
              <a:gd name="connsiteY118" fmla="*/ 1960245 h 2323145"/>
              <a:gd name="connsiteX119" fmla="*/ 5599385 w 11269336"/>
              <a:gd name="connsiteY119" fmla="*/ 1945198 h 2323145"/>
              <a:gd name="connsiteX120" fmla="*/ 5578300 w 11269336"/>
              <a:gd name="connsiteY120" fmla="*/ 1944963 h 2323145"/>
              <a:gd name="connsiteX121" fmla="*/ 5566758 w 11269336"/>
              <a:gd name="connsiteY121" fmla="*/ 1943441 h 2323145"/>
              <a:gd name="connsiteX122" fmla="*/ 5565857 w 11269336"/>
              <a:gd name="connsiteY122" fmla="*/ 1942445 h 2323145"/>
              <a:gd name="connsiteX123" fmla="*/ 5531534 w 11269336"/>
              <a:gd name="connsiteY123" fmla="*/ 1955208 h 2323145"/>
              <a:gd name="connsiteX124" fmla="*/ 5526552 w 11269336"/>
              <a:gd name="connsiteY124" fmla="*/ 1954799 h 2323145"/>
              <a:gd name="connsiteX125" fmla="*/ 5504723 w 11269336"/>
              <a:gd name="connsiteY125" fmla="*/ 1965811 h 2323145"/>
              <a:gd name="connsiteX126" fmla="*/ 5493156 w 11269336"/>
              <a:gd name="connsiteY126" fmla="*/ 1970063 h 2323145"/>
              <a:gd name="connsiteX127" fmla="*/ 5490486 w 11269336"/>
              <a:gd name="connsiteY127" fmla="*/ 1974227 h 2323145"/>
              <a:gd name="connsiteX128" fmla="*/ 5473107 w 11269336"/>
              <a:gd name="connsiteY128" fmla="*/ 1979001 h 2323145"/>
              <a:gd name="connsiteX129" fmla="*/ 5470885 w 11269336"/>
              <a:gd name="connsiteY129" fmla="*/ 1978432 h 2323145"/>
              <a:gd name="connsiteX130" fmla="*/ 5457393 w 11269336"/>
              <a:gd name="connsiteY130" fmla="*/ 1986525 h 2323145"/>
              <a:gd name="connsiteX131" fmla="*/ 5447102 w 11269336"/>
              <a:gd name="connsiteY131" fmla="*/ 1998329 h 2323145"/>
              <a:gd name="connsiteX132" fmla="*/ 5159151 w 11269336"/>
              <a:gd name="connsiteY132" fmla="*/ 2029640 h 2323145"/>
              <a:gd name="connsiteX133" fmla="*/ 5098838 w 11269336"/>
              <a:gd name="connsiteY133" fmla="*/ 2062961 h 2323145"/>
              <a:gd name="connsiteX134" fmla="*/ 4860988 w 11269336"/>
              <a:gd name="connsiteY134" fmla="*/ 2135698 h 2323145"/>
              <a:gd name="connsiteX135" fmla="*/ 4807902 w 11269336"/>
              <a:gd name="connsiteY135" fmla="*/ 2138894 h 2323145"/>
              <a:gd name="connsiteX136" fmla="*/ 4765388 w 11269336"/>
              <a:gd name="connsiteY136" fmla="*/ 2162525 h 2323145"/>
              <a:gd name="connsiteX137" fmla="*/ 4745033 w 11269336"/>
              <a:gd name="connsiteY137" fmla="*/ 2158859 h 2323145"/>
              <a:gd name="connsiteX138" fmla="*/ 4741475 w 11269336"/>
              <a:gd name="connsiteY138" fmla="*/ 2157998 h 2323145"/>
              <a:gd name="connsiteX139" fmla="*/ 4728247 w 11269336"/>
              <a:gd name="connsiteY139" fmla="*/ 2159526 h 2323145"/>
              <a:gd name="connsiteX140" fmla="*/ 4723263 w 11269336"/>
              <a:gd name="connsiteY140" fmla="*/ 2153742 h 2323145"/>
              <a:gd name="connsiteX141" fmla="*/ 4702453 w 11269336"/>
              <a:gd name="connsiteY141" fmla="*/ 2151586 h 2323145"/>
              <a:gd name="connsiteX142" fmla="*/ 4678455 w 11269336"/>
              <a:gd name="connsiteY142" fmla="*/ 2156131 h 2323145"/>
              <a:gd name="connsiteX143" fmla="*/ 4593061 w 11269336"/>
              <a:gd name="connsiteY143" fmla="*/ 2171597 h 2323145"/>
              <a:gd name="connsiteX144" fmla="*/ 4579902 w 11269336"/>
              <a:gd name="connsiteY144" fmla="*/ 2177927 h 2323145"/>
              <a:gd name="connsiteX145" fmla="*/ 4533444 w 11269336"/>
              <a:gd name="connsiteY145" fmla="*/ 2181200 h 2323145"/>
              <a:gd name="connsiteX146" fmla="*/ 4492832 w 11269336"/>
              <a:gd name="connsiteY146" fmla="*/ 2188033 h 2323145"/>
              <a:gd name="connsiteX147" fmla="*/ 4467257 w 11269336"/>
              <a:gd name="connsiteY147" fmla="*/ 2196121 h 2323145"/>
              <a:gd name="connsiteX148" fmla="*/ 4459937 w 11269336"/>
              <a:gd name="connsiteY148" fmla="*/ 2195182 h 2323145"/>
              <a:gd name="connsiteX149" fmla="*/ 4433312 w 11269336"/>
              <a:gd name="connsiteY149" fmla="*/ 2199004 h 2323145"/>
              <a:gd name="connsiteX150" fmla="*/ 4420601 w 11269336"/>
              <a:gd name="connsiteY150" fmla="*/ 2205158 h 2323145"/>
              <a:gd name="connsiteX151" fmla="*/ 4405765 w 11269336"/>
              <a:gd name="connsiteY151" fmla="*/ 2199902 h 2323145"/>
              <a:gd name="connsiteX152" fmla="*/ 4401354 w 11269336"/>
              <a:gd name="connsiteY152" fmla="*/ 2194745 h 2323145"/>
              <a:gd name="connsiteX153" fmla="*/ 4383151 w 11269336"/>
              <a:gd name="connsiteY153" fmla="*/ 2201140 h 2323145"/>
              <a:gd name="connsiteX154" fmla="*/ 4366646 w 11269336"/>
              <a:gd name="connsiteY154" fmla="*/ 2198564 h 2323145"/>
              <a:gd name="connsiteX155" fmla="*/ 4354009 w 11269336"/>
              <a:gd name="connsiteY155" fmla="*/ 2204984 h 2323145"/>
              <a:gd name="connsiteX156" fmla="*/ 4348284 w 11269336"/>
              <a:gd name="connsiteY156" fmla="*/ 2205270 h 2323145"/>
              <a:gd name="connsiteX157" fmla="*/ 4333906 w 11269336"/>
              <a:gd name="connsiteY157" fmla="*/ 2205251 h 2323145"/>
              <a:gd name="connsiteX158" fmla="*/ 4308819 w 11269336"/>
              <a:gd name="connsiteY158" fmla="*/ 2203822 h 2323145"/>
              <a:gd name="connsiteX159" fmla="*/ 4301210 w 11269336"/>
              <a:gd name="connsiteY159" fmla="*/ 2204456 h 2323145"/>
              <a:gd name="connsiteX160" fmla="*/ 4283095 w 11269336"/>
              <a:gd name="connsiteY160" fmla="*/ 2198177 h 2323145"/>
              <a:gd name="connsiteX161" fmla="*/ 4250119 w 11269336"/>
              <a:gd name="connsiteY161" fmla="*/ 2196342 h 2323145"/>
              <a:gd name="connsiteX162" fmla="*/ 4189203 w 11269336"/>
              <a:gd name="connsiteY162" fmla="*/ 2178994 h 2323145"/>
              <a:gd name="connsiteX163" fmla="*/ 4154035 w 11269336"/>
              <a:gd name="connsiteY163" fmla="*/ 2171950 h 2323145"/>
              <a:gd name="connsiteX164" fmla="*/ 4129569 w 11269336"/>
              <a:gd name="connsiteY164" fmla="*/ 2163850 h 2323145"/>
              <a:gd name="connsiteX165" fmla="*/ 4061250 w 11269336"/>
              <a:gd name="connsiteY165" fmla="*/ 2159236 h 2323145"/>
              <a:gd name="connsiteX166" fmla="*/ 3945480 w 11269336"/>
              <a:gd name="connsiteY166" fmla="*/ 2158279 h 2323145"/>
              <a:gd name="connsiteX167" fmla="*/ 3921468 w 11269336"/>
              <a:gd name="connsiteY167" fmla="*/ 2156588 h 2323145"/>
              <a:gd name="connsiteX168" fmla="*/ 3903348 w 11269336"/>
              <a:gd name="connsiteY168" fmla="*/ 2149220 h 2323145"/>
              <a:gd name="connsiteX169" fmla="*/ 3901342 w 11269336"/>
              <a:gd name="connsiteY169" fmla="*/ 2142355 h 2323145"/>
              <a:gd name="connsiteX170" fmla="*/ 3888539 w 11269336"/>
              <a:gd name="connsiteY170" fmla="*/ 2140476 h 2323145"/>
              <a:gd name="connsiteX171" fmla="*/ 3885662 w 11269336"/>
              <a:gd name="connsiteY171" fmla="*/ 2138740 h 2323145"/>
              <a:gd name="connsiteX172" fmla="*/ 3868627 w 11269336"/>
              <a:gd name="connsiteY172" fmla="*/ 2130023 h 2323145"/>
              <a:gd name="connsiteX173" fmla="*/ 3819177 w 11269336"/>
              <a:gd name="connsiteY173" fmla="*/ 2142111 h 2323145"/>
              <a:gd name="connsiteX174" fmla="*/ 3769100 w 11269336"/>
              <a:gd name="connsiteY174" fmla="*/ 2131731 h 2323145"/>
              <a:gd name="connsiteX175" fmla="*/ 3562752 w 11269336"/>
              <a:gd name="connsiteY175" fmla="*/ 2131785 h 2323145"/>
              <a:gd name="connsiteX176" fmla="*/ 3541402 w 11269336"/>
              <a:gd name="connsiteY176" fmla="*/ 2106821 h 2323145"/>
              <a:gd name="connsiteX177" fmla="*/ 3365341 w 11269336"/>
              <a:gd name="connsiteY177" fmla="*/ 2077638 h 2323145"/>
              <a:gd name="connsiteX178" fmla="*/ 3170922 w 11269336"/>
              <a:gd name="connsiteY178" fmla="*/ 2115957 h 2323145"/>
              <a:gd name="connsiteX179" fmla="*/ 3156256 w 11269336"/>
              <a:gd name="connsiteY179" fmla="*/ 2124773 h 2323145"/>
              <a:gd name="connsiteX180" fmla="*/ 3140298 w 11269336"/>
              <a:gd name="connsiteY180" fmla="*/ 2129182 h 2323145"/>
              <a:gd name="connsiteX181" fmla="*/ 3138514 w 11269336"/>
              <a:gd name="connsiteY181" fmla="*/ 2128069 h 2323145"/>
              <a:gd name="connsiteX182" fmla="*/ 3120467 w 11269336"/>
              <a:gd name="connsiteY182" fmla="*/ 2128281 h 2323145"/>
              <a:gd name="connsiteX183" fmla="*/ 3116175 w 11269336"/>
              <a:gd name="connsiteY183" fmla="*/ 2131633 h 2323145"/>
              <a:gd name="connsiteX184" fmla="*/ 3103685 w 11269336"/>
              <a:gd name="connsiteY184" fmla="*/ 2132814 h 2323145"/>
              <a:gd name="connsiteX185" fmla="*/ 3078794 w 11269336"/>
              <a:gd name="connsiteY185" fmla="*/ 2137935 h 2323145"/>
              <a:gd name="connsiteX186" fmla="*/ 3074407 w 11269336"/>
              <a:gd name="connsiteY186" fmla="*/ 2136274 h 2323145"/>
              <a:gd name="connsiteX187" fmla="*/ 3037285 w 11269336"/>
              <a:gd name="connsiteY187" fmla="*/ 2139919 h 2323145"/>
              <a:gd name="connsiteX188" fmla="*/ 3036901 w 11269336"/>
              <a:gd name="connsiteY188" fmla="*/ 2138726 h 2323145"/>
              <a:gd name="connsiteX189" fmla="*/ 3026996 w 11269336"/>
              <a:gd name="connsiteY189" fmla="*/ 2134322 h 2323145"/>
              <a:gd name="connsiteX190" fmla="*/ 3007772 w 11269336"/>
              <a:gd name="connsiteY190" fmla="*/ 2128742 h 2323145"/>
              <a:gd name="connsiteX191" fmla="*/ 2965030 w 11269336"/>
              <a:gd name="connsiteY191" fmla="*/ 2100494 h 2323145"/>
              <a:gd name="connsiteX192" fmla="*/ 2926342 w 11269336"/>
              <a:gd name="connsiteY192" fmla="*/ 2104155 h 2323145"/>
              <a:gd name="connsiteX193" fmla="*/ 2918608 w 11269336"/>
              <a:gd name="connsiteY193" fmla="*/ 2104215 h 2323145"/>
              <a:gd name="connsiteX194" fmla="*/ 2918475 w 11269336"/>
              <a:gd name="connsiteY194" fmla="*/ 2103937 h 2323145"/>
              <a:gd name="connsiteX195" fmla="*/ 2910360 w 11269336"/>
              <a:gd name="connsiteY195" fmla="*/ 2103444 h 2323145"/>
              <a:gd name="connsiteX196" fmla="*/ 2904507 w 11269336"/>
              <a:gd name="connsiteY196" fmla="*/ 2104326 h 2323145"/>
              <a:gd name="connsiteX197" fmla="*/ 2889503 w 11269336"/>
              <a:gd name="connsiteY197" fmla="*/ 2104443 h 2323145"/>
              <a:gd name="connsiteX198" fmla="*/ 2884480 w 11269336"/>
              <a:gd name="connsiteY198" fmla="*/ 2102626 h 2323145"/>
              <a:gd name="connsiteX199" fmla="*/ 2882689 w 11269336"/>
              <a:gd name="connsiteY199" fmla="*/ 2099228 h 2323145"/>
              <a:gd name="connsiteX200" fmla="*/ 2881291 w 11269336"/>
              <a:gd name="connsiteY200" fmla="*/ 2099618 h 2323145"/>
              <a:gd name="connsiteX201" fmla="*/ 2853979 w 11269336"/>
              <a:gd name="connsiteY201" fmla="*/ 2090388 h 2323145"/>
              <a:gd name="connsiteX202" fmla="*/ 2791790 w 11269336"/>
              <a:gd name="connsiteY202" fmla="*/ 2080332 h 2323145"/>
              <a:gd name="connsiteX203" fmla="*/ 2755844 w 11269336"/>
              <a:gd name="connsiteY203" fmla="*/ 2078874 h 2323145"/>
              <a:gd name="connsiteX204" fmla="*/ 2657742 w 11269336"/>
              <a:gd name="connsiteY204" fmla="*/ 2070179 h 2323145"/>
              <a:gd name="connsiteX205" fmla="*/ 2559549 w 11269336"/>
              <a:gd name="connsiteY205" fmla="*/ 2057873 h 2323145"/>
              <a:gd name="connsiteX206" fmla="*/ 2512054 w 11269336"/>
              <a:gd name="connsiteY206" fmla="*/ 2031671 h 2323145"/>
              <a:gd name="connsiteX207" fmla="*/ 2506437 w 11269336"/>
              <a:gd name="connsiteY207" fmla="*/ 2030918 h 2323145"/>
              <a:gd name="connsiteX208" fmla="*/ 2491752 w 11269336"/>
              <a:gd name="connsiteY208" fmla="*/ 2033906 h 2323145"/>
              <a:gd name="connsiteX209" fmla="*/ 2486338 w 11269336"/>
              <a:gd name="connsiteY209" fmla="*/ 2035862 h 2323145"/>
              <a:gd name="connsiteX210" fmla="*/ 2478186 w 11269336"/>
              <a:gd name="connsiteY210" fmla="*/ 2036953 h 2323145"/>
              <a:gd name="connsiteX211" fmla="*/ 2477950 w 11269336"/>
              <a:gd name="connsiteY211" fmla="*/ 2036715 h 2323145"/>
              <a:gd name="connsiteX212" fmla="*/ 2470381 w 11269336"/>
              <a:gd name="connsiteY212" fmla="*/ 2038256 h 2323145"/>
              <a:gd name="connsiteX213" fmla="*/ 2433781 w 11269336"/>
              <a:gd name="connsiteY213" fmla="*/ 2049140 h 2323145"/>
              <a:gd name="connsiteX214" fmla="*/ 2381172 w 11269336"/>
              <a:gd name="connsiteY214" fmla="*/ 2030645 h 2323145"/>
              <a:gd name="connsiteX215" fmla="*/ 2360198 w 11269336"/>
              <a:gd name="connsiteY215" fmla="*/ 2029059 h 2323145"/>
              <a:gd name="connsiteX216" fmla="*/ 2348815 w 11269336"/>
              <a:gd name="connsiteY216" fmla="*/ 2026798 h 2323145"/>
              <a:gd name="connsiteX217" fmla="*/ 2347988 w 11269336"/>
              <a:gd name="connsiteY217" fmla="*/ 2025745 h 2323145"/>
              <a:gd name="connsiteX218" fmla="*/ 2312920 w 11269336"/>
              <a:gd name="connsiteY218" fmla="*/ 2036311 h 2323145"/>
              <a:gd name="connsiteX219" fmla="*/ 2307986 w 11269336"/>
              <a:gd name="connsiteY219" fmla="*/ 2035583 h 2323145"/>
              <a:gd name="connsiteX220" fmla="*/ 2285481 w 11269336"/>
              <a:gd name="connsiteY220" fmla="*/ 2045197 h 2323145"/>
              <a:gd name="connsiteX221" fmla="*/ 2273666 w 11269336"/>
              <a:gd name="connsiteY221" fmla="*/ 2048710 h 2323145"/>
              <a:gd name="connsiteX222" fmla="*/ 2270719 w 11269336"/>
              <a:gd name="connsiteY222" fmla="*/ 2052702 h 2323145"/>
              <a:gd name="connsiteX223" fmla="*/ 2253080 w 11269336"/>
              <a:gd name="connsiteY223" fmla="*/ 2056363 h 2323145"/>
              <a:gd name="connsiteX224" fmla="*/ 2250906 w 11269336"/>
              <a:gd name="connsiteY224" fmla="*/ 2055654 h 2323145"/>
              <a:gd name="connsiteX225" fmla="*/ 2236905 w 11269336"/>
              <a:gd name="connsiteY225" fmla="*/ 2062882 h 2323145"/>
              <a:gd name="connsiteX226" fmla="*/ 2225830 w 11269336"/>
              <a:gd name="connsiteY226" fmla="*/ 2074027 h 2323145"/>
              <a:gd name="connsiteX227" fmla="*/ 2073776 w 11269336"/>
              <a:gd name="connsiteY227" fmla="*/ 2089244 h 2323145"/>
              <a:gd name="connsiteX228" fmla="*/ 1948256 w 11269336"/>
              <a:gd name="connsiteY228" fmla="*/ 2146616 h 2323145"/>
              <a:gd name="connsiteX229" fmla="*/ 1865582 w 11269336"/>
              <a:gd name="connsiteY229" fmla="*/ 2153738 h 2323145"/>
              <a:gd name="connsiteX230" fmla="*/ 1835210 w 11269336"/>
              <a:gd name="connsiteY230" fmla="*/ 2134244 h 2323145"/>
              <a:gd name="connsiteX231" fmla="*/ 1632661 w 11269336"/>
              <a:gd name="connsiteY231" fmla="*/ 2173882 h 2323145"/>
              <a:gd name="connsiteX232" fmla="*/ 1579590 w 11269336"/>
              <a:gd name="connsiteY232" fmla="*/ 2173680 h 2323145"/>
              <a:gd name="connsiteX233" fmla="*/ 1535601 w 11269336"/>
              <a:gd name="connsiteY233" fmla="*/ 2194590 h 2323145"/>
              <a:gd name="connsiteX234" fmla="*/ 1515594 w 11269336"/>
              <a:gd name="connsiteY234" fmla="*/ 2189622 h 2323145"/>
              <a:gd name="connsiteX235" fmla="*/ 1512113 w 11269336"/>
              <a:gd name="connsiteY235" fmla="*/ 2188534 h 2323145"/>
              <a:gd name="connsiteX236" fmla="*/ 1498838 w 11269336"/>
              <a:gd name="connsiteY236" fmla="*/ 2189213 h 2323145"/>
              <a:gd name="connsiteX237" fmla="*/ 1494279 w 11269336"/>
              <a:gd name="connsiteY237" fmla="*/ 2183112 h 2323145"/>
              <a:gd name="connsiteX238" fmla="*/ 1473714 w 11269336"/>
              <a:gd name="connsiteY238" fmla="*/ 2179625 h 2323145"/>
              <a:gd name="connsiteX239" fmla="*/ 1449503 w 11269336"/>
              <a:gd name="connsiteY239" fmla="*/ 2182633 h 2323145"/>
              <a:gd name="connsiteX240" fmla="*/ 1266687 w 11269336"/>
              <a:gd name="connsiteY240" fmla="*/ 2212688 h 2323145"/>
              <a:gd name="connsiteX241" fmla="*/ 1239614 w 11269336"/>
              <a:gd name="connsiteY241" fmla="*/ 2209727 h 2323145"/>
              <a:gd name="connsiteX242" fmla="*/ 1202436 w 11269336"/>
              <a:gd name="connsiteY242" fmla="*/ 2209817 h 2323145"/>
              <a:gd name="connsiteX243" fmla="*/ 1136097 w 11269336"/>
              <a:gd name="connsiteY243" fmla="*/ 2205112 h 2323145"/>
              <a:gd name="connsiteX244" fmla="*/ 988232 w 11269336"/>
              <a:gd name="connsiteY244" fmla="*/ 2235635 h 2323145"/>
              <a:gd name="connsiteX245" fmla="*/ 981959 w 11269336"/>
              <a:gd name="connsiteY245" fmla="*/ 2231607 h 2323145"/>
              <a:gd name="connsiteX246" fmla="*/ 938600 w 11269336"/>
              <a:gd name="connsiteY246" fmla="*/ 2238113 h 2323145"/>
              <a:gd name="connsiteX247" fmla="*/ 791788 w 11269336"/>
              <a:gd name="connsiteY247" fmla="*/ 2293224 h 2323145"/>
              <a:gd name="connsiteX248" fmla="*/ 706914 w 11269336"/>
              <a:gd name="connsiteY248" fmla="*/ 2305046 h 2323145"/>
              <a:gd name="connsiteX249" fmla="*/ 675971 w 11269336"/>
              <a:gd name="connsiteY249" fmla="*/ 2304030 h 2323145"/>
              <a:gd name="connsiteX250" fmla="*/ 624180 w 11269336"/>
              <a:gd name="connsiteY250" fmla="*/ 2302650 h 2323145"/>
              <a:gd name="connsiteX251" fmla="*/ 583453 w 11269336"/>
              <a:gd name="connsiteY251" fmla="*/ 2288788 h 2323145"/>
              <a:gd name="connsiteX252" fmla="*/ 540946 w 11269336"/>
              <a:gd name="connsiteY252" fmla="*/ 2292721 h 2323145"/>
              <a:gd name="connsiteX253" fmla="*/ 533680 w 11269336"/>
              <a:gd name="connsiteY253" fmla="*/ 2310233 h 2323145"/>
              <a:gd name="connsiteX254" fmla="*/ 487366 w 11269336"/>
              <a:gd name="connsiteY254" fmla="*/ 2309053 h 2323145"/>
              <a:gd name="connsiteX255" fmla="*/ 416820 w 11269336"/>
              <a:gd name="connsiteY255" fmla="*/ 2305443 h 2323145"/>
              <a:gd name="connsiteX256" fmla="*/ 376805 w 11269336"/>
              <a:gd name="connsiteY256" fmla="*/ 2307647 h 2323145"/>
              <a:gd name="connsiteX257" fmla="*/ 266777 w 11269336"/>
              <a:gd name="connsiteY257" fmla="*/ 2309012 h 2323145"/>
              <a:gd name="connsiteX258" fmla="*/ 156013 w 11269336"/>
              <a:gd name="connsiteY258" fmla="*/ 2306832 h 2323145"/>
              <a:gd name="connsiteX259" fmla="*/ 87258 w 11269336"/>
              <a:gd name="connsiteY259" fmla="*/ 2285511 h 2323145"/>
              <a:gd name="connsiteX260" fmla="*/ 23798 w 11269336"/>
              <a:gd name="connsiteY260" fmla="*/ 2281822 h 2323145"/>
              <a:gd name="connsiteX261" fmla="*/ 0 w 11269336"/>
              <a:gd name="connsiteY261" fmla="*/ 2285369 h 2323145"/>
              <a:gd name="connsiteX262" fmla="*/ 0 w 11269336"/>
              <a:gd name="connsiteY262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656836 w 11269336"/>
              <a:gd name="connsiteY18" fmla="*/ 469967 h 2323145"/>
              <a:gd name="connsiteX19" fmla="*/ 9561575 w 11269336"/>
              <a:gd name="connsiteY19" fmla="*/ 559978 h 2323145"/>
              <a:gd name="connsiteX20" fmla="*/ 9162278 w 11269336"/>
              <a:gd name="connsiteY20" fmla="*/ 704724 h 2323145"/>
              <a:gd name="connsiteX21" fmla="*/ 9062863 w 11269336"/>
              <a:gd name="connsiteY21" fmla="*/ 754656 h 2323145"/>
              <a:gd name="connsiteX22" fmla="*/ 8914746 w 11269336"/>
              <a:gd name="connsiteY22" fmla="*/ 826428 h 2323145"/>
              <a:gd name="connsiteX23" fmla="*/ 8917778 w 11269336"/>
              <a:gd name="connsiteY23" fmla="*/ 835198 h 2323145"/>
              <a:gd name="connsiteX24" fmla="*/ 8905560 w 11269336"/>
              <a:gd name="connsiteY24" fmla="*/ 838358 h 2323145"/>
              <a:gd name="connsiteX25" fmla="*/ 8897564 w 11269336"/>
              <a:gd name="connsiteY25" fmla="*/ 834287 h 2323145"/>
              <a:gd name="connsiteX26" fmla="*/ 8878040 w 11269336"/>
              <a:gd name="connsiteY26" fmla="*/ 844150 h 2323145"/>
              <a:gd name="connsiteX27" fmla="*/ 8795998 w 11269336"/>
              <a:gd name="connsiteY27" fmla="*/ 863337 h 2323145"/>
              <a:gd name="connsiteX28" fmla="*/ 8776970 w 11269336"/>
              <a:gd name="connsiteY28" fmla="*/ 885177 h 2323145"/>
              <a:gd name="connsiteX29" fmla="*/ 8755719 w 11269336"/>
              <a:gd name="connsiteY29" fmla="*/ 889754 h 2323145"/>
              <a:gd name="connsiteX30" fmla="*/ 8743257 w 11269336"/>
              <a:gd name="connsiteY30" fmla="*/ 904723 h 2323145"/>
              <a:gd name="connsiteX31" fmla="*/ 8721366 w 11269336"/>
              <a:gd name="connsiteY31" fmla="*/ 904711 h 2323145"/>
              <a:gd name="connsiteX32" fmla="*/ 8678353 w 11269336"/>
              <a:gd name="connsiteY32" fmla="*/ 926318 h 2323145"/>
              <a:gd name="connsiteX33" fmla="*/ 8636849 w 11269336"/>
              <a:gd name="connsiteY33" fmla="*/ 937900 h 2323145"/>
              <a:gd name="connsiteX34" fmla="*/ 8620213 w 11269336"/>
              <a:gd name="connsiteY34" fmla="*/ 943068 h 2323145"/>
              <a:gd name="connsiteX35" fmla="*/ 8612581 w 11269336"/>
              <a:gd name="connsiteY35" fmla="*/ 952695 h 2323145"/>
              <a:gd name="connsiteX36" fmla="*/ 8589038 w 11269336"/>
              <a:gd name="connsiteY36" fmla="*/ 963892 h 2323145"/>
              <a:gd name="connsiteX37" fmla="*/ 8579950 w 11269336"/>
              <a:gd name="connsiteY37" fmla="*/ 960899 h 2323145"/>
              <a:gd name="connsiteX38" fmla="*/ 8579319 w 11269336"/>
              <a:gd name="connsiteY38" fmla="*/ 965630 h 2323145"/>
              <a:gd name="connsiteX39" fmla="*/ 8547429 w 11269336"/>
              <a:gd name="connsiteY39" fmla="*/ 984506 h 2323145"/>
              <a:gd name="connsiteX40" fmla="*/ 8478704 w 11269336"/>
              <a:gd name="connsiteY40" fmla="*/ 1025490 h 2323145"/>
              <a:gd name="connsiteX41" fmla="*/ 8461421 w 11269336"/>
              <a:gd name="connsiteY41" fmla="*/ 1035512 h 2323145"/>
              <a:gd name="connsiteX42" fmla="*/ 8445003 w 11269336"/>
              <a:gd name="connsiteY42" fmla="*/ 1036851 h 2323145"/>
              <a:gd name="connsiteX43" fmla="*/ 8357350 w 11269336"/>
              <a:gd name="connsiteY43" fmla="*/ 1060213 h 2323145"/>
              <a:gd name="connsiteX44" fmla="*/ 8335565 w 11269336"/>
              <a:gd name="connsiteY44" fmla="*/ 1061151 h 2323145"/>
              <a:gd name="connsiteX45" fmla="*/ 8325267 w 11269336"/>
              <a:gd name="connsiteY45" fmla="*/ 1055919 h 2323145"/>
              <a:gd name="connsiteX46" fmla="*/ 8293586 w 11269336"/>
              <a:gd name="connsiteY46" fmla="*/ 1076144 h 2323145"/>
              <a:gd name="connsiteX47" fmla="*/ 8242405 w 11269336"/>
              <a:gd name="connsiteY47" fmla="*/ 1095960 h 2323145"/>
              <a:gd name="connsiteX48" fmla="*/ 8197391 w 11269336"/>
              <a:gd name="connsiteY48" fmla="*/ 1107746 h 2323145"/>
              <a:gd name="connsiteX49" fmla="*/ 8081474 w 11269336"/>
              <a:gd name="connsiteY49" fmla="*/ 1130125 h 2323145"/>
              <a:gd name="connsiteX50" fmla="*/ 8053585 w 11269336"/>
              <a:gd name="connsiteY50" fmla="*/ 1129169 h 2323145"/>
              <a:gd name="connsiteX51" fmla="*/ 8038422 w 11269336"/>
              <a:gd name="connsiteY51" fmla="*/ 1119092 h 2323145"/>
              <a:gd name="connsiteX52" fmla="*/ 8029450 w 11269336"/>
              <a:gd name="connsiteY52" fmla="*/ 1125592 h 2323145"/>
              <a:gd name="connsiteX53" fmla="*/ 7959552 w 11269336"/>
              <a:gd name="connsiteY53" fmla="*/ 1140188 h 2323145"/>
              <a:gd name="connsiteX54" fmla="*/ 7914188 w 11269336"/>
              <a:gd name="connsiteY54" fmla="*/ 1150862 h 2323145"/>
              <a:gd name="connsiteX55" fmla="*/ 7914918 w 11269336"/>
              <a:gd name="connsiteY55" fmla="*/ 1168758 h 2323145"/>
              <a:gd name="connsiteX56" fmla="*/ 7875510 w 11269336"/>
              <a:gd name="connsiteY56" fmla="*/ 1183153 h 2323145"/>
              <a:gd name="connsiteX57" fmla="*/ 7829932 w 11269336"/>
              <a:gd name="connsiteY57" fmla="*/ 1180782 h 2323145"/>
              <a:gd name="connsiteX58" fmla="*/ 7779182 w 11269336"/>
              <a:gd name="connsiteY58" fmla="*/ 1192665 h 2323145"/>
              <a:gd name="connsiteX59" fmla="*/ 7748774 w 11269336"/>
              <a:gd name="connsiteY59" fmla="*/ 1199586 h 2323145"/>
              <a:gd name="connsiteX60" fmla="*/ 7671846 w 11269336"/>
              <a:gd name="connsiteY60" fmla="*/ 1231966 h 2323145"/>
              <a:gd name="connsiteX61" fmla="*/ 7554146 w 11269336"/>
              <a:gd name="connsiteY61" fmla="*/ 1319748 h 2323145"/>
              <a:gd name="connsiteX62" fmla="*/ 7515052 w 11269336"/>
              <a:gd name="connsiteY62" fmla="*/ 1336718 h 2323145"/>
              <a:gd name="connsiteX63" fmla="*/ 7507193 w 11269336"/>
              <a:gd name="connsiteY63" fmla="*/ 1334617 h 2323145"/>
              <a:gd name="connsiteX64" fmla="*/ 7461694 w 11269336"/>
              <a:gd name="connsiteY64" fmla="*/ 1375866 h 2323145"/>
              <a:gd name="connsiteX65" fmla="*/ 7377571 w 11269336"/>
              <a:gd name="connsiteY65" fmla="*/ 1400128 h 2323145"/>
              <a:gd name="connsiteX66" fmla="*/ 7311261 w 11269336"/>
              <a:gd name="connsiteY66" fmla="*/ 1412652 h 2323145"/>
              <a:gd name="connsiteX67" fmla="*/ 7275307 w 11269336"/>
              <a:gd name="connsiteY67" fmla="*/ 1422171 h 2323145"/>
              <a:gd name="connsiteX68" fmla="*/ 7247783 w 11269336"/>
              <a:gd name="connsiteY68" fmla="*/ 1426330 h 2323145"/>
              <a:gd name="connsiteX69" fmla="*/ 7185047 w 11269336"/>
              <a:gd name="connsiteY69" fmla="*/ 1451812 h 2323145"/>
              <a:gd name="connsiteX70" fmla="*/ 7084117 w 11269336"/>
              <a:gd name="connsiteY70" fmla="*/ 1500281 h 2323145"/>
              <a:gd name="connsiteX71" fmla="*/ 7062011 w 11269336"/>
              <a:gd name="connsiteY71" fmla="*/ 1509183 h 2323145"/>
              <a:gd name="connsiteX72" fmla="*/ 7040555 w 11269336"/>
              <a:gd name="connsiteY72" fmla="*/ 1511207 h 2323145"/>
              <a:gd name="connsiteX73" fmla="*/ 7033438 w 11269336"/>
              <a:gd name="connsiteY73" fmla="*/ 1506772 h 2323145"/>
              <a:gd name="connsiteX74" fmla="*/ 7020886 w 11269336"/>
              <a:gd name="connsiteY74" fmla="*/ 1510764 h 2323145"/>
              <a:gd name="connsiteX75" fmla="*/ 7017033 w 11269336"/>
              <a:gd name="connsiteY75" fmla="*/ 1510650 h 2323145"/>
              <a:gd name="connsiteX76" fmla="*/ 6995460 w 11269336"/>
              <a:gd name="connsiteY76" fmla="*/ 1511173 h 2323145"/>
              <a:gd name="connsiteX77" fmla="*/ 6962144 w 11269336"/>
              <a:gd name="connsiteY77" fmla="*/ 1541508 h 2323145"/>
              <a:gd name="connsiteX78" fmla="*/ 6910674 w 11269336"/>
              <a:gd name="connsiteY78" fmla="*/ 1554793 h 2323145"/>
              <a:gd name="connsiteX79" fmla="*/ 6732152 w 11269336"/>
              <a:gd name="connsiteY79" fmla="*/ 1642538 h 2323145"/>
              <a:gd name="connsiteX80" fmla="*/ 6694106 w 11269336"/>
              <a:gd name="connsiteY80" fmla="*/ 1632377 h 2323145"/>
              <a:gd name="connsiteX81" fmla="*/ 6617223 w 11269336"/>
              <a:gd name="connsiteY81" fmla="*/ 1659889 h 2323145"/>
              <a:gd name="connsiteX82" fmla="*/ 6521138 w 11269336"/>
              <a:gd name="connsiteY82" fmla="*/ 1744340 h 2323145"/>
              <a:gd name="connsiteX83" fmla="*/ 6380677 w 11269336"/>
              <a:gd name="connsiteY83" fmla="*/ 1796883 h 2323145"/>
              <a:gd name="connsiteX84" fmla="*/ 6374897 w 11269336"/>
              <a:gd name="connsiteY84" fmla="*/ 1809910 h 2323145"/>
              <a:gd name="connsiteX85" fmla="*/ 6364545 w 11269336"/>
              <a:gd name="connsiteY85" fmla="*/ 1820090 h 2323145"/>
              <a:gd name="connsiteX86" fmla="*/ 6362126 w 11269336"/>
              <a:gd name="connsiteY86" fmla="*/ 1819991 h 2323145"/>
              <a:gd name="connsiteX87" fmla="*/ 6346673 w 11269336"/>
              <a:gd name="connsiteY87" fmla="*/ 1827824 h 2323145"/>
              <a:gd name="connsiteX88" fmla="*/ 6345588 w 11269336"/>
              <a:gd name="connsiteY88" fmla="*/ 1832232 h 2323145"/>
              <a:gd name="connsiteX89" fmla="*/ 6335708 w 11269336"/>
              <a:gd name="connsiteY89" fmla="*/ 1838451 h 2323145"/>
              <a:gd name="connsiteX90" fmla="*/ 6318182 w 11269336"/>
              <a:gd name="connsiteY90" fmla="*/ 1852975 h 2323145"/>
              <a:gd name="connsiteX91" fmla="*/ 6313084 w 11269336"/>
              <a:gd name="connsiteY91" fmla="*/ 1853561 h 2323145"/>
              <a:gd name="connsiteX92" fmla="*/ 6283816 w 11269336"/>
              <a:gd name="connsiteY92" fmla="*/ 1872148 h 2323145"/>
              <a:gd name="connsiteX93" fmla="*/ 6282550 w 11269336"/>
              <a:gd name="connsiteY93" fmla="*/ 1871392 h 2323145"/>
              <a:gd name="connsiteX94" fmla="*/ 6270527 w 11269336"/>
              <a:gd name="connsiteY94" fmla="*/ 1872208 h 2323145"/>
              <a:gd name="connsiteX95" fmla="*/ 6249518 w 11269336"/>
              <a:gd name="connsiteY95" fmla="*/ 1876079 h 2323145"/>
              <a:gd name="connsiteX96" fmla="*/ 6190386 w 11269336"/>
              <a:gd name="connsiteY96" fmla="*/ 1872478 h 2323145"/>
              <a:gd name="connsiteX97" fmla="*/ 6159777 w 11269336"/>
              <a:gd name="connsiteY97" fmla="*/ 1891745 h 2323145"/>
              <a:gd name="connsiteX98" fmla="*/ 6153131 w 11269336"/>
              <a:gd name="connsiteY98" fmla="*/ 1895079 h 2323145"/>
              <a:gd name="connsiteX99" fmla="*/ 6152798 w 11269336"/>
              <a:gd name="connsiteY99" fmla="*/ 1894920 h 2323145"/>
              <a:gd name="connsiteX100" fmla="*/ 6145388 w 11269336"/>
              <a:gd name="connsiteY100" fmla="*/ 1897990 h 2323145"/>
              <a:gd name="connsiteX101" fmla="*/ 6141014 w 11269336"/>
              <a:gd name="connsiteY101" fmla="*/ 1901155 h 2323145"/>
              <a:gd name="connsiteX102" fmla="*/ 6128122 w 11269336"/>
              <a:gd name="connsiteY102" fmla="*/ 1907623 h 2323145"/>
              <a:gd name="connsiteX103" fmla="*/ 6122351 w 11269336"/>
              <a:gd name="connsiteY103" fmla="*/ 1908359 h 2323145"/>
              <a:gd name="connsiteX104" fmla="*/ 6064750 w 11269336"/>
              <a:gd name="connsiteY104" fmla="*/ 1896394 h 2323145"/>
              <a:gd name="connsiteX105" fmla="*/ 5964230 w 11269336"/>
              <a:gd name="connsiteY105" fmla="*/ 1910038 h 2323145"/>
              <a:gd name="connsiteX106" fmla="*/ 5865399 w 11269336"/>
              <a:gd name="connsiteY106" fmla="*/ 1926966 h 2323145"/>
              <a:gd name="connsiteX107" fmla="*/ 5829951 w 11269336"/>
              <a:gd name="connsiteY107" fmla="*/ 1934755 h 2323145"/>
              <a:gd name="connsiteX108" fmla="*/ 5765285 w 11269336"/>
              <a:gd name="connsiteY108" fmla="*/ 1941322 h 2323145"/>
              <a:gd name="connsiteX109" fmla="*/ 5734750 w 11269336"/>
              <a:gd name="connsiteY109" fmla="*/ 1939793 h 2323145"/>
              <a:gd name="connsiteX110" fmla="*/ 5733569 w 11269336"/>
              <a:gd name="connsiteY110" fmla="*/ 1940505 h 2323145"/>
              <a:gd name="connsiteX111" fmla="*/ 5730329 w 11269336"/>
              <a:gd name="connsiteY111" fmla="*/ 1937845 h 2323145"/>
              <a:gd name="connsiteX112" fmla="*/ 5724661 w 11269336"/>
              <a:gd name="connsiteY112" fmla="*/ 1937455 h 2323145"/>
              <a:gd name="connsiteX113" fmla="*/ 5710186 w 11269336"/>
              <a:gd name="connsiteY113" fmla="*/ 1941370 h 2323145"/>
              <a:gd name="connsiteX114" fmla="*/ 5704910 w 11269336"/>
              <a:gd name="connsiteY114" fmla="*/ 1943663 h 2323145"/>
              <a:gd name="connsiteX115" fmla="*/ 5696836 w 11269336"/>
              <a:gd name="connsiteY115" fmla="*/ 1945271 h 2323145"/>
              <a:gd name="connsiteX116" fmla="*/ 5696583 w 11269336"/>
              <a:gd name="connsiteY116" fmla="*/ 1945050 h 2323145"/>
              <a:gd name="connsiteX117" fmla="*/ 5689123 w 11269336"/>
              <a:gd name="connsiteY117" fmla="*/ 1947067 h 2323145"/>
              <a:gd name="connsiteX118" fmla="*/ 5653291 w 11269336"/>
              <a:gd name="connsiteY118" fmla="*/ 1960245 h 2323145"/>
              <a:gd name="connsiteX119" fmla="*/ 5599385 w 11269336"/>
              <a:gd name="connsiteY119" fmla="*/ 1945198 h 2323145"/>
              <a:gd name="connsiteX120" fmla="*/ 5578300 w 11269336"/>
              <a:gd name="connsiteY120" fmla="*/ 1944963 h 2323145"/>
              <a:gd name="connsiteX121" fmla="*/ 5566758 w 11269336"/>
              <a:gd name="connsiteY121" fmla="*/ 1943441 h 2323145"/>
              <a:gd name="connsiteX122" fmla="*/ 5565857 w 11269336"/>
              <a:gd name="connsiteY122" fmla="*/ 1942445 h 2323145"/>
              <a:gd name="connsiteX123" fmla="*/ 5531534 w 11269336"/>
              <a:gd name="connsiteY123" fmla="*/ 1955208 h 2323145"/>
              <a:gd name="connsiteX124" fmla="*/ 5526552 w 11269336"/>
              <a:gd name="connsiteY124" fmla="*/ 1954799 h 2323145"/>
              <a:gd name="connsiteX125" fmla="*/ 5504723 w 11269336"/>
              <a:gd name="connsiteY125" fmla="*/ 1965811 h 2323145"/>
              <a:gd name="connsiteX126" fmla="*/ 5493156 w 11269336"/>
              <a:gd name="connsiteY126" fmla="*/ 1970063 h 2323145"/>
              <a:gd name="connsiteX127" fmla="*/ 5490486 w 11269336"/>
              <a:gd name="connsiteY127" fmla="*/ 1974227 h 2323145"/>
              <a:gd name="connsiteX128" fmla="*/ 5473107 w 11269336"/>
              <a:gd name="connsiteY128" fmla="*/ 1979001 h 2323145"/>
              <a:gd name="connsiteX129" fmla="*/ 5470885 w 11269336"/>
              <a:gd name="connsiteY129" fmla="*/ 1978432 h 2323145"/>
              <a:gd name="connsiteX130" fmla="*/ 5457393 w 11269336"/>
              <a:gd name="connsiteY130" fmla="*/ 1986525 h 2323145"/>
              <a:gd name="connsiteX131" fmla="*/ 5447102 w 11269336"/>
              <a:gd name="connsiteY131" fmla="*/ 1998329 h 2323145"/>
              <a:gd name="connsiteX132" fmla="*/ 5159151 w 11269336"/>
              <a:gd name="connsiteY132" fmla="*/ 2029640 h 2323145"/>
              <a:gd name="connsiteX133" fmla="*/ 5098838 w 11269336"/>
              <a:gd name="connsiteY133" fmla="*/ 2062961 h 2323145"/>
              <a:gd name="connsiteX134" fmla="*/ 4860988 w 11269336"/>
              <a:gd name="connsiteY134" fmla="*/ 2135698 h 2323145"/>
              <a:gd name="connsiteX135" fmla="*/ 4807902 w 11269336"/>
              <a:gd name="connsiteY135" fmla="*/ 2138894 h 2323145"/>
              <a:gd name="connsiteX136" fmla="*/ 4765388 w 11269336"/>
              <a:gd name="connsiteY136" fmla="*/ 2162525 h 2323145"/>
              <a:gd name="connsiteX137" fmla="*/ 4745033 w 11269336"/>
              <a:gd name="connsiteY137" fmla="*/ 2158859 h 2323145"/>
              <a:gd name="connsiteX138" fmla="*/ 4741475 w 11269336"/>
              <a:gd name="connsiteY138" fmla="*/ 2157998 h 2323145"/>
              <a:gd name="connsiteX139" fmla="*/ 4728247 w 11269336"/>
              <a:gd name="connsiteY139" fmla="*/ 2159526 h 2323145"/>
              <a:gd name="connsiteX140" fmla="*/ 4723263 w 11269336"/>
              <a:gd name="connsiteY140" fmla="*/ 2153742 h 2323145"/>
              <a:gd name="connsiteX141" fmla="*/ 4702453 w 11269336"/>
              <a:gd name="connsiteY141" fmla="*/ 2151586 h 2323145"/>
              <a:gd name="connsiteX142" fmla="*/ 4678455 w 11269336"/>
              <a:gd name="connsiteY142" fmla="*/ 2156131 h 2323145"/>
              <a:gd name="connsiteX143" fmla="*/ 4593061 w 11269336"/>
              <a:gd name="connsiteY143" fmla="*/ 2171597 h 2323145"/>
              <a:gd name="connsiteX144" fmla="*/ 4533444 w 11269336"/>
              <a:gd name="connsiteY144" fmla="*/ 2181200 h 2323145"/>
              <a:gd name="connsiteX145" fmla="*/ 4492832 w 11269336"/>
              <a:gd name="connsiteY145" fmla="*/ 2188033 h 2323145"/>
              <a:gd name="connsiteX146" fmla="*/ 4467257 w 11269336"/>
              <a:gd name="connsiteY146" fmla="*/ 2196121 h 2323145"/>
              <a:gd name="connsiteX147" fmla="*/ 4459937 w 11269336"/>
              <a:gd name="connsiteY147" fmla="*/ 2195182 h 2323145"/>
              <a:gd name="connsiteX148" fmla="*/ 4433312 w 11269336"/>
              <a:gd name="connsiteY148" fmla="*/ 2199004 h 2323145"/>
              <a:gd name="connsiteX149" fmla="*/ 4420601 w 11269336"/>
              <a:gd name="connsiteY149" fmla="*/ 2205158 h 2323145"/>
              <a:gd name="connsiteX150" fmla="*/ 4405765 w 11269336"/>
              <a:gd name="connsiteY150" fmla="*/ 2199902 h 2323145"/>
              <a:gd name="connsiteX151" fmla="*/ 4401354 w 11269336"/>
              <a:gd name="connsiteY151" fmla="*/ 2194745 h 2323145"/>
              <a:gd name="connsiteX152" fmla="*/ 4383151 w 11269336"/>
              <a:gd name="connsiteY152" fmla="*/ 2201140 h 2323145"/>
              <a:gd name="connsiteX153" fmla="*/ 4366646 w 11269336"/>
              <a:gd name="connsiteY153" fmla="*/ 2198564 h 2323145"/>
              <a:gd name="connsiteX154" fmla="*/ 4354009 w 11269336"/>
              <a:gd name="connsiteY154" fmla="*/ 2204984 h 2323145"/>
              <a:gd name="connsiteX155" fmla="*/ 4348284 w 11269336"/>
              <a:gd name="connsiteY155" fmla="*/ 2205270 h 2323145"/>
              <a:gd name="connsiteX156" fmla="*/ 4333906 w 11269336"/>
              <a:gd name="connsiteY156" fmla="*/ 2205251 h 2323145"/>
              <a:gd name="connsiteX157" fmla="*/ 4308819 w 11269336"/>
              <a:gd name="connsiteY157" fmla="*/ 2203822 h 2323145"/>
              <a:gd name="connsiteX158" fmla="*/ 4301210 w 11269336"/>
              <a:gd name="connsiteY158" fmla="*/ 2204456 h 2323145"/>
              <a:gd name="connsiteX159" fmla="*/ 4283095 w 11269336"/>
              <a:gd name="connsiteY159" fmla="*/ 2198177 h 2323145"/>
              <a:gd name="connsiteX160" fmla="*/ 4250119 w 11269336"/>
              <a:gd name="connsiteY160" fmla="*/ 2196342 h 2323145"/>
              <a:gd name="connsiteX161" fmla="*/ 4189203 w 11269336"/>
              <a:gd name="connsiteY161" fmla="*/ 2178994 h 2323145"/>
              <a:gd name="connsiteX162" fmla="*/ 4154035 w 11269336"/>
              <a:gd name="connsiteY162" fmla="*/ 2171950 h 2323145"/>
              <a:gd name="connsiteX163" fmla="*/ 4129569 w 11269336"/>
              <a:gd name="connsiteY163" fmla="*/ 2163850 h 2323145"/>
              <a:gd name="connsiteX164" fmla="*/ 4061250 w 11269336"/>
              <a:gd name="connsiteY164" fmla="*/ 2159236 h 2323145"/>
              <a:gd name="connsiteX165" fmla="*/ 3945480 w 11269336"/>
              <a:gd name="connsiteY165" fmla="*/ 2158279 h 2323145"/>
              <a:gd name="connsiteX166" fmla="*/ 3921468 w 11269336"/>
              <a:gd name="connsiteY166" fmla="*/ 2156588 h 2323145"/>
              <a:gd name="connsiteX167" fmla="*/ 3903348 w 11269336"/>
              <a:gd name="connsiteY167" fmla="*/ 2149220 h 2323145"/>
              <a:gd name="connsiteX168" fmla="*/ 3901342 w 11269336"/>
              <a:gd name="connsiteY168" fmla="*/ 2142355 h 2323145"/>
              <a:gd name="connsiteX169" fmla="*/ 3888539 w 11269336"/>
              <a:gd name="connsiteY169" fmla="*/ 2140476 h 2323145"/>
              <a:gd name="connsiteX170" fmla="*/ 3885662 w 11269336"/>
              <a:gd name="connsiteY170" fmla="*/ 2138740 h 2323145"/>
              <a:gd name="connsiteX171" fmla="*/ 3868627 w 11269336"/>
              <a:gd name="connsiteY171" fmla="*/ 2130023 h 2323145"/>
              <a:gd name="connsiteX172" fmla="*/ 3819177 w 11269336"/>
              <a:gd name="connsiteY172" fmla="*/ 2142111 h 2323145"/>
              <a:gd name="connsiteX173" fmla="*/ 3769100 w 11269336"/>
              <a:gd name="connsiteY173" fmla="*/ 2131731 h 2323145"/>
              <a:gd name="connsiteX174" fmla="*/ 3562752 w 11269336"/>
              <a:gd name="connsiteY174" fmla="*/ 2131785 h 2323145"/>
              <a:gd name="connsiteX175" fmla="*/ 3541402 w 11269336"/>
              <a:gd name="connsiteY175" fmla="*/ 2106821 h 2323145"/>
              <a:gd name="connsiteX176" fmla="*/ 3365341 w 11269336"/>
              <a:gd name="connsiteY176" fmla="*/ 2077638 h 2323145"/>
              <a:gd name="connsiteX177" fmla="*/ 3170922 w 11269336"/>
              <a:gd name="connsiteY177" fmla="*/ 2115957 h 2323145"/>
              <a:gd name="connsiteX178" fmla="*/ 3156256 w 11269336"/>
              <a:gd name="connsiteY178" fmla="*/ 2124773 h 2323145"/>
              <a:gd name="connsiteX179" fmla="*/ 3140298 w 11269336"/>
              <a:gd name="connsiteY179" fmla="*/ 2129182 h 2323145"/>
              <a:gd name="connsiteX180" fmla="*/ 3138514 w 11269336"/>
              <a:gd name="connsiteY180" fmla="*/ 2128069 h 2323145"/>
              <a:gd name="connsiteX181" fmla="*/ 3120467 w 11269336"/>
              <a:gd name="connsiteY181" fmla="*/ 2128281 h 2323145"/>
              <a:gd name="connsiteX182" fmla="*/ 3116175 w 11269336"/>
              <a:gd name="connsiteY182" fmla="*/ 2131633 h 2323145"/>
              <a:gd name="connsiteX183" fmla="*/ 3103685 w 11269336"/>
              <a:gd name="connsiteY183" fmla="*/ 2132814 h 2323145"/>
              <a:gd name="connsiteX184" fmla="*/ 3078794 w 11269336"/>
              <a:gd name="connsiteY184" fmla="*/ 2137935 h 2323145"/>
              <a:gd name="connsiteX185" fmla="*/ 3074407 w 11269336"/>
              <a:gd name="connsiteY185" fmla="*/ 2136274 h 2323145"/>
              <a:gd name="connsiteX186" fmla="*/ 3037285 w 11269336"/>
              <a:gd name="connsiteY186" fmla="*/ 2139919 h 2323145"/>
              <a:gd name="connsiteX187" fmla="*/ 3036901 w 11269336"/>
              <a:gd name="connsiteY187" fmla="*/ 2138726 h 2323145"/>
              <a:gd name="connsiteX188" fmla="*/ 3026996 w 11269336"/>
              <a:gd name="connsiteY188" fmla="*/ 2134322 h 2323145"/>
              <a:gd name="connsiteX189" fmla="*/ 3007772 w 11269336"/>
              <a:gd name="connsiteY189" fmla="*/ 2128742 h 2323145"/>
              <a:gd name="connsiteX190" fmla="*/ 2965030 w 11269336"/>
              <a:gd name="connsiteY190" fmla="*/ 2100494 h 2323145"/>
              <a:gd name="connsiteX191" fmla="*/ 2926342 w 11269336"/>
              <a:gd name="connsiteY191" fmla="*/ 2104155 h 2323145"/>
              <a:gd name="connsiteX192" fmla="*/ 2918608 w 11269336"/>
              <a:gd name="connsiteY192" fmla="*/ 2104215 h 2323145"/>
              <a:gd name="connsiteX193" fmla="*/ 2918475 w 11269336"/>
              <a:gd name="connsiteY193" fmla="*/ 2103937 h 2323145"/>
              <a:gd name="connsiteX194" fmla="*/ 2910360 w 11269336"/>
              <a:gd name="connsiteY194" fmla="*/ 2103444 h 2323145"/>
              <a:gd name="connsiteX195" fmla="*/ 2904507 w 11269336"/>
              <a:gd name="connsiteY195" fmla="*/ 2104326 h 2323145"/>
              <a:gd name="connsiteX196" fmla="*/ 2889503 w 11269336"/>
              <a:gd name="connsiteY196" fmla="*/ 2104443 h 2323145"/>
              <a:gd name="connsiteX197" fmla="*/ 2884480 w 11269336"/>
              <a:gd name="connsiteY197" fmla="*/ 2102626 h 2323145"/>
              <a:gd name="connsiteX198" fmla="*/ 2882689 w 11269336"/>
              <a:gd name="connsiteY198" fmla="*/ 2099228 h 2323145"/>
              <a:gd name="connsiteX199" fmla="*/ 2881291 w 11269336"/>
              <a:gd name="connsiteY199" fmla="*/ 2099618 h 2323145"/>
              <a:gd name="connsiteX200" fmla="*/ 2853979 w 11269336"/>
              <a:gd name="connsiteY200" fmla="*/ 2090388 h 2323145"/>
              <a:gd name="connsiteX201" fmla="*/ 2791790 w 11269336"/>
              <a:gd name="connsiteY201" fmla="*/ 2080332 h 2323145"/>
              <a:gd name="connsiteX202" fmla="*/ 2755844 w 11269336"/>
              <a:gd name="connsiteY202" fmla="*/ 2078874 h 2323145"/>
              <a:gd name="connsiteX203" fmla="*/ 2657742 w 11269336"/>
              <a:gd name="connsiteY203" fmla="*/ 2070179 h 2323145"/>
              <a:gd name="connsiteX204" fmla="*/ 2559549 w 11269336"/>
              <a:gd name="connsiteY204" fmla="*/ 2057873 h 2323145"/>
              <a:gd name="connsiteX205" fmla="*/ 2512054 w 11269336"/>
              <a:gd name="connsiteY205" fmla="*/ 2031671 h 2323145"/>
              <a:gd name="connsiteX206" fmla="*/ 2506437 w 11269336"/>
              <a:gd name="connsiteY206" fmla="*/ 2030918 h 2323145"/>
              <a:gd name="connsiteX207" fmla="*/ 2491752 w 11269336"/>
              <a:gd name="connsiteY207" fmla="*/ 2033906 h 2323145"/>
              <a:gd name="connsiteX208" fmla="*/ 2486338 w 11269336"/>
              <a:gd name="connsiteY208" fmla="*/ 2035862 h 2323145"/>
              <a:gd name="connsiteX209" fmla="*/ 2478186 w 11269336"/>
              <a:gd name="connsiteY209" fmla="*/ 2036953 h 2323145"/>
              <a:gd name="connsiteX210" fmla="*/ 2477950 w 11269336"/>
              <a:gd name="connsiteY210" fmla="*/ 2036715 h 2323145"/>
              <a:gd name="connsiteX211" fmla="*/ 2470381 w 11269336"/>
              <a:gd name="connsiteY211" fmla="*/ 2038256 h 2323145"/>
              <a:gd name="connsiteX212" fmla="*/ 2433781 w 11269336"/>
              <a:gd name="connsiteY212" fmla="*/ 2049140 h 2323145"/>
              <a:gd name="connsiteX213" fmla="*/ 2381172 w 11269336"/>
              <a:gd name="connsiteY213" fmla="*/ 2030645 h 2323145"/>
              <a:gd name="connsiteX214" fmla="*/ 2360198 w 11269336"/>
              <a:gd name="connsiteY214" fmla="*/ 2029059 h 2323145"/>
              <a:gd name="connsiteX215" fmla="*/ 2348815 w 11269336"/>
              <a:gd name="connsiteY215" fmla="*/ 2026798 h 2323145"/>
              <a:gd name="connsiteX216" fmla="*/ 2347988 w 11269336"/>
              <a:gd name="connsiteY216" fmla="*/ 2025745 h 2323145"/>
              <a:gd name="connsiteX217" fmla="*/ 2312920 w 11269336"/>
              <a:gd name="connsiteY217" fmla="*/ 2036311 h 2323145"/>
              <a:gd name="connsiteX218" fmla="*/ 2307986 w 11269336"/>
              <a:gd name="connsiteY218" fmla="*/ 2035583 h 2323145"/>
              <a:gd name="connsiteX219" fmla="*/ 2285481 w 11269336"/>
              <a:gd name="connsiteY219" fmla="*/ 2045197 h 2323145"/>
              <a:gd name="connsiteX220" fmla="*/ 2273666 w 11269336"/>
              <a:gd name="connsiteY220" fmla="*/ 2048710 h 2323145"/>
              <a:gd name="connsiteX221" fmla="*/ 2270719 w 11269336"/>
              <a:gd name="connsiteY221" fmla="*/ 2052702 h 2323145"/>
              <a:gd name="connsiteX222" fmla="*/ 2253080 w 11269336"/>
              <a:gd name="connsiteY222" fmla="*/ 2056363 h 2323145"/>
              <a:gd name="connsiteX223" fmla="*/ 2250906 w 11269336"/>
              <a:gd name="connsiteY223" fmla="*/ 2055654 h 2323145"/>
              <a:gd name="connsiteX224" fmla="*/ 2236905 w 11269336"/>
              <a:gd name="connsiteY224" fmla="*/ 2062882 h 2323145"/>
              <a:gd name="connsiteX225" fmla="*/ 2225830 w 11269336"/>
              <a:gd name="connsiteY225" fmla="*/ 2074027 h 2323145"/>
              <a:gd name="connsiteX226" fmla="*/ 2073776 w 11269336"/>
              <a:gd name="connsiteY226" fmla="*/ 2089244 h 2323145"/>
              <a:gd name="connsiteX227" fmla="*/ 1948256 w 11269336"/>
              <a:gd name="connsiteY227" fmla="*/ 2146616 h 2323145"/>
              <a:gd name="connsiteX228" fmla="*/ 1865582 w 11269336"/>
              <a:gd name="connsiteY228" fmla="*/ 2153738 h 2323145"/>
              <a:gd name="connsiteX229" fmla="*/ 1835210 w 11269336"/>
              <a:gd name="connsiteY229" fmla="*/ 2134244 h 2323145"/>
              <a:gd name="connsiteX230" fmla="*/ 1632661 w 11269336"/>
              <a:gd name="connsiteY230" fmla="*/ 2173882 h 2323145"/>
              <a:gd name="connsiteX231" fmla="*/ 1579590 w 11269336"/>
              <a:gd name="connsiteY231" fmla="*/ 2173680 h 2323145"/>
              <a:gd name="connsiteX232" fmla="*/ 1535601 w 11269336"/>
              <a:gd name="connsiteY232" fmla="*/ 2194590 h 2323145"/>
              <a:gd name="connsiteX233" fmla="*/ 1515594 w 11269336"/>
              <a:gd name="connsiteY233" fmla="*/ 2189622 h 2323145"/>
              <a:gd name="connsiteX234" fmla="*/ 1512113 w 11269336"/>
              <a:gd name="connsiteY234" fmla="*/ 2188534 h 2323145"/>
              <a:gd name="connsiteX235" fmla="*/ 1498838 w 11269336"/>
              <a:gd name="connsiteY235" fmla="*/ 2189213 h 2323145"/>
              <a:gd name="connsiteX236" fmla="*/ 1494279 w 11269336"/>
              <a:gd name="connsiteY236" fmla="*/ 2183112 h 2323145"/>
              <a:gd name="connsiteX237" fmla="*/ 1473714 w 11269336"/>
              <a:gd name="connsiteY237" fmla="*/ 2179625 h 2323145"/>
              <a:gd name="connsiteX238" fmla="*/ 1449503 w 11269336"/>
              <a:gd name="connsiteY238" fmla="*/ 2182633 h 2323145"/>
              <a:gd name="connsiteX239" fmla="*/ 1266687 w 11269336"/>
              <a:gd name="connsiteY239" fmla="*/ 2212688 h 2323145"/>
              <a:gd name="connsiteX240" fmla="*/ 1239614 w 11269336"/>
              <a:gd name="connsiteY240" fmla="*/ 2209727 h 2323145"/>
              <a:gd name="connsiteX241" fmla="*/ 1202436 w 11269336"/>
              <a:gd name="connsiteY241" fmla="*/ 2209817 h 2323145"/>
              <a:gd name="connsiteX242" fmla="*/ 1136097 w 11269336"/>
              <a:gd name="connsiteY242" fmla="*/ 2205112 h 2323145"/>
              <a:gd name="connsiteX243" fmla="*/ 988232 w 11269336"/>
              <a:gd name="connsiteY243" fmla="*/ 2235635 h 2323145"/>
              <a:gd name="connsiteX244" fmla="*/ 981959 w 11269336"/>
              <a:gd name="connsiteY244" fmla="*/ 2231607 h 2323145"/>
              <a:gd name="connsiteX245" fmla="*/ 938600 w 11269336"/>
              <a:gd name="connsiteY245" fmla="*/ 2238113 h 2323145"/>
              <a:gd name="connsiteX246" fmla="*/ 791788 w 11269336"/>
              <a:gd name="connsiteY246" fmla="*/ 2293224 h 2323145"/>
              <a:gd name="connsiteX247" fmla="*/ 706914 w 11269336"/>
              <a:gd name="connsiteY247" fmla="*/ 2305046 h 2323145"/>
              <a:gd name="connsiteX248" fmla="*/ 675971 w 11269336"/>
              <a:gd name="connsiteY248" fmla="*/ 2304030 h 2323145"/>
              <a:gd name="connsiteX249" fmla="*/ 624180 w 11269336"/>
              <a:gd name="connsiteY249" fmla="*/ 2302650 h 2323145"/>
              <a:gd name="connsiteX250" fmla="*/ 583453 w 11269336"/>
              <a:gd name="connsiteY250" fmla="*/ 2288788 h 2323145"/>
              <a:gd name="connsiteX251" fmla="*/ 540946 w 11269336"/>
              <a:gd name="connsiteY251" fmla="*/ 2292721 h 2323145"/>
              <a:gd name="connsiteX252" fmla="*/ 533680 w 11269336"/>
              <a:gd name="connsiteY252" fmla="*/ 2310233 h 2323145"/>
              <a:gd name="connsiteX253" fmla="*/ 487366 w 11269336"/>
              <a:gd name="connsiteY253" fmla="*/ 2309053 h 2323145"/>
              <a:gd name="connsiteX254" fmla="*/ 416820 w 11269336"/>
              <a:gd name="connsiteY254" fmla="*/ 2305443 h 2323145"/>
              <a:gd name="connsiteX255" fmla="*/ 376805 w 11269336"/>
              <a:gd name="connsiteY255" fmla="*/ 2307647 h 2323145"/>
              <a:gd name="connsiteX256" fmla="*/ 266777 w 11269336"/>
              <a:gd name="connsiteY256" fmla="*/ 2309012 h 2323145"/>
              <a:gd name="connsiteX257" fmla="*/ 156013 w 11269336"/>
              <a:gd name="connsiteY257" fmla="*/ 2306832 h 2323145"/>
              <a:gd name="connsiteX258" fmla="*/ 87258 w 11269336"/>
              <a:gd name="connsiteY258" fmla="*/ 2285511 h 2323145"/>
              <a:gd name="connsiteX259" fmla="*/ 23798 w 11269336"/>
              <a:gd name="connsiteY259" fmla="*/ 2281822 h 2323145"/>
              <a:gd name="connsiteX260" fmla="*/ 0 w 11269336"/>
              <a:gd name="connsiteY260" fmla="*/ 2285369 h 2323145"/>
              <a:gd name="connsiteX261" fmla="*/ 0 w 11269336"/>
              <a:gd name="connsiteY261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656836 w 11269336"/>
              <a:gd name="connsiteY18" fmla="*/ 469967 h 2323145"/>
              <a:gd name="connsiteX19" fmla="*/ 9561575 w 11269336"/>
              <a:gd name="connsiteY19" fmla="*/ 559978 h 2323145"/>
              <a:gd name="connsiteX20" fmla="*/ 9162278 w 11269336"/>
              <a:gd name="connsiteY20" fmla="*/ 704724 h 2323145"/>
              <a:gd name="connsiteX21" fmla="*/ 9062863 w 11269336"/>
              <a:gd name="connsiteY21" fmla="*/ 754656 h 2323145"/>
              <a:gd name="connsiteX22" fmla="*/ 8914746 w 11269336"/>
              <a:gd name="connsiteY22" fmla="*/ 826428 h 2323145"/>
              <a:gd name="connsiteX23" fmla="*/ 8917778 w 11269336"/>
              <a:gd name="connsiteY23" fmla="*/ 835198 h 2323145"/>
              <a:gd name="connsiteX24" fmla="*/ 8905560 w 11269336"/>
              <a:gd name="connsiteY24" fmla="*/ 838358 h 2323145"/>
              <a:gd name="connsiteX25" fmla="*/ 8897564 w 11269336"/>
              <a:gd name="connsiteY25" fmla="*/ 834287 h 2323145"/>
              <a:gd name="connsiteX26" fmla="*/ 8878040 w 11269336"/>
              <a:gd name="connsiteY26" fmla="*/ 844150 h 2323145"/>
              <a:gd name="connsiteX27" fmla="*/ 8795998 w 11269336"/>
              <a:gd name="connsiteY27" fmla="*/ 863337 h 2323145"/>
              <a:gd name="connsiteX28" fmla="*/ 8776970 w 11269336"/>
              <a:gd name="connsiteY28" fmla="*/ 885177 h 2323145"/>
              <a:gd name="connsiteX29" fmla="*/ 8755719 w 11269336"/>
              <a:gd name="connsiteY29" fmla="*/ 889754 h 2323145"/>
              <a:gd name="connsiteX30" fmla="*/ 8743257 w 11269336"/>
              <a:gd name="connsiteY30" fmla="*/ 904723 h 2323145"/>
              <a:gd name="connsiteX31" fmla="*/ 8721366 w 11269336"/>
              <a:gd name="connsiteY31" fmla="*/ 904711 h 2323145"/>
              <a:gd name="connsiteX32" fmla="*/ 8678353 w 11269336"/>
              <a:gd name="connsiteY32" fmla="*/ 926318 h 2323145"/>
              <a:gd name="connsiteX33" fmla="*/ 8636849 w 11269336"/>
              <a:gd name="connsiteY33" fmla="*/ 937900 h 2323145"/>
              <a:gd name="connsiteX34" fmla="*/ 8620213 w 11269336"/>
              <a:gd name="connsiteY34" fmla="*/ 943068 h 2323145"/>
              <a:gd name="connsiteX35" fmla="*/ 8612581 w 11269336"/>
              <a:gd name="connsiteY35" fmla="*/ 952695 h 2323145"/>
              <a:gd name="connsiteX36" fmla="*/ 8589038 w 11269336"/>
              <a:gd name="connsiteY36" fmla="*/ 963892 h 2323145"/>
              <a:gd name="connsiteX37" fmla="*/ 8579950 w 11269336"/>
              <a:gd name="connsiteY37" fmla="*/ 960899 h 2323145"/>
              <a:gd name="connsiteX38" fmla="*/ 8579319 w 11269336"/>
              <a:gd name="connsiteY38" fmla="*/ 965630 h 2323145"/>
              <a:gd name="connsiteX39" fmla="*/ 8547429 w 11269336"/>
              <a:gd name="connsiteY39" fmla="*/ 984506 h 2323145"/>
              <a:gd name="connsiteX40" fmla="*/ 8478704 w 11269336"/>
              <a:gd name="connsiteY40" fmla="*/ 1025490 h 2323145"/>
              <a:gd name="connsiteX41" fmla="*/ 8461421 w 11269336"/>
              <a:gd name="connsiteY41" fmla="*/ 1035512 h 2323145"/>
              <a:gd name="connsiteX42" fmla="*/ 8445003 w 11269336"/>
              <a:gd name="connsiteY42" fmla="*/ 1036851 h 2323145"/>
              <a:gd name="connsiteX43" fmla="*/ 8357350 w 11269336"/>
              <a:gd name="connsiteY43" fmla="*/ 1060213 h 2323145"/>
              <a:gd name="connsiteX44" fmla="*/ 8335565 w 11269336"/>
              <a:gd name="connsiteY44" fmla="*/ 1061151 h 2323145"/>
              <a:gd name="connsiteX45" fmla="*/ 8325267 w 11269336"/>
              <a:gd name="connsiteY45" fmla="*/ 1055919 h 2323145"/>
              <a:gd name="connsiteX46" fmla="*/ 8293586 w 11269336"/>
              <a:gd name="connsiteY46" fmla="*/ 1076144 h 2323145"/>
              <a:gd name="connsiteX47" fmla="*/ 8242405 w 11269336"/>
              <a:gd name="connsiteY47" fmla="*/ 1095960 h 2323145"/>
              <a:gd name="connsiteX48" fmla="*/ 8197391 w 11269336"/>
              <a:gd name="connsiteY48" fmla="*/ 1107746 h 2323145"/>
              <a:gd name="connsiteX49" fmla="*/ 8081474 w 11269336"/>
              <a:gd name="connsiteY49" fmla="*/ 1130125 h 2323145"/>
              <a:gd name="connsiteX50" fmla="*/ 8053585 w 11269336"/>
              <a:gd name="connsiteY50" fmla="*/ 1129169 h 2323145"/>
              <a:gd name="connsiteX51" fmla="*/ 8038422 w 11269336"/>
              <a:gd name="connsiteY51" fmla="*/ 1119092 h 2323145"/>
              <a:gd name="connsiteX52" fmla="*/ 8029450 w 11269336"/>
              <a:gd name="connsiteY52" fmla="*/ 1125592 h 2323145"/>
              <a:gd name="connsiteX53" fmla="*/ 7959552 w 11269336"/>
              <a:gd name="connsiteY53" fmla="*/ 1140188 h 2323145"/>
              <a:gd name="connsiteX54" fmla="*/ 7914188 w 11269336"/>
              <a:gd name="connsiteY54" fmla="*/ 1150862 h 2323145"/>
              <a:gd name="connsiteX55" fmla="*/ 7914918 w 11269336"/>
              <a:gd name="connsiteY55" fmla="*/ 1168758 h 2323145"/>
              <a:gd name="connsiteX56" fmla="*/ 7875510 w 11269336"/>
              <a:gd name="connsiteY56" fmla="*/ 1183153 h 2323145"/>
              <a:gd name="connsiteX57" fmla="*/ 7829932 w 11269336"/>
              <a:gd name="connsiteY57" fmla="*/ 1180782 h 2323145"/>
              <a:gd name="connsiteX58" fmla="*/ 7779182 w 11269336"/>
              <a:gd name="connsiteY58" fmla="*/ 1192665 h 2323145"/>
              <a:gd name="connsiteX59" fmla="*/ 7748774 w 11269336"/>
              <a:gd name="connsiteY59" fmla="*/ 1199586 h 2323145"/>
              <a:gd name="connsiteX60" fmla="*/ 7671846 w 11269336"/>
              <a:gd name="connsiteY60" fmla="*/ 1231966 h 2323145"/>
              <a:gd name="connsiteX61" fmla="*/ 7554146 w 11269336"/>
              <a:gd name="connsiteY61" fmla="*/ 1319748 h 2323145"/>
              <a:gd name="connsiteX62" fmla="*/ 7515052 w 11269336"/>
              <a:gd name="connsiteY62" fmla="*/ 1336718 h 2323145"/>
              <a:gd name="connsiteX63" fmla="*/ 7507193 w 11269336"/>
              <a:gd name="connsiteY63" fmla="*/ 1334617 h 2323145"/>
              <a:gd name="connsiteX64" fmla="*/ 7461694 w 11269336"/>
              <a:gd name="connsiteY64" fmla="*/ 1375866 h 2323145"/>
              <a:gd name="connsiteX65" fmla="*/ 7377571 w 11269336"/>
              <a:gd name="connsiteY65" fmla="*/ 1400128 h 2323145"/>
              <a:gd name="connsiteX66" fmla="*/ 7311261 w 11269336"/>
              <a:gd name="connsiteY66" fmla="*/ 1412652 h 2323145"/>
              <a:gd name="connsiteX67" fmla="*/ 7275307 w 11269336"/>
              <a:gd name="connsiteY67" fmla="*/ 1422171 h 2323145"/>
              <a:gd name="connsiteX68" fmla="*/ 7247783 w 11269336"/>
              <a:gd name="connsiteY68" fmla="*/ 1426330 h 2323145"/>
              <a:gd name="connsiteX69" fmla="*/ 7185047 w 11269336"/>
              <a:gd name="connsiteY69" fmla="*/ 1451812 h 2323145"/>
              <a:gd name="connsiteX70" fmla="*/ 7084117 w 11269336"/>
              <a:gd name="connsiteY70" fmla="*/ 1500281 h 2323145"/>
              <a:gd name="connsiteX71" fmla="*/ 7062011 w 11269336"/>
              <a:gd name="connsiteY71" fmla="*/ 1509183 h 2323145"/>
              <a:gd name="connsiteX72" fmla="*/ 7040555 w 11269336"/>
              <a:gd name="connsiteY72" fmla="*/ 1511207 h 2323145"/>
              <a:gd name="connsiteX73" fmla="*/ 7033438 w 11269336"/>
              <a:gd name="connsiteY73" fmla="*/ 1506772 h 2323145"/>
              <a:gd name="connsiteX74" fmla="*/ 7020886 w 11269336"/>
              <a:gd name="connsiteY74" fmla="*/ 1510764 h 2323145"/>
              <a:gd name="connsiteX75" fmla="*/ 7017033 w 11269336"/>
              <a:gd name="connsiteY75" fmla="*/ 1510650 h 2323145"/>
              <a:gd name="connsiteX76" fmla="*/ 6995460 w 11269336"/>
              <a:gd name="connsiteY76" fmla="*/ 1511173 h 2323145"/>
              <a:gd name="connsiteX77" fmla="*/ 6962144 w 11269336"/>
              <a:gd name="connsiteY77" fmla="*/ 1541508 h 2323145"/>
              <a:gd name="connsiteX78" fmla="*/ 6910674 w 11269336"/>
              <a:gd name="connsiteY78" fmla="*/ 1554793 h 2323145"/>
              <a:gd name="connsiteX79" fmla="*/ 6732152 w 11269336"/>
              <a:gd name="connsiteY79" fmla="*/ 1642538 h 2323145"/>
              <a:gd name="connsiteX80" fmla="*/ 6694106 w 11269336"/>
              <a:gd name="connsiteY80" fmla="*/ 1632377 h 2323145"/>
              <a:gd name="connsiteX81" fmla="*/ 6617223 w 11269336"/>
              <a:gd name="connsiteY81" fmla="*/ 1659889 h 2323145"/>
              <a:gd name="connsiteX82" fmla="*/ 6521138 w 11269336"/>
              <a:gd name="connsiteY82" fmla="*/ 1744340 h 2323145"/>
              <a:gd name="connsiteX83" fmla="*/ 6380677 w 11269336"/>
              <a:gd name="connsiteY83" fmla="*/ 1796883 h 2323145"/>
              <a:gd name="connsiteX84" fmla="*/ 6374897 w 11269336"/>
              <a:gd name="connsiteY84" fmla="*/ 1809910 h 2323145"/>
              <a:gd name="connsiteX85" fmla="*/ 6364545 w 11269336"/>
              <a:gd name="connsiteY85" fmla="*/ 1820090 h 2323145"/>
              <a:gd name="connsiteX86" fmla="*/ 6362126 w 11269336"/>
              <a:gd name="connsiteY86" fmla="*/ 1819991 h 2323145"/>
              <a:gd name="connsiteX87" fmla="*/ 6346673 w 11269336"/>
              <a:gd name="connsiteY87" fmla="*/ 1827824 h 2323145"/>
              <a:gd name="connsiteX88" fmla="*/ 6345588 w 11269336"/>
              <a:gd name="connsiteY88" fmla="*/ 1832232 h 2323145"/>
              <a:gd name="connsiteX89" fmla="*/ 6335708 w 11269336"/>
              <a:gd name="connsiteY89" fmla="*/ 1838451 h 2323145"/>
              <a:gd name="connsiteX90" fmla="*/ 6318182 w 11269336"/>
              <a:gd name="connsiteY90" fmla="*/ 1852975 h 2323145"/>
              <a:gd name="connsiteX91" fmla="*/ 6313084 w 11269336"/>
              <a:gd name="connsiteY91" fmla="*/ 1853561 h 2323145"/>
              <a:gd name="connsiteX92" fmla="*/ 6283816 w 11269336"/>
              <a:gd name="connsiteY92" fmla="*/ 1872148 h 2323145"/>
              <a:gd name="connsiteX93" fmla="*/ 6282550 w 11269336"/>
              <a:gd name="connsiteY93" fmla="*/ 1871392 h 2323145"/>
              <a:gd name="connsiteX94" fmla="*/ 6270527 w 11269336"/>
              <a:gd name="connsiteY94" fmla="*/ 1872208 h 2323145"/>
              <a:gd name="connsiteX95" fmla="*/ 6249518 w 11269336"/>
              <a:gd name="connsiteY95" fmla="*/ 1876079 h 2323145"/>
              <a:gd name="connsiteX96" fmla="*/ 6190386 w 11269336"/>
              <a:gd name="connsiteY96" fmla="*/ 1872478 h 2323145"/>
              <a:gd name="connsiteX97" fmla="*/ 6159777 w 11269336"/>
              <a:gd name="connsiteY97" fmla="*/ 1891745 h 2323145"/>
              <a:gd name="connsiteX98" fmla="*/ 6153131 w 11269336"/>
              <a:gd name="connsiteY98" fmla="*/ 1895079 h 2323145"/>
              <a:gd name="connsiteX99" fmla="*/ 6152798 w 11269336"/>
              <a:gd name="connsiteY99" fmla="*/ 1894920 h 2323145"/>
              <a:gd name="connsiteX100" fmla="*/ 6145388 w 11269336"/>
              <a:gd name="connsiteY100" fmla="*/ 1897990 h 2323145"/>
              <a:gd name="connsiteX101" fmla="*/ 6141014 w 11269336"/>
              <a:gd name="connsiteY101" fmla="*/ 1901155 h 2323145"/>
              <a:gd name="connsiteX102" fmla="*/ 6128122 w 11269336"/>
              <a:gd name="connsiteY102" fmla="*/ 1907623 h 2323145"/>
              <a:gd name="connsiteX103" fmla="*/ 6122351 w 11269336"/>
              <a:gd name="connsiteY103" fmla="*/ 1908359 h 2323145"/>
              <a:gd name="connsiteX104" fmla="*/ 6064750 w 11269336"/>
              <a:gd name="connsiteY104" fmla="*/ 1896394 h 2323145"/>
              <a:gd name="connsiteX105" fmla="*/ 5964230 w 11269336"/>
              <a:gd name="connsiteY105" fmla="*/ 1910038 h 2323145"/>
              <a:gd name="connsiteX106" fmla="*/ 5865399 w 11269336"/>
              <a:gd name="connsiteY106" fmla="*/ 1926966 h 2323145"/>
              <a:gd name="connsiteX107" fmla="*/ 5829951 w 11269336"/>
              <a:gd name="connsiteY107" fmla="*/ 1934755 h 2323145"/>
              <a:gd name="connsiteX108" fmla="*/ 5765285 w 11269336"/>
              <a:gd name="connsiteY108" fmla="*/ 1941322 h 2323145"/>
              <a:gd name="connsiteX109" fmla="*/ 5734750 w 11269336"/>
              <a:gd name="connsiteY109" fmla="*/ 1939793 h 2323145"/>
              <a:gd name="connsiteX110" fmla="*/ 5733569 w 11269336"/>
              <a:gd name="connsiteY110" fmla="*/ 1940505 h 2323145"/>
              <a:gd name="connsiteX111" fmla="*/ 5730329 w 11269336"/>
              <a:gd name="connsiteY111" fmla="*/ 1937845 h 2323145"/>
              <a:gd name="connsiteX112" fmla="*/ 5724661 w 11269336"/>
              <a:gd name="connsiteY112" fmla="*/ 1937455 h 2323145"/>
              <a:gd name="connsiteX113" fmla="*/ 5710186 w 11269336"/>
              <a:gd name="connsiteY113" fmla="*/ 1941370 h 2323145"/>
              <a:gd name="connsiteX114" fmla="*/ 5704910 w 11269336"/>
              <a:gd name="connsiteY114" fmla="*/ 1943663 h 2323145"/>
              <a:gd name="connsiteX115" fmla="*/ 5696836 w 11269336"/>
              <a:gd name="connsiteY115" fmla="*/ 1945271 h 2323145"/>
              <a:gd name="connsiteX116" fmla="*/ 5696583 w 11269336"/>
              <a:gd name="connsiteY116" fmla="*/ 1945050 h 2323145"/>
              <a:gd name="connsiteX117" fmla="*/ 5689123 w 11269336"/>
              <a:gd name="connsiteY117" fmla="*/ 1947067 h 2323145"/>
              <a:gd name="connsiteX118" fmla="*/ 5653291 w 11269336"/>
              <a:gd name="connsiteY118" fmla="*/ 1960245 h 2323145"/>
              <a:gd name="connsiteX119" fmla="*/ 5599385 w 11269336"/>
              <a:gd name="connsiteY119" fmla="*/ 1945198 h 2323145"/>
              <a:gd name="connsiteX120" fmla="*/ 5578300 w 11269336"/>
              <a:gd name="connsiteY120" fmla="*/ 1944963 h 2323145"/>
              <a:gd name="connsiteX121" fmla="*/ 5566758 w 11269336"/>
              <a:gd name="connsiteY121" fmla="*/ 1943441 h 2323145"/>
              <a:gd name="connsiteX122" fmla="*/ 5565857 w 11269336"/>
              <a:gd name="connsiteY122" fmla="*/ 1942445 h 2323145"/>
              <a:gd name="connsiteX123" fmla="*/ 5531534 w 11269336"/>
              <a:gd name="connsiteY123" fmla="*/ 1955208 h 2323145"/>
              <a:gd name="connsiteX124" fmla="*/ 5526552 w 11269336"/>
              <a:gd name="connsiteY124" fmla="*/ 1954799 h 2323145"/>
              <a:gd name="connsiteX125" fmla="*/ 5504723 w 11269336"/>
              <a:gd name="connsiteY125" fmla="*/ 1965811 h 2323145"/>
              <a:gd name="connsiteX126" fmla="*/ 5493156 w 11269336"/>
              <a:gd name="connsiteY126" fmla="*/ 1970063 h 2323145"/>
              <a:gd name="connsiteX127" fmla="*/ 5490486 w 11269336"/>
              <a:gd name="connsiteY127" fmla="*/ 1974227 h 2323145"/>
              <a:gd name="connsiteX128" fmla="*/ 5473107 w 11269336"/>
              <a:gd name="connsiteY128" fmla="*/ 1979001 h 2323145"/>
              <a:gd name="connsiteX129" fmla="*/ 5470885 w 11269336"/>
              <a:gd name="connsiteY129" fmla="*/ 1978432 h 2323145"/>
              <a:gd name="connsiteX130" fmla="*/ 5457393 w 11269336"/>
              <a:gd name="connsiteY130" fmla="*/ 1986525 h 2323145"/>
              <a:gd name="connsiteX131" fmla="*/ 5447102 w 11269336"/>
              <a:gd name="connsiteY131" fmla="*/ 1998329 h 2323145"/>
              <a:gd name="connsiteX132" fmla="*/ 5159151 w 11269336"/>
              <a:gd name="connsiteY132" fmla="*/ 2029640 h 2323145"/>
              <a:gd name="connsiteX133" fmla="*/ 5098838 w 11269336"/>
              <a:gd name="connsiteY133" fmla="*/ 2062961 h 2323145"/>
              <a:gd name="connsiteX134" fmla="*/ 4860988 w 11269336"/>
              <a:gd name="connsiteY134" fmla="*/ 2135698 h 2323145"/>
              <a:gd name="connsiteX135" fmla="*/ 4807902 w 11269336"/>
              <a:gd name="connsiteY135" fmla="*/ 2138894 h 2323145"/>
              <a:gd name="connsiteX136" fmla="*/ 4765388 w 11269336"/>
              <a:gd name="connsiteY136" fmla="*/ 2162525 h 2323145"/>
              <a:gd name="connsiteX137" fmla="*/ 4745033 w 11269336"/>
              <a:gd name="connsiteY137" fmla="*/ 2158859 h 2323145"/>
              <a:gd name="connsiteX138" fmla="*/ 4741475 w 11269336"/>
              <a:gd name="connsiteY138" fmla="*/ 2157998 h 2323145"/>
              <a:gd name="connsiteX139" fmla="*/ 4728247 w 11269336"/>
              <a:gd name="connsiteY139" fmla="*/ 2159526 h 2323145"/>
              <a:gd name="connsiteX140" fmla="*/ 4723263 w 11269336"/>
              <a:gd name="connsiteY140" fmla="*/ 2153742 h 2323145"/>
              <a:gd name="connsiteX141" fmla="*/ 4702453 w 11269336"/>
              <a:gd name="connsiteY141" fmla="*/ 2151586 h 2323145"/>
              <a:gd name="connsiteX142" fmla="*/ 4593061 w 11269336"/>
              <a:gd name="connsiteY142" fmla="*/ 2171597 h 2323145"/>
              <a:gd name="connsiteX143" fmla="*/ 4533444 w 11269336"/>
              <a:gd name="connsiteY143" fmla="*/ 2181200 h 2323145"/>
              <a:gd name="connsiteX144" fmla="*/ 4492832 w 11269336"/>
              <a:gd name="connsiteY144" fmla="*/ 2188033 h 2323145"/>
              <a:gd name="connsiteX145" fmla="*/ 4467257 w 11269336"/>
              <a:gd name="connsiteY145" fmla="*/ 2196121 h 2323145"/>
              <a:gd name="connsiteX146" fmla="*/ 4459937 w 11269336"/>
              <a:gd name="connsiteY146" fmla="*/ 2195182 h 2323145"/>
              <a:gd name="connsiteX147" fmla="*/ 4433312 w 11269336"/>
              <a:gd name="connsiteY147" fmla="*/ 2199004 h 2323145"/>
              <a:gd name="connsiteX148" fmla="*/ 4420601 w 11269336"/>
              <a:gd name="connsiteY148" fmla="*/ 2205158 h 2323145"/>
              <a:gd name="connsiteX149" fmla="*/ 4405765 w 11269336"/>
              <a:gd name="connsiteY149" fmla="*/ 2199902 h 2323145"/>
              <a:gd name="connsiteX150" fmla="*/ 4401354 w 11269336"/>
              <a:gd name="connsiteY150" fmla="*/ 2194745 h 2323145"/>
              <a:gd name="connsiteX151" fmla="*/ 4383151 w 11269336"/>
              <a:gd name="connsiteY151" fmla="*/ 2201140 h 2323145"/>
              <a:gd name="connsiteX152" fmla="*/ 4366646 w 11269336"/>
              <a:gd name="connsiteY152" fmla="*/ 2198564 h 2323145"/>
              <a:gd name="connsiteX153" fmla="*/ 4354009 w 11269336"/>
              <a:gd name="connsiteY153" fmla="*/ 2204984 h 2323145"/>
              <a:gd name="connsiteX154" fmla="*/ 4348284 w 11269336"/>
              <a:gd name="connsiteY154" fmla="*/ 2205270 h 2323145"/>
              <a:gd name="connsiteX155" fmla="*/ 4333906 w 11269336"/>
              <a:gd name="connsiteY155" fmla="*/ 2205251 h 2323145"/>
              <a:gd name="connsiteX156" fmla="*/ 4308819 w 11269336"/>
              <a:gd name="connsiteY156" fmla="*/ 2203822 h 2323145"/>
              <a:gd name="connsiteX157" fmla="*/ 4301210 w 11269336"/>
              <a:gd name="connsiteY157" fmla="*/ 2204456 h 2323145"/>
              <a:gd name="connsiteX158" fmla="*/ 4283095 w 11269336"/>
              <a:gd name="connsiteY158" fmla="*/ 2198177 h 2323145"/>
              <a:gd name="connsiteX159" fmla="*/ 4250119 w 11269336"/>
              <a:gd name="connsiteY159" fmla="*/ 2196342 h 2323145"/>
              <a:gd name="connsiteX160" fmla="*/ 4189203 w 11269336"/>
              <a:gd name="connsiteY160" fmla="*/ 2178994 h 2323145"/>
              <a:gd name="connsiteX161" fmla="*/ 4154035 w 11269336"/>
              <a:gd name="connsiteY161" fmla="*/ 2171950 h 2323145"/>
              <a:gd name="connsiteX162" fmla="*/ 4129569 w 11269336"/>
              <a:gd name="connsiteY162" fmla="*/ 2163850 h 2323145"/>
              <a:gd name="connsiteX163" fmla="*/ 4061250 w 11269336"/>
              <a:gd name="connsiteY163" fmla="*/ 2159236 h 2323145"/>
              <a:gd name="connsiteX164" fmla="*/ 3945480 w 11269336"/>
              <a:gd name="connsiteY164" fmla="*/ 2158279 h 2323145"/>
              <a:gd name="connsiteX165" fmla="*/ 3921468 w 11269336"/>
              <a:gd name="connsiteY165" fmla="*/ 2156588 h 2323145"/>
              <a:gd name="connsiteX166" fmla="*/ 3903348 w 11269336"/>
              <a:gd name="connsiteY166" fmla="*/ 2149220 h 2323145"/>
              <a:gd name="connsiteX167" fmla="*/ 3901342 w 11269336"/>
              <a:gd name="connsiteY167" fmla="*/ 2142355 h 2323145"/>
              <a:gd name="connsiteX168" fmla="*/ 3888539 w 11269336"/>
              <a:gd name="connsiteY168" fmla="*/ 2140476 h 2323145"/>
              <a:gd name="connsiteX169" fmla="*/ 3885662 w 11269336"/>
              <a:gd name="connsiteY169" fmla="*/ 2138740 h 2323145"/>
              <a:gd name="connsiteX170" fmla="*/ 3868627 w 11269336"/>
              <a:gd name="connsiteY170" fmla="*/ 2130023 h 2323145"/>
              <a:gd name="connsiteX171" fmla="*/ 3819177 w 11269336"/>
              <a:gd name="connsiteY171" fmla="*/ 2142111 h 2323145"/>
              <a:gd name="connsiteX172" fmla="*/ 3769100 w 11269336"/>
              <a:gd name="connsiteY172" fmla="*/ 2131731 h 2323145"/>
              <a:gd name="connsiteX173" fmla="*/ 3562752 w 11269336"/>
              <a:gd name="connsiteY173" fmla="*/ 2131785 h 2323145"/>
              <a:gd name="connsiteX174" fmla="*/ 3541402 w 11269336"/>
              <a:gd name="connsiteY174" fmla="*/ 2106821 h 2323145"/>
              <a:gd name="connsiteX175" fmla="*/ 3365341 w 11269336"/>
              <a:gd name="connsiteY175" fmla="*/ 2077638 h 2323145"/>
              <a:gd name="connsiteX176" fmla="*/ 3170922 w 11269336"/>
              <a:gd name="connsiteY176" fmla="*/ 2115957 h 2323145"/>
              <a:gd name="connsiteX177" fmla="*/ 3156256 w 11269336"/>
              <a:gd name="connsiteY177" fmla="*/ 2124773 h 2323145"/>
              <a:gd name="connsiteX178" fmla="*/ 3140298 w 11269336"/>
              <a:gd name="connsiteY178" fmla="*/ 2129182 h 2323145"/>
              <a:gd name="connsiteX179" fmla="*/ 3138514 w 11269336"/>
              <a:gd name="connsiteY179" fmla="*/ 2128069 h 2323145"/>
              <a:gd name="connsiteX180" fmla="*/ 3120467 w 11269336"/>
              <a:gd name="connsiteY180" fmla="*/ 2128281 h 2323145"/>
              <a:gd name="connsiteX181" fmla="*/ 3116175 w 11269336"/>
              <a:gd name="connsiteY181" fmla="*/ 2131633 h 2323145"/>
              <a:gd name="connsiteX182" fmla="*/ 3103685 w 11269336"/>
              <a:gd name="connsiteY182" fmla="*/ 2132814 h 2323145"/>
              <a:gd name="connsiteX183" fmla="*/ 3078794 w 11269336"/>
              <a:gd name="connsiteY183" fmla="*/ 2137935 h 2323145"/>
              <a:gd name="connsiteX184" fmla="*/ 3074407 w 11269336"/>
              <a:gd name="connsiteY184" fmla="*/ 2136274 h 2323145"/>
              <a:gd name="connsiteX185" fmla="*/ 3037285 w 11269336"/>
              <a:gd name="connsiteY185" fmla="*/ 2139919 h 2323145"/>
              <a:gd name="connsiteX186" fmla="*/ 3036901 w 11269336"/>
              <a:gd name="connsiteY186" fmla="*/ 2138726 h 2323145"/>
              <a:gd name="connsiteX187" fmla="*/ 3026996 w 11269336"/>
              <a:gd name="connsiteY187" fmla="*/ 2134322 h 2323145"/>
              <a:gd name="connsiteX188" fmla="*/ 3007772 w 11269336"/>
              <a:gd name="connsiteY188" fmla="*/ 2128742 h 2323145"/>
              <a:gd name="connsiteX189" fmla="*/ 2965030 w 11269336"/>
              <a:gd name="connsiteY189" fmla="*/ 2100494 h 2323145"/>
              <a:gd name="connsiteX190" fmla="*/ 2926342 w 11269336"/>
              <a:gd name="connsiteY190" fmla="*/ 2104155 h 2323145"/>
              <a:gd name="connsiteX191" fmla="*/ 2918608 w 11269336"/>
              <a:gd name="connsiteY191" fmla="*/ 2104215 h 2323145"/>
              <a:gd name="connsiteX192" fmla="*/ 2918475 w 11269336"/>
              <a:gd name="connsiteY192" fmla="*/ 2103937 h 2323145"/>
              <a:gd name="connsiteX193" fmla="*/ 2910360 w 11269336"/>
              <a:gd name="connsiteY193" fmla="*/ 2103444 h 2323145"/>
              <a:gd name="connsiteX194" fmla="*/ 2904507 w 11269336"/>
              <a:gd name="connsiteY194" fmla="*/ 2104326 h 2323145"/>
              <a:gd name="connsiteX195" fmla="*/ 2889503 w 11269336"/>
              <a:gd name="connsiteY195" fmla="*/ 2104443 h 2323145"/>
              <a:gd name="connsiteX196" fmla="*/ 2884480 w 11269336"/>
              <a:gd name="connsiteY196" fmla="*/ 2102626 h 2323145"/>
              <a:gd name="connsiteX197" fmla="*/ 2882689 w 11269336"/>
              <a:gd name="connsiteY197" fmla="*/ 2099228 h 2323145"/>
              <a:gd name="connsiteX198" fmla="*/ 2881291 w 11269336"/>
              <a:gd name="connsiteY198" fmla="*/ 2099618 h 2323145"/>
              <a:gd name="connsiteX199" fmla="*/ 2853979 w 11269336"/>
              <a:gd name="connsiteY199" fmla="*/ 2090388 h 2323145"/>
              <a:gd name="connsiteX200" fmla="*/ 2791790 w 11269336"/>
              <a:gd name="connsiteY200" fmla="*/ 2080332 h 2323145"/>
              <a:gd name="connsiteX201" fmla="*/ 2755844 w 11269336"/>
              <a:gd name="connsiteY201" fmla="*/ 2078874 h 2323145"/>
              <a:gd name="connsiteX202" fmla="*/ 2657742 w 11269336"/>
              <a:gd name="connsiteY202" fmla="*/ 2070179 h 2323145"/>
              <a:gd name="connsiteX203" fmla="*/ 2559549 w 11269336"/>
              <a:gd name="connsiteY203" fmla="*/ 2057873 h 2323145"/>
              <a:gd name="connsiteX204" fmla="*/ 2512054 w 11269336"/>
              <a:gd name="connsiteY204" fmla="*/ 2031671 h 2323145"/>
              <a:gd name="connsiteX205" fmla="*/ 2506437 w 11269336"/>
              <a:gd name="connsiteY205" fmla="*/ 2030918 h 2323145"/>
              <a:gd name="connsiteX206" fmla="*/ 2491752 w 11269336"/>
              <a:gd name="connsiteY206" fmla="*/ 2033906 h 2323145"/>
              <a:gd name="connsiteX207" fmla="*/ 2486338 w 11269336"/>
              <a:gd name="connsiteY207" fmla="*/ 2035862 h 2323145"/>
              <a:gd name="connsiteX208" fmla="*/ 2478186 w 11269336"/>
              <a:gd name="connsiteY208" fmla="*/ 2036953 h 2323145"/>
              <a:gd name="connsiteX209" fmla="*/ 2477950 w 11269336"/>
              <a:gd name="connsiteY209" fmla="*/ 2036715 h 2323145"/>
              <a:gd name="connsiteX210" fmla="*/ 2470381 w 11269336"/>
              <a:gd name="connsiteY210" fmla="*/ 2038256 h 2323145"/>
              <a:gd name="connsiteX211" fmla="*/ 2433781 w 11269336"/>
              <a:gd name="connsiteY211" fmla="*/ 2049140 h 2323145"/>
              <a:gd name="connsiteX212" fmla="*/ 2381172 w 11269336"/>
              <a:gd name="connsiteY212" fmla="*/ 2030645 h 2323145"/>
              <a:gd name="connsiteX213" fmla="*/ 2360198 w 11269336"/>
              <a:gd name="connsiteY213" fmla="*/ 2029059 h 2323145"/>
              <a:gd name="connsiteX214" fmla="*/ 2348815 w 11269336"/>
              <a:gd name="connsiteY214" fmla="*/ 2026798 h 2323145"/>
              <a:gd name="connsiteX215" fmla="*/ 2347988 w 11269336"/>
              <a:gd name="connsiteY215" fmla="*/ 2025745 h 2323145"/>
              <a:gd name="connsiteX216" fmla="*/ 2312920 w 11269336"/>
              <a:gd name="connsiteY216" fmla="*/ 2036311 h 2323145"/>
              <a:gd name="connsiteX217" fmla="*/ 2307986 w 11269336"/>
              <a:gd name="connsiteY217" fmla="*/ 2035583 h 2323145"/>
              <a:gd name="connsiteX218" fmla="*/ 2285481 w 11269336"/>
              <a:gd name="connsiteY218" fmla="*/ 2045197 h 2323145"/>
              <a:gd name="connsiteX219" fmla="*/ 2273666 w 11269336"/>
              <a:gd name="connsiteY219" fmla="*/ 2048710 h 2323145"/>
              <a:gd name="connsiteX220" fmla="*/ 2270719 w 11269336"/>
              <a:gd name="connsiteY220" fmla="*/ 2052702 h 2323145"/>
              <a:gd name="connsiteX221" fmla="*/ 2253080 w 11269336"/>
              <a:gd name="connsiteY221" fmla="*/ 2056363 h 2323145"/>
              <a:gd name="connsiteX222" fmla="*/ 2250906 w 11269336"/>
              <a:gd name="connsiteY222" fmla="*/ 2055654 h 2323145"/>
              <a:gd name="connsiteX223" fmla="*/ 2236905 w 11269336"/>
              <a:gd name="connsiteY223" fmla="*/ 2062882 h 2323145"/>
              <a:gd name="connsiteX224" fmla="*/ 2225830 w 11269336"/>
              <a:gd name="connsiteY224" fmla="*/ 2074027 h 2323145"/>
              <a:gd name="connsiteX225" fmla="*/ 2073776 w 11269336"/>
              <a:gd name="connsiteY225" fmla="*/ 2089244 h 2323145"/>
              <a:gd name="connsiteX226" fmla="*/ 1948256 w 11269336"/>
              <a:gd name="connsiteY226" fmla="*/ 2146616 h 2323145"/>
              <a:gd name="connsiteX227" fmla="*/ 1865582 w 11269336"/>
              <a:gd name="connsiteY227" fmla="*/ 2153738 h 2323145"/>
              <a:gd name="connsiteX228" fmla="*/ 1835210 w 11269336"/>
              <a:gd name="connsiteY228" fmla="*/ 2134244 h 2323145"/>
              <a:gd name="connsiteX229" fmla="*/ 1632661 w 11269336"/>
              <a:gd name="connsiteY229" fmla="*/ 2173882 h 2323145"/>
              <a:gd name="connsiteX230" fmla="*/ 1579590 w 11269336"/>
              <a:gd name="connsiteY230" fmla="*/ 2173680 h 2323145"/>
              <a:gd name="connsiteX231" fmla="*/ 1535601 w 11269336"/>
              <a:gd name="connsiteY231" fmla="*/ 2194590 h 2323145"/>
              <a:gd name="connsiteX232" fmla="*/ 1515594 w 11269336"/>
              <a:gd name="connsiteY232" fmla="*/ 2189622 h 2323145"/>
              <a:gd name="connsiteX233" fmla="*/ 1512113 w 11269336"/>
              <a:gd name="connsiteY233" fmla="*/ 2188534 h 2323145"/>
              <a:gd name="connsiteX234" fmla="*/ 1498838 w 11269336"/>
              <a:gd name="connsiteY234" fmla="*/ 2189213 h 2323145"/>
              <a:gd name="connsiteX235" fmla="*/ 1494279 w 11269336"/>
              <a:gd name="connsiteY235" fmla="*/ 2183112 h 2323145"/>
              <a:gd name="connsiteX236" fmla="*/ 1473714 w 11269336"/>
              <a:gd name="connsiteY236" fmla="*/ 2179625 h 2323145"/>
              <a:gd name="connsiteX237" fmla="*/ 1449503 w 11269336"/>
              <a:gd name="connsiteY237" fmla="*/ 2182633 h 2323145"/>
              <a:gd name="connsiteX238" fmla="*/ 1266687 w 11269336"/>
              <a:gd name="connsiteY238" fmla="*/ 2212688 h 2323145"/>
              <a:gd name="connsiteX239" fmla="*/ 1239614 w 11269336"/>
              <a:gd name="connsiteY239" fmla="*/ 2209727 h 2323145"/>
              <a:gd name="connsiteX240" fmla="*/ 1202436 w 11269336"/>
              <a:gd name="connsiteY240" fmla="*/ 2209817 h 2323145"/>
              <a:gd name="connsiteX241" fmla="*/ 1136097 w 11269336"/>
              <a:gd name="connsiteY241" fmla="*/ 2205112 h 2323145"/>
              <a:gd name="connsiteX242" fmla="*/ 988232 w 11269336"/>
              <a:gd name="connsiteY242" fmla="*/ 2235635 h 2323145"/>
              <a:gd name="connsiteX243" fmla="*/ 981959 w 11269336"/>
              <a:gd name="connsiteY243" fmla="*/ 2231607 h 2323145"/>
              <a:gd name="connsiteX244" fmla="*/ 938600 w 11269336"/>
              <a:gd name="connsiteY244" fmla="*/ 2238113 h 2323145"/>
              <a:gd name="connsiteX245" fmla="*/ 791788 w 11269336"/>
              <a:gd name="connsiteY245" fmla="*/ 2293224 h 2323145"/>
              <a:gd name="connsiteX246" fmla="*/ 706914 w 11269336"/>
              <a:gd name="connsiteY246" fmla="*/ 2305046 h 2323145"/>
              <a:gd name="connsiteX247" fmla="*/ 675971 w 11269336"/>
              <a:gd name="connsiteY247" fmla="*/ 2304030 h 2323145"/>
              <a:gd name="connsiteX248" fmla="*/ 624180 w 11269336"/>
              <a:gd name="connsiteY248" fmla="*/ 2302650 h 2323145"/>
              <a:gd name="connsiteX249" fmla="*/ 583453 w 11269336"/>
              <a:gd name="connsiteY249" fmla="*/ 2288788 h 2323145"/>
              <a:gd name="connsiteX250" fmla="*/ 540946 w 11269336"/>
              <a:gd name="connsiteY250" fmla="*/ 2292721 h 2323145"/>
              <a:gd name="connsiteX251" fmla="*/ 533680 w 11269336"/>
              <a:gd name="connsiteY251" fmla="*/ 2310233 h 2323145"/>
              <a:gd name="connsiteX252" fmla="*/ 487366 w 11269336"/>
              <a:gd name="connsiteY252" fmla="*/ 2309053 h 2323145"/>
              <a:gd name="connsiteX253" fmla="*/ 416820 w 11269336"/>
              <a:gd name="connsiteY253" fmla="*/ 2305443 h 2323145"/>
              <a:gd name="connsiteX254" fmla="*/ 376805 w 11269336"/>
              <a:gd name="connsiteY254" fmla="*/ 2307647 h 2323145"/>
              <a:gd name="connsiteX255" fmla="*/ 266777 w 11269336"/>
              <a:gd name="connsiteY255" fmla="*/ 2309012 h 2323145"/>
              <a:gd name="connsiteX256" fmla="*/ 156013 w 11269336"/>
              <a:gd name="connsiteY256" fmla="*/ 2306832 h 2323145"/>
              <a:gd name="connsiteX257" fmla="*/ 87258 w 11269336"/>
              <a:gd name="connsiteY257" fmla="*/ 2285511 h 2323145"/>
              <a:gd name="connsiteX258" fmla="*/ 23798 w 11269336"/>
              <a:gd name="connsiteY258" fmla="*/ 2281822 h 2323145"/>
              <a:gd name="connsiteX259" fmla="*/ 0 w 11269336"/>
              <a:gd name="connsiteY259" fmla="*/ 2285369 h 2323145"/>
              <a:gd name="connsiteX260" fmla="*/ 0 w 11269336"/>
              <a:gd name="connsiteY260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656836 w 11269336"/>
              <a:gd name="connsiteY18" fmla="*/ 469967 h 2323145"/>
              <a:gd name="connsiteX19" fmla="*/ 9561575 w 11269336"/>
              <a:gd name="connsiteY19" fmla="*/ 559978 h 2323145"/>
              <a:gd name="connsiteX20" fmla="*/ 9162278 w 11269336"/>
              <a:gd name="connsiteY20" fmla="*/ 704724 h 2323145"/>
              <a:gd name="connsiteX21" fmla="*/ 9062863 w 11269336"/>
              <a:gd name="connsiteY21" fmla="*/ 754656 h 2323145"/>
              <a:gd name="connsiteX22" fmla="*/ 8914746 w 11269336"/>
              <a:gd name="connsiteY22" fmla="*/ 826428 h 2323145"/>
              <a:gd name="connsiteX23" fmla="*/ 8917778 w 11269336"/>
              <a:gd name="connsiteY23" fmla="*/ 835198 h 2323145"/>
              <a:gd name="connsiteX24" fmla="*/ 8905560 w 11269336"/>
              <a:gd name="connsiteY24" fmla="*/ 838358 h 2323145"/>
              <a:gd name="connsiteX25" fmla="*/ 8897564 w 11269336"/>
              <a:gd name="connsiteY25" fmla="*/ 834287 h 2323145"/>
              <a:gd name="connsiteX26" fmla="*/ 8878040 w 11269336"/>
              <a:gd name="connsiteY26" fmla="*/ 844150 h 2323145"/>
              <a:gd name="connsiteX27" fmla="*/ 8795998 w 11269336"/>
              <a:gd name="connsiteY27" fmla="*/ 863337 h 2323145"/>
              <a:gd name="connsiteX28" fmla="*/ 8776970 w 11269336"/>
              <a:gd name="connsiteY28" fmla="*/ 885177 h 2323145"/>
              <a:gd name="connsiteX29" fmla="*/ 8755719 w 11269336"/>
              <a:gd name="connsiteY29" fmla="*/ 889754 h 2323145"/>
              <a:gd name="connsiteX30" fmla="*/ 8743257 w 11269336"/>
              <a:gd name="connsiteY30" fmla="*/ 904723 h 2323145"/>
              <a:gd name="connsiteX31" fmla="*/ 8721366 w 11269336"/>
              <a:gd name="connsiteY31" fmla="*/ 904711 h 2323145"/>
              <a:gd name="connsiteX32" fmla="*/ 8678353 w 11269336"/>
              <a:gd name="connsiteY32" fmla="*/ 926318 h 2323145"/>
              <a:gd name="connsiteX33" fmla="*/ 8636849 w 11269336"/>
              <a:gd name="connsiteY33" fmla="*/ 937900 h 2323145"/>
              <a:gd name="connsiteX34" fmla="*/ 8620213 w 11269336"/>
              <a:gd name="connsiteY34" fmla="*/ 943068 h 2323145"/>
              <a:gd name="connsiteX35" fmla="*/ 8612581 w 11269336"/>
              <a:gd name="connsiteY35" fmla="*/ 952695 h 2323145"/>
              <a:gd name="connsiteX36" fmla="*/ 8589038 w 11269336"/>
              <a:gd name="connsiteY36" fmla="*/ 963892 h 2323145"/>
              <a:gd name="connsiteX37" fmla="*/ 8579950 w 11269336"/>
              <a:gd name="connsiteY37" fmla="*/ 960899 h 2323145"/>
              <a:gd name="connsiteX38" fmla="*/ 8579319 w 11269336"/>
              <a:gd name="connsiteY38" fmla="*/ 965630 h 2323145"/>
              <a:gd name="connsiteX39" fmla="*/ 8547429 w 11269336"/>
              <a:gd name="connsiteY39" fmla="*/ 984506 h 2323145"/>
              <a:gd name="connsiteX40" fmla="*/ 8478704 w 11269336"/>
              <a:gd name="connsiteY40" fmla="*/ 1025490 h 2323145"/>
              <a:gd name="connsiteX41" fmla="*/ 8461421 w 11269336"/>
              <a:gd name="connsiteY41" fmla="*/ 1035512 h 2323145"/>
              <a:gd name="connsiteX42" fmla="*/ 8445003 w 11269336"/>
              <a:gd name="connsiteY42" fmla="*/ 1036851 h 2323145"/>
              <a:gd name="connsiteX43" fmla="*/ 8357350 w 11269336"/>
              <a:gd name="connsiteY43" fmla="*/ 1060213 h 2323145"/>
              <a:gd name="connsiteX44" fmla="*/ 8335565 w 11269336"/>
              <a:gd name="connsiteY44" fmla="*/ 1061151 h 2323145"/>
              <a:gd name="connsiteX45" fmla="*/ 8325267 w 11269336"/>
              <a:gd name="connsiteY45" fmla="*/ 1055919 h 2323145"/>
              <a:gd name="connsiteX46" fmla="*/ 8293586 w 11269336"/>
              <a:gd name="connsiteY46" fmla="*/ 1076144 h 2323145"/>
              <a:gd name="connsiteX47" fmla="*/ 8242405 w 11269336"/>
              <a:gd name="connsiteY47" fmla="*/ 1095960 h 2323145"/>
              <a:gd name="connsiteX48" fmla="*/ 8197391 w 11269336"/>
              <a:gd name="connsiteY48" fmla="*/ 1107746 h 2323145"/>
              <a:gd name="connsiteX49" fmla="*/ 8081474 w 11269336"/>
              <a:gd name="connsiteY49" fmla="*/ 1130125 h 2323145"/>
              <a:gd name="connsiteX50" fmla="*/ 8053585 w 11269336"/>
              <a:gd name="connsiteY50" fmla="*/ 1129169 h 2323145"/>
              <a:gd name="connsiteX51" fmla="*/ 8038422 w 11269336"/>
              <a:gd name="connsiteY51" fmla="*/ 1119092 h 2323145"/>
              <a:gd name="connsiteX52" fmla="*/ 8029450 w 11269336"/>
              <a:gd name="connsiteY52" fmla="*/ 1125592 h 2323145"/>
              <a:gd name="connsiteX53" fmla="*/ 7959552 w 11269336"/>
              <a:gd name="connsiteY53" fmla="*/ 1140188 h 2323145"/>
              <a:gd name="connsiteX54" fmla="*/ 7914188 w 11269336"/>
              <a:gd name="connsiteY54" fmla="*/ 1150862 h 2323145"/>
              <a:gd name="connsiteX55" fmla="*/ 7914918 w 11269336"/>
              <a:gd name="connsiteY55" fmla="*/ 1168758 h 2323145"/>
              <a:gd name="connsiteX56" fmla="*/ 7875510 w 11269336"/>
              <a:gd name="connsiteY56" fmla="*/ 1183153 h 2323145"/>
              <a:gd name="connsiteX57" fmla="*/ 7829932 w 11269336"/>
              <a:gd name="connsiteY57" fmla="*/ 1180782 h 2323145"/>
              <a:gd name="connsiteX58" fmla="*/ 7779182 w 11269336"/>
              <a:gd name="connsiteY58" fmla="*/ 1192665 h 2323145"/>
              <a:gd name="connsiteX59" fmla="*/ 7748774 w 11269336"/>
              <a:gd name="connsiteY59" fmla="*/ 1199586 h 2323145"/>
              <a:gd name="connsiteX60" fmla="*/ 7671846 w 11269336"/>
              <a:gd name="connsiteY60" fmla="*/ 1231966 h 2323145"/>
              <a:gd name="connsiteX61" fmla="*/ 7554146 w 11269336"/>
              <a:gd name="connsiteY61" fmla="*/ 1319748 h 2323145"/>
              <a:gd name="connsiteX62" fmla="*/ 7515052 w 11269336"/>
              <a:gd name="connsiteY62" fmla="*/ 1336718 h 2323145"/>
              <a:gd name="connsiteX63" fmla="*/ 7507193 w 11269336"/>
              <a:gd name="connsiteY63" fmla="*/ 1334617 h 2323145"/>
              <a:gd name="connsiteX64" fmla="*/ 7461694 w 11269336"/>
              <a:gd name="connsiteY64" fmla="*/ 1375866 h 2323145"/>
              <a:gd name="connsiteX65" fmla="*/ 7377571 w 11269336"/>
              <a:gd name="connsiteY65" fmla="*/ 1400128 h 2323145"/>
              <a:gd name="connsiteX66" fmla="*/ 7311261 w 11269336"/>
              <a:gd name="connsiteY66" fmla="*/ 1412652 h 2323145"/>
              <a:gd name="connsiteX67" fmla="*/ 7275307 w 11269336"/>
              <a:gd name="connsiteY67" fmla="*/ 1422171 h 2323145"/>
              <a:gd name="connsiteX68" fmla="*/ 7247783 w 11269336"/>
              <a:gd name="connsiteY68" fmla="*/ 1426330 h 2323145"/>
              <a:gd name="connsiteX69" fmla="*/ 7185047 w 11269336"/>
              <a:gd name="connsiteY69" fmla="*/ 1451812 h 2323145"/>
              <a:gd name="connsiteX70" fmla="*/ 7084117 w 11269336"/>
              <a:gd name="connsiteY70" fmla="*/ 1500281 h 2323145"/>
              <a:gd name="connsiteX71" fmla="*/ 7062011 w 11269336"/>
              <a:gd name="connsiteY71" fmla="*/ 1509183 h 2323145"/>
              <a:gd name="connsiteX72" fmla="*/ 7040555 w 11269336"/>
              <a:gd name="connsiteY72" fmla="*/ 1511207 h 2323145"/>
              <a:gd name="connsiteX73" fmla="*/ 7033438 w 11269336"/>
              <a:gd name="connsiteY73" fmla="*/ 1506772 h 2323145"/>
              <a:gd name="connsiteX74" fmla="*/ 7020886 w 11269336"/>
              <a:gd name="connsiteY74" fmla="*/ 1510764 h 2323145"/>
              <a:gd name="connsiteX75" fmla="*/ 7017033 w 11269336"/>
              <a:gd name="connsiteY75" fmla="*/ 1510650 h 2323145"/>
              <a:gd name="connsiteX76" fmla="*/ 6995460 w 11269336"/>
              <a:gd name="connsiteY76" fmla="*/ 1511173 h 2323145"/>
              <a:gd name="connsiteX77" fmla="*/ 6962144 w 11269336"/>
              <a:gd name="connsiteY77" fmla="*/ 1541508 h 2323145"/>
              <a:gd name="connsiteX78" fmla="*/ 6910674 w 11269336"/>
              <a:gd name="connsiteY78" fmla="*/ 1554793 h 2323145"/>
              <a:gd name="connsiteX79" fmla="*/ 6732152 w 11269336"/>
              <a:gd name="connsiteY79" fmla="*/ 1642538 h 2323145"/>
              <a:gd name="connsiteX80" fmla="*/ 6694106 w 11269336"/>
              <a:gd name="connsiteY80" fmla="*/ 1632377 h 2323145"/>
              <a:gd name="connsiteX81" fmla="*/ 6617223 w 11269336"/>
              <a:gd name="connsiteY81" fmla="*/ 1659889 h 2323145"/>
              <a:gd name="connsiteX82" fmla="*/ 6521138 w 11269336"/>
              <a:gd name="connsiteY82" fmla="*/ 1744340 h 2323145"/>
              <a:gd name="connsiteX83" fmla="*/ 6380677 w 11269336"/>
              <a:gd name="connsiteY83" fmla="*/ 1796883 h 2323145"/>
              <a:gd name="connsiteX84" fmla="*/ 6374897 w 11269336"/>
              <a:gd name="connsiteY84" fmla="*/ 1809910 h 2323145"/>
              <a:gd name="connsiteX85" fmla="*/ 6364545 w 11269336"/>
              <a:gd name="connsiteY85" fmla="*/ 1820090 h 2323145"/>
              <a:gd name="connsiteX86" fmla="*/ 6362126 w 11269336"/>
              <a:gd name="connsiteY86" fmla="*/ 1819991 h 2323145"/>
              <a:gd name="connsiteX87" fmla="*/ 6346673 w 11269336"/>
              <a:gd name="connsiteY87" fmla="*/ 1827824 h 2323145"/>
              <a:gd name="connsiteX88" fmla="*/ 6345588 w 11269336"/>
              <a:gd name="connsiteY88" fmla="*/ 1832232 h 2323145"/>
              <a:gd name="connsiteX89" fmla="*/ 6335708 w 11269336"/>
              <a:gd name="connsiteY89" fmla="*/ 1838451 h 2323145"/>
              <a:gd name="connsiteX90" fmla="*/ 6318182 w 11269336"/>
              <a:gd name="connsiteY90" fmla="*/ 1852975 h 2323145"/>
              <a:gd name="connsiteX91" fmla="*/ 6313084 w 11269336"/>
              <a:gd name="connsiteY91" fmla="*/ 1853561 h 2323145"/>
              <a:gd name="connsiteX92" fmla="*/ 6283816 w 11269336"/>
              <a:gd name="connsiteY92" fmla="*/ 1872148 h 2323145"/>
              <a:gd name="connsiteX93" fmla="*/ 6282550 w 11269336"/>
              <a:gd name="connsiteY93" fmla="*/ 1871392 h 2323145"/>
              <a:gd name="connsiteX94" fmla="*/ 6270527 w 11269336"/>
              <a:gd name="connsiteY94" fmla="*/ 1872208 h 2323145"/>
              <a:gd name="connsiteX95" fmla="*/ 6249518 w 11269336"/>
              <a:gd name="connsiteY95" fmla="*/ 1876079 h 2323145"/>
              <a:gd name="connsiteX96" fmla="*/ 6190386 w 11269336"/>
              <a:gd name="connsiteY96" fmla="*/ 1872478 h 2323145"/>
              <a:gd name="connsiteX97" fmla="*/ 6159777 w 11269336"/>
              <a:gd name="connsiteY97" fmla="*/ 1891745 h 2323145"/>
              <a:gd name="connsiteX98" fmla="*/ 6153131 w 11269336"/>
              <a:gd name="connsiteY98" fmla="*/ 1895079 h 2323145"/>
              <a:gd name="connsiteX99" fmla="*/ 6152798 w 11269336"/>
              <a:gd name="connsiteY99" fmla="*/ 1894920 h 2323145"/>
              <a:gd name="connsiteX100" fmla="*/ 6145388 w 11269336"/>
              <a:gd name="connsiteY100" fmla="*/ 1897990 h 2323145"/>
              <a:gd name="connsiteX101" fmla="*/ 6141014 w 11269336"/>
              <a:gd name="connsiteY101" fmla="*/ 1901155 h 2323145"/>
              <a:gd name="connsiteX102" fmla="*/ 6128122 w 11269336"/>
              <a:gd name="connsiteY102" fmla="*/ 1907623 h 2323145"/>
              <a:gd name="connsiteX103" fmla="*/ 6122351 w 11269336"/>
              <a:gd name="connsiteY103" fmla="*/ 1908359 h 2323145"/>
              <a:gd name="connsiteX104" fmla="*/ 6064750 w 11269336"/>
              <a:gd name="connsiteY104" fmla="*/ 1896394 h 2323145"/>
              <a:gd name="connsiteX105" fmla="*/ 5964230 w 11269336"/>
              <a:gd name="connsiteY105" fmla="*/ 1910038 h 2323145"/>
              <a:gd name="connsiteX106" fmla="*/ 5865399 w 11269336"/>
              <a:gd name="connsiteY106" fmla="*/ 1926966 h 2323145"/>
              <a:gd name="connsiteX107" fmla="*/ 5829951 w 11269336"/>
              <a:gd name="connsiteY107" fmla="*/ 1934755 h 2323145"/>
              <a:gd name="connsiteX108" fmla="*/ 5765285 w 11269336"/>
              <a:gd name="connsiteY108" fmla="*/ 1941322 h 2323145"/>
              <a:gd name="connsiteX109" fmla="*/ 5734750 w 11269336"/>
              <a:gd name="connsiteY109" fmla="*/ 1939793 h 2323145"/>
              <a:gd name="connsiteX110" fmla="*/ 5733569 w 11269336"/>
              <a:gd name="connsiteY110" fmla="*/ 1940505 h 2323145"/>
              <a:gd name="connsiteX111" fmla="*/ 5730329 w 11269336"/>
              <a:gd name="connsiteY111" fmla="*/ 1937845 h 2323145"/>
              <a:gd name="connsiteX112" fmla="*/ 5724661 w 11269336"/>
              <a:gd name="connsiteY112" fmla="*/ 1937455 h 2323145"/>
              <a:gd name="connsiteX113" fmla="*/ 5710186 w 11269336"/>
              <a:gd name="connsiteY113" fmla="*/ 1941370 h 2323145"/>
              <a:gd name="connsiteX114" fmla="*/ 5704910 w 11269336"/>
              <a:gd name="connsiteY114" fmla="*/ 1943663 h 2323145"/>
              <a:gd name="connsiteX115" fmla="*/ 5696836 w 11269336"/>
              <a:gd name="connsiteY115" fmla="*/ 1945271 h 2323145"/>
              <a:gd name="connsiteX116" fmla="*/ 5696583 w 11269336"/>
              <a:gd name="connsiteY116" fmla="*/ 1945050 h 2323145"/>
              <a:gd name="connsiteX117" fmla="*/ 5689123 w 11269336"/>
              <a:gd name="connsiteY117" fmla="*/ 1947067 h 2323145"/>
              <a:gd name="connsiteX118" fmla="*/ 5653291 w 11269336"/>
              <a:gd name="connsiteY118" fmla="*/ 1960245 h 2323145"/>
              <a:gd name="connsiteX119" fmla="*/ 5599385 w 11269336"/>
              <a:gd name="connsiteY119" fmla="*/ 1945198 h 2323145"/>
              <a:gd name="connsiteX120" fmla="*/ 5578300 w 11269336"/>
              <a:gd name="connsiteY120" fmla="*/ 1944963 h 2323145"/>
              <a:gd name="connsiteX121" fmla="*/ 5566758 w 11269336"/>
              <a:gd name="connsiteY121" fmla="*/ 1943441 h 2323145"/>
              <a:gd name="connsiteX122" fmla="*/ 5565857 w 11269336"/>
              <a:gd name="connsiteY122" fmla="*/ 1942445 h 2323145"/>
              <a:gd name="connsiteX123" fmla="*/ 5531534 w 11269336"/>
              <a:gd name="connsiteY123" fmla="*/ 1955208 h 2323145"/>
              <a:gd name="connsiteX124" fmla="*/ 5526552 w 11269336"/>
              <a:gd name="connsiteY124" fmla="*/ 1954799 h 2323145"/>
              <a:gd name="connsiteX125" fmla="*/ 5504723 w 11269336"/>
              <a:gd name="connsiteY125" fmla="*/ 1965811 h 2323145"/>
              <a:gd name="connsiteX126" fmla="*/ 5493156 w 11269336"/>
              <a:gd name="connsiteY126" fmla="*/ 1970063 h 2323145"/>
              <a:gd name="connsiteX127" fmla="*/ 5490486 w 11269336"/>
              <a:gd name="connsiteY127" fmla="*/ 1974227 h 2323145"/>
              <a:gd name="connsiteX128" fmla="*/ 5473107 w 11269336"/>
              <a:gd name="connsiteY128" fmla="*/ 1979001 h 2323145"/>
              <a:gd name="connsiteX129" fmla="*/ 5470885 w 11269336"/>
              <a:gd name="connsiteY129" fmla="*/ 1978432 h 2323145"/>
              <a:gd name="connsiteX130" fmla="*/ 5457393 w 11269336"/>
              <a:gd name="connsiteY130" fmla="*/ 1986525 h 2323145"/>
              <a:gd name="connsiteX131" fmla="*/ 5447102 w 11269336"/>
              <a:gd name="connsiteY131" fmla="*/ 1998329 h 2323145"/>
              <a:gd name="connsiteX132" fmla="*/ 5159151 w 11269336"/>
              <a:gd name="connsiteY132" fmla="*/ 2029640 h 2323145"/>
              <a:gd name="connsiteX133" fmla="*/ 5098838 w 11269336"/>
              <a:gd name="connsiteY133" fmla="*/ 2062961 h 2323145"/>
              <a:gd name="connsiteX134" fmla="*/ 4860988 w 11269336"/>
              <a:gd name="connsiteY134" fmla="*/ 2135698 h 2323145"/>
              <a:gd name="connsiteX135" fmla="*/ 4807902 w 11269336"/>
              <a:gd name="connsiteY135" fmla="*/ 2138894 h 2323145"/>
              <a:gd name="connsiteX136" fmla="*/ 4765388 w 11269336"/>
              <a:gd name="connsiteY136" fmla="*/ 2162525 h 2323145"/>
              <a:gd name="connsiteX137" fmla="*/ 4745033 w 11269336"/>
              <a:gd name="connsiteY137" fmla="*/ 2158859 h 2323145"/>
              <a:gd name="connsiteX138" fmla="*/ 4741475 w 11269336"/>
              <a:gd name="connsiteY138" fmla="*/ 2157998 h 2323145"/>
              <a:gd name="connsiteX139" fmla="*/ 4728247 w 11269336"/>
              <a:gd name="connsiteY139" fmla="*/ 2159526 h 2323145"/>
              <a:gd name="connsiteX140" fmla="*/ 4723263 w 11269336"/>
              <a:gd name="connsiteY140" fmla="*/ 2153742 h 2323145"/>
              <a:gd name="connsiteX141" fmla="*/ 4593061 w 11269336"/>
              <a:gd name="connsiteY141" fmla="*/ 2171597 h 2323145"/>
              <a:gd name="connsiteX142" fmla="*/ 4533444 w 11269336"/>
              <a:gd name="connsiteY142" fmla="*/ 2181200 h 2323145"/>
              <a:gd name="connsiteX143" fmla="*/ 4492832 w 11269336"/>
              <a:gd name="connsiteY143" fmla="*/ 2188033 h 2323145"/>
              <a:gd name="connsiteX144" fmla="*/ 4467257 w 11269336"/>
              <a:gd name="connsiteY144" fmla="*/ 2196121 h 2323145"/>
              <a:gd name="connsiteX145" fmla="*/ 4459937 w 11269336"/>
              <a:gd name="connsiteY145" fmla="*/ 2195182 h 2323145"/>
              <a:gd name="connsiteX146" fmla="*/ 4433312 w 11269336"/>
              <a:gd name="connsiteY146" fmla="*/ 2199004 h 2323145"/>
              <a:gd name="connsiteX147" fmla="*/ 4420601 w 11269336"/>
              <a:gd name="connsiteY147" fmla="*/ 2205158 h 2323145"/>
              <a:gd name="connsiteX148" fmla="*/ 4405765 w 11269336"/>
              <a:gd name="connsiteY148" fmla="*/ 2199902 h 2323145"/>
              <a:gd name="connsiteX149" fmla="*/ 4401354 w 11269336"/>
              <a:gd name="connsiteY149" fmla="*/ 2194745 h 2323145"/>
              <a:gd name="connsiteX150" fmla="*/ 4383151 w 11269336"/>
              <a:gd name="connsiteY150" fmla="*/ 2201140 h 2323145"/>
              <a:gd name="connsiteX151" fmla="*/ 4366646 w 11269336"/>
              <a:gd name="connsiteY151" fmla="*/ 2198564 h 2323145"/>
              <a:gd name="connsiteX152" fmla="*/ 4354009 w 11269336"/>
              <a:gd name="connsiteY152" fmla="*/ 2204984 h 2323145"/>
              <a:gd name="connsiteX153" fmla="*/ 4348284 w 11269336"/>
              <a:gd name="connsiteY153" fmla="*/ 2205270 h 2323145"/>
              <a:gd name="connsiteX154" fmla="*/ 4333906 w 11269336"/>
              <a:gd name="connsiteY154" fmla="*/ 2205251 h 2323145"/>
              <a:gd name="connsiteX155" fmla="*/ 4308819 w 11269336"/>
              <a:gd name="connsiteY155" fmla="*/ 2203822 h 2323145"/>
              <a:gd name="connsiteX156" fmla="*/ 4301210 w 11269336"/>
              <a:gd name="connsiteY156" fmla="*/ 2204456 h 2323145"/>
              <a:gd name="connsiteX157" fmla="*/ 4283095 w 11269336"/>
              <a:gd name="connsiteY157" fmla="*/ 2198177 h 2323145"/>
              <a:gd name="connsiteX158" fmla="*/ 4250119 w 11269336"/>
              <a:gd name="connsiteY158" fmla="*/ 2196342 h 2323145"/>
              <a:gd name="connsiteX159" fmla="*/ 4189203 w 11269336"/>
              <a:gd name="connsiteY159" fmla="*/ 2178994 h 2323145"/>
              <a:gd name="connsiteX160" fmla="*/ 4154035 w 11269336"/>
              <a:gd name="connsiteY160" fmla="*/ 2171950 h 2323145"/>
              <a:gd name="connsiteX161" fmla="*/ 4129569 w 11269336"/>
              <a:gd name="connsiteY161" fmla="*/ 2163850 h 2323145"/>
              <a:gd name="connsiteX162" fmla="*/ 4061250 w 11269336"/>
              <a:gd name="connsiteY162" fmla="*/ 2159236 h 2323145"/>
              <a:gd name="connsiteX163" fmla="*/ 3945480 w 11269336"/>
              <a:gd name="connsiteY163" fmla="*/ 2158279 h 2323145"/>
              <a:gd name="connsiteX164" fmla="*/ 3921468 w 11269336"/>
              <a:gd name="connsiteY164" fmla="*/ 2156588 h 2323145"/>
              <a:gd name="connsiteX165" fmla="*/ 3903348 w 11269336"/>
              <a:gd name="connsiteY165" fmla="*/ 2149220 h 2323145"/>
              <a:gd name="connsiteX166" fmla="*/ 3901342 w 11269336"/>
              <a:gd name="connsiteY166" fmla="*/ 2142355 h 2323145"/>
              <a:gd name="connsiteX167" fmla="*/ 3888539 w 11269336"/>
              <a:gd name="connsiteY167" fmla="*/ 2140476 h 2323145"/>
              <a:gd name="connsiteX168" fmla="*/ 3885662 w 11269336"/>
              <a:gd name="connsiteY168" fmla="*/ 2138740 h 2323145"/>
              <a:gd name="connsiteX169" fmla="*/ 3868627 w 11269336"/>
              <a:gd name="connsiteY169" fmla="*/ 2130023 h 2323145"/>
              <a:gd name="connsiteX170" fmla="*/ 3819177 w 11269336"/>
              <a:gd name="connsiteY170" fmla="*/ 2142111 h 2323145"/>
              <a:gd name="connsiteX171" fmla="*/ 3769100 w 11269336"/>
              <a:gd name="connsiteY171" fmla="*/ 2131731 h 2323145"/>
              <a:gd name="connsiteX172" fmla="*/ 3562752 w 11269336"/>
              <a:gd name="connsiteY172" fmla="*/ 2131785 h 2323145"/>
              <a:gd name="connsiteX173" fmla="*/ 3541402 w 11269336"/>
              <a:gd name="connsiteY173" fmla="*/ 2106821 h 2323145"/>
              <a:gd name="connsiteX174" fmla="*/ 3365341 w 11269336"/>
              <a:gd name="connsiteY174" fmla="*/ 2077638 h 2323145"/>
              <a:gd name="connsiteX175" fmla="*/ 3170922 w 11269336"/>
              <a:gd name="connsiteY175" fmla="*/ 2115957 h 2323145"/>
              <a:gd name="connsiteX176" fmla="*/ 3156256 w 11269336"/>
              <a:gd name="connsiteY176" fmla="*/ 2124773 h 2323145"/>
              <a:gd name="connsiteX177" fmla="*/ 3140298 w 11269336"/>
              <a:gd name="connsiteY177" fmla="*/ 2129182 h 2323145"/>
              <a:gd name="connsiteX178" fmla="*/ 3138514 w 11269336"/>
              <a:gd name="connsiteY178" fmla="*/ 2128069 h 2323145"/>
              <a:gd name="connsiteX179" fmla="*/ 3120467 w 11269336"/>
              <a:gd name="connsiteY179" fmla="*/ 2128281 h 2323145"/>
              <a:gd name="connsiteX180" fmla="*/ 3116175 w 11269336"/>
              <a:gd name="connsiteY180" fmla="*/ 2131633 h 2323145"/>
              <a:gd name="connsiteX181" fmla="*/ 3103685 w 11269336"/>
              <a:gd name="connsiteY181" fmla="*/ 2132814 h 2323145"/>
              <a:gd name="connsiteX182" fmla="*/ 3078794 w 11269336"/>
              <a:gd name="connsiteY182" fmla="*/ 2137935 h 2323145"/>
              <a:gd name="connsiteX183" fmla="*/ 3074407 w 11269336"/>
              <a:gd name="connsiteY183" fmla="*/ 2136274 h 2323145"/>
              <a:gd name="connsiteX184" fmla="*/ 3037285 w 11269336"/>
              <a:gd name="connsiteY184" fmla="*/ 2139919 h 2323145"/>
              <a:gd name="connsiteX185" fmla="*/ 3036901 w 11269336"/>
              <a:gd name="connsiteY185" fmla="*/ 2138726 h 2323145"/>
              <a:gd name="connsiteX186" fmla="*/ 3026996 w 11269336"/>
              <a:gd name="connsiteY186" fmla="*/ 2134322 h 2323145"/>
              <a:gd name="connsiteX187" fmla="*/ 3007772 w 11269336"/>
              <a:gd name="connsiteY187" fmla="*/ 2128742 h 2323145"/>
              <a:gd name="connsiteX188" fmla="*/ 2965030 w 11269336"/>
              <a:gd name="connsiteY188" fmla="*/ 2100494 h 2323145"/>
              <a:gd name="connsiteX189" fmla="*/ 2926342 w 11269336"/>
              <a:gd name="connsiteY189" fmla="*/ 2104155 h 2323145"/>
              <a:gd name="connsiteX190" fmla="*/ 2918608 w 11269336"/>
              <a:gd name="connsiteY190" fmla="*/ 2104215 h 2323145"/>
              <a:gd name="connsiteX191" fmla="*/ 2918475 w 11269336"/>
              <a:gd name="connsiteY191" fmla="*/ 2103937 h 2323145"/>
              <a:gd name="connsiteX192" fmla="*/ 2910360 w 11269336"/>
              <a:gd name="connsiteY192" fmla="*/ 2103444 h 2323145"/>
              <a:gd name="connsiteX193" fmla="*/ 2904507 w 11269336"/>
              <a:gd name="connsiteY193" fmla="*/ 2104326 h 2323145"/>
              <a:gd name="connsiteX194" fmla="*/ 2889503 w 11269336"/>
              <a:gd name="connsiteY194" fmla="*/ 2104443 h 2323145"/>
              <a:gd name="connsiteX195" fmla="*/ 2884480 w 11269336"/>
              <a:gd name="connsiteY195" fmla="*/ 2102626 h 2323145"/>
              <a:gd name="connsiteX196" fmla="*/ 2882689 w 11269336"/>
              <a:gd name="connsiteY196" fmla="*/ 2099228 h 2323145"/>
              <a:gd name="connsiteX197" fmla="*/ 2881291 w 11269336"/>
              <a:gd name="connsiteY197" fmla="*/ 2099618 h 2323145"/>
              <a:gd name="connsiteX198" fmla="*/ 2853979 w 11269336"/>
              <a:gd name="connsiteY198" fmla="*/ 2090388 h 2323145"/>
              <a:gd name="connsiteX199" fmla="*/ 2791790 w 11269336"/>
              <a:gd name="connsiteY199" fmla="*/ 2080332 h 2323145"/>
              <a:gd name="connsiteX200" fmla="*/ 2755844 w 11269336"/>
              <a:gd name="connsiteY200" fmla="*/ 2078874 h 2323145"/>
              <a:gd name="connsiteX201" fmla="*/ 2657742 w 11269336"/>
              <a:gd name="connsiteY201" fmla="*/ 2070179 h 2323145"/>
              <a:gd name="connsiteX202" fmla="*/ 2559549 w 11269336"/>
              <a:gd name="connsiteY202" fmla="*/ 2057873 h 2323145"/>
              <a:gd name="connsiteX203" fmla="*/ 2512054 w 11269336"/>
              <a:gd name="connsiteY203" fmla="*/ 2031671 h 2323145"/>
              <a:gd name="connsiteX204" fmla="*/ 2506437 w 11269336"/>
              <a:gd name="connsiteY204" fmla="*/ 2030918 h 2323145"/>
              <a:gd name="connsiteX205" fmla="*/ 2491752 w 11269336"/>
              <a:gd name="connsiteY205" fmla="*/ 2033906 h 2323145"/>
              <a:gd name="connsiteX206" fmla="*/ 2486338 w 11269336"/>
              <a:gd name="connsiteY206" fmla="*/ 2035862 h 2323145"/>
              <a:gd name="connsiteX207" fmla="*/ 2478186 w 11269336"/>
              <a:gd name="connsiteY207" fmla="*/ 2036953 h 2323145"/>
              <a:gd name="connsiteX208" fmla="*/ 2477950 w 11269336"/>
              <a:gd name="connsiteY208" fmla="*/ 2036715 h 2323145"/>
              <a:gd name="connsiteX209" fmla="*/ 2470381 w 11269336"/>
              <a:gd name="connsiteY209" fmla="*/ 2038256 h 2323145"/>
              <a:gd name="connsiteX210" fmla="*/ 2433781 w 11269336"/>
              <a:gd name="connsiteY210" fmla="*/ 2049140 h 2323145"/>
              <a:gd name="connsiteX211" fmla="*/ 2381172 w 11269336"/>
              <a:gd name="connsiteY211" fmla="*/ 2030645 h 2323145"/>
              <a:gd name="connsiteX212" fmla="*/ 2360198 w 11269336"/>
              <a:gd name="connsiteY212" fmla="*/ 2029059 h 2323145"/>
              <a:gd name="connsiteX213" fmla="*/ 2348815 w 11269336"/>
              <a:gd name="connsiteY213" fmla="*/ 2026798 h 2323145"/>
              <a:gd name="connsiteX214" fmla="*/ 2347988 w 11269336"/>
              <a:gd name="connsiteY214" fmla="*/ 2025745 h 2323145"/>
              <a:gd name="connsiteX215" fmla="*/ 2312920 w 11269336"/>
              <a:gd name="connsiteY215" fmla="*/ 2036311 h 2323145"/>
              <a:gd name="connsiteX216" fmla="*/ 2307986 w 11269336"/>
              <a:gd name="connsiteY216" fmla="*/ 2035583 h 2323145"/>
              <a:gd name="connsiteX217" fmla="*/ 2285481 w 11269336"/>
              <a:gd name="connsiteY217" fmla="*/ 2045197 h 2323145"/>
              <a:gd name="connsiteX218" fmla="*/ 2273666 w 11269336"/>
              <a:gd name="connsiteY218" fmla="*/ 2048710 h 2323145"/>
              <a:gd name="connsiteX219" fmla="*/ 2270719 w 11269336"/>
              <a:gd name="connsiteY219" fmla="*/ 2052702 h 2323145"/>
              <a:gd name="connsiteX220" fmla="*/ 2253080 w 11269336"/>
              <a:gd name="connsiteY220" fmla="*/ 2056363 h 2323145"/>
              <a:gd name="connsiteX221" fmla="*/ 2250906 w 11269336"/>
              <a:gd name="connsiteY221" fmla="*/ 2055654 h 2323145"/>
              <a:gd name="connsiteX222" fmla="*/ 2236905 w 11269336"/>
              <a:gd name="connsiteY222" fmla="*/ 2062882 h 2323145"/>
              <a:gd name="connsiteX223" fmla="*/ 2225830 w 11269336"/>
              <a:gd name="connsiteY223" fmla="*/ 2074027 h 2323145"/>
              <a:gd name="connsiteX224" fmla="*/ 2073776 w 11269336"/>
              <a:gd name="connsiteY224" fmla="*/ 2089244 h 2323145"/>
              <a:gd name="connsiteX225" fmla="*/ 1948256 w 11269336"/>
              <a:gd name="connsiteY225" fmla="*/ 2146616 h 2323145"/>
              <a:gd name="connsiteX226" fmla="*/ 1865582 w 11269336"/>
              <a:gd name="connsiteY226" fmla="*/ 2153738 h 2323145"/>
              <a:gd name="connsiteX227" fmla="*/ 1835210 w 11269336"/>
              <a:gd name="connsiteY227" fmla="*/ 2134244 h 2323145"/>
              <a:gd name="connsiteX228" fmla="*/ 1632661 w 11269336"/>
              <a:gd name="connsiteY228" fmla="*/ 2173882 h 2323145"/>
              <a:gd name="connsiteX229" fmla="*/ 1579590 w 11269336"/>
              <a:gd name="connsiteY229" fmla="*/ 2173680 h 2323145"/>
              <a:gd name="connsiteX230" fmla="*/ 1535601 w 11269336"/>
              <a:gd name="connsiteY230" fmla="*/ 2194590 h 2323145"/>
              <a:gd name="connsiteX231" fmla="*/ 1515594 w 11269336"/>
              <a:gd name="connsiteY231" fmla="*/ 2189622 h 2323145"/>
              <a:gd name="connsiteX232" fmla="*/ 1512113 w 11269336"/>
              <a:gd name="connsiteY232" fmla="*/ 2188534 h 2323145"/>
              <a:gd name="connsiteX233" fmla="*/ 1498838 w 11269336"/>
              <a:gd name="connsiteY233" fmla="*/ 2189213 h 2323145"/>
              <a:gd name="connsiteX234" fmla="*/ 1494279 w 11269336"/>
              <a:gd name="connsiteY234" fmla="*/ 2183112 h 2323145"/>
              <a:gd name="connsiteX235" fmla="*/ 1473714 w 11269336"/>
              <a:gd name="connsiteY235" fmla="*/ 2179625 h 2323145"/>
              <a:gd name="connsiteX236" fmla="*/ 1449503 w 11269336"/>
              <a:gd name="connsiteY236" fmla="*/ 2182633 h 2323145"/>
              <a:gd name="connsiteX237" fmla="*/ 1266687 w 11269336"/>
              <a:gd name="connsiteY237" fmla="*/ 2212688 h 2323145"/>
              <a:gd name="connsiteX238" fmla="*/ 1239614 w 11269336"/>
              <a:gd name="connsiteY238" fmla="*/ 2209727 h 2323145"/>
              <a:gd name="connsiteX239" fmla="*/ 1202436 w 11269336"/>
              <a:gd name="connsiteY239" fmla="*/ 2209817 h 2323145"/>
              <a:gd name="connsiteX240" fmla="*/ 1136097 w 11269336"/>
              <a:gd name="connsiteY240" fmla="*/ 2205112 h 2323145"/>
              <a:gd name="connsiteX241" fmla="*/ 988232 w 11269336"/>
              <a:gd name="connsiteY241" fmla="*/ 2235635 h 2323145"/>
              <a:gd name="connsiteX242" fmla="*/ 981959 w 11269336"/>
              <a:gd name="connsiteY242" fmla="*/ 2231607 h 2323145"/>
              <a:gd name="connsiteX243" fmla="*/ 938600 w 11269336"/>
              <a:gd name="connsiteY243" fmla="*/ 2238113 h 2323145"/>
              <a:gd name="connsiteX244" fmla="*/ 791788 w 11269336"/>
              <a:gd name="connsiteY244" fmla="*/ 2293224 h 2323145"/>
              <a:gd name="connsiteX245" fmla="*/ 706914 w 11269336"/>
              <a:gd name="connsiteY245" fmla="*/ 2305046 h 2323145"/>
              <a:gd name="connsiteX246" fmla="*/ 675971 w 11269336"/>
              <a:gd name="connsiteY246" fmla="*/ 2304030 h 2323145"/>
              <a:gd name="connsiteX247" fmla="*/ 624180 w 11269336"/>
              <a:gd name="connsiteY247" fmla="*/ 2302650 h 2323145"/>
              <a:gd name="connsiteX248" fmla="*/ 583453 w 11269336"/>
              <a:gd name="connsiteY248" fmla="*/ 2288788 h 2323145"/>
              <a:gd name="connsiteX249" fmla="*/ 540946 w 11269336"/>
              <a:gd name="connsiteY249" fmla="*/ 2292721 h 2323145"/>
              <a:gd name="connsiteX250" fmla="*/ 533680 w 11269336"/>
              <a:gd name="connsiteY250" fmla="*/ 2310233 h 2323145"/>
              <a:gd name="connsiteX251" fmla="*/ 487366 w 11269336"/>
              <a:gd name="connsiteY251" fmla="*/ 2309053 h 2323145"/>
              <a:gd name="connsiteX252" fmla="*/ 416820 w 11269336"/>
              <a:gd name="connsiteY252" fmla="*/ 2305443 h 2323145"/>
              <a:gd name="connsiteX253" fmla="*/ 376805 w 11269336"/>
              <a:gd name="connsiteY253" fmla="*/ 2307647 h 2323145"/>
              <a:gd name="connsiteX254" fmla="*/ 266777 w 11269336"/>
              <a:gd name="connsiteY254" fmla="*/ 2309012 h 2323145"/>
              <a:gd name="connsiteX255" fmla="*/ 156013 w 11269336"/>
              <a:gd name="connsiteY255" fmla="*/ 2306832 h 2323145"/>
              <a:gd name="connsiteX256" fmla="*/ 87258 w 11269336"/>
              <a:gd name="connsiteY256" fmla="*/ 2285511 h 2323145"/>
              <a:gd name="connsiteX257" fmla="*/ 23798 w 11269336"/>
              <a:gd name="connsiteY257" fmla="*/ 2281822 h 2323145"/>
              <a:gd name="connsiteX258" fmla="*/ 0 w 11269336"/>
              <a:gd name="connsiteY258" fmla="*/ 2285369 h 2323145"/>
              <a:gd name="connsiteX259" fmla="*/ 0 w 11269336"/>
              <a:gd name="connsiteY259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656836 w 11269336"/>
              <a:gd name="connsiteY18" fmla="*/ 469967 h 2323145"/>
              <a:gd name="connsiteX19" fmla="*/ 9561575 w 11269336"/>
              <a:gd name="connsiteY19" fmla="*/ 559978 h 2323145"/>
              <a:gd name="connsiteX20" fmla="*/ 9162278 w 11269336"/>
              <a:gd name="connsiteY20" fmla="*/ 704724 h 2323145"/>
              <a:gd name="connsiteX21" fmla="*/ 9062863 w 11269336"/>
              <a:gd name="connsiteY21" fmla="*/ 754656 h 2323145"/>
              <a:gd name="connsiteX22" fmla="*/ 8914746 w 11269336"/>
              <a:gd name="connsiteY22" fmla="*/ 826428 h 2323145"/>
              <a:gd name="connsiteX23" fmla="*/ 8917778 w 11269336"/>
              <a:gd name="connsiteY23" fmla="*/ 835198 h 2323145"/>
              <a:gd name="connsiteX24" fmla="*/ 8905560 w 11269336"/>
              <a:gd name="connsiteY24" fmla="*/ 838358 h 2323145"/>
              <a:gd name="connsiteX25" fmla="*/ 8897564 w 11269336"/>
              <a:gd name="connsiteY25" fmla="*/ 834287 h 2323145"/>
              <a:gd name="connsiteX26" fmla="*/ 8878040 w 11269336"/>
              <a:gd name="connsiteY26" fmla="*/ 844150 h 2323145"/>
              <a:gd name="connsiteX27" fmla="*/ 8795998 w 11269336"/>
              <a:gd name="connsiteY27" fmla="*/ 863337 h 2323145"/>
              <a:gd name="connsiteX28" fmla="*/ 8776970 w 11269336"/>
              <a:gd name="connsiteY28" fmla="*/ 885177 h 2323145"/>
              <a:gd name="connsiteX29" fmla="*/ 8755719 w 11269336"/>
              <a:gd name="connsiteY29" fmla="*/ 889754 h 2323145"/>
              <a:gd name="connsiteX30" fmla="*/ 8743257 w 11269336"/>
              <a:gd name="connsiteY30" fmla="*/ 904723 h 2323145"/>
              <a:gd name="connsiteX31" fmla="*/ 8721366 w 11269336"/>
              <a:gd name="connsiteY31" fmla="*/ 904711 h 2323145"/>
              <a:gd name="connsiteX32" fmla="*/ 8678353 w 11269336"/>
              <a:gd name="connsiteY32" fmla="*/ 926318 h 2323145"/>
              <a:gd name="connsiteX33" fmla="*/ 8636849 w 11269336"/>
              <a:gd name="connsiteY33" fmla="*/ 937900 h 2323145"/>
              <a:gd name="connsiteX34" fmla="*/ 8620213 w 11269336"/>
              <a:gd name="connsiteY34" fmla="*/ 943068 h 2323145"/>
              <a:gd name="connsiteX35" fmla="*/ 8612581 w 11269336"/>
              <a:gd name="connsiteY35" fmla="*/ 952695 h 2323145"/>
              <a:gd name="connsiteX36" fmla="*/ 8589038 w 11269336"/>
              <a:gd name="connsiteY36" fmla="*/ 963892 h 2323145"/>
              <a:gd name="connsiteX37" fmla="*/ 8579950 w 11269336"/>
              <a:gd name="connsiteY37" fmla="*/ 960899 h 2323145"/>
              <a:gd name="connsiteX38" fmla="*/ 8579319 w 11269336"/>
              <a:gd name="connsiteY38" fmla="*/ 965630 h 2323145"/>
              <a:gd name="connsiteX39" fmla="*/ 8547429 w 11269336"/>
              <a:gd name="connsiteY39" fmla="*/ 984506 h 2323145"/>
              <a:gd name="connsiteX40" fmla="*/ 8478704 w 11269336"/>
              <a:gd name="connsiteY40" fmla="*/ 1025490 h 2323145"/>
              <a:gd name="connsiteX41" fmla="*/ 8461421 w 11269336"/>
              <a:gd name="connsiteY41" fmla="*/ 1035512 h 2323145"/>
              <a:gd name="connsiteX42" fmla="*/ 8445003 w 11269336"/>
              <a:gd name="connsiteY42" fmla="*/ 1036851 h 2323145"/>
              <a:gd name="connsiteX43" fmla="*/ 8357350 w 11269336"/>
              <a:gd name="connsiteY43" fmla="*/ 1060213 h 2323145"/>
              <a:gd name="connsiteX44" fmla="*/ 8335565 w 11269336"/>
              <a:gd name="connsiteY44" fmla="*/ 1061151 h 2323145"/>
              <a:gd name="connsiteX45" fmla="*/ 8325267 w 11269336"/>
              <a:gd name="connsiteY45" fmla="*/ 1055919 h 2323145"/>
              <a:gd name="connsiteX46" fmla="*/ 8293586 w 11269336"/>
              <a:gd name="connsiteY46" fmla="*/ 1076144 h 2323145"/>
              <a:gd name="connsiteX47" fmla="*/ 8242405 w 11269336"/>
              <a:gd name="connsiteY47" fmla="*/ 1095960 h 2323145"/>
              <a:gd name="connsiteX48" fmla="*/ 8197391 w 11269336"/>
              <a:gd name="connsiteY48" fmla="*/ 1107746 h 2323145"/>
              <a:gd name="connsiteX49" fmla="*/ 8081474 w 11269336"/>
              <a:gd name="connsiteY49" fmla="*/ 1130125 h 2323145"/>
              <a:gd name="connsiteX50" fmla="*/ 8053585 w 11269336"/>
              <a:gd name="connsiteY50" fmla="*/ 1129169 h 2323145"/>
              <a:gd name="connsiteX51" fmla="*/ 8038422 w 11269336"/>
              <a:gd name="connsiteY51" fmla="*/ 1119092 h 2323145"/>
              <a:gd name="connsiteX52" fmla="*/ 8029450 w 11269336"/>
              <a:gd name="connsiteY52" fmla="*/ 1125592 h 2323145"/>
              <a:gd name="connsiteX53" fmla="*/ 7959552 w 11269336"/>
              <a:gd name="connsiteY53" fmla="*/ 1140188 h 2323145"/>
              <a:gd name="connsiteX54" fmla="*/ 7914188 w 11269336"/>
              <a:gd name="connsiteY54" fmla="*/ 1150862 h 2323145"/>
              <a:gd name="connsiteX55" fmla="*/ 7914918 w 11269336"/>
              <a:gd name="connsiteY55" fmla="*/ 1168758 h 2323145"/>
              <a:gd name="connsiteX56" fmla="*/ 7875510 w 11269336"/>
              <a:gd name="connsiteY56" fmla="*/ 1183153 h 2323145"/>
              <a:gd name="connsiteX57" fmla="*/ 7829932 w 11269336"/>
              <a:gd name="connsiteY57" fmla="*/ 1180782 h 2323145"/>
              <a:gd name="connsiteX58" fmla="*/ 7779182 w 11269336"/>
              <a:gd name="connsiteY58" fmla="*/ 1192665 h 2323145"/>
              <a:gd name="connsiteX59" fmla="*/ 7748774 w 11269336"/>
              <a:gd name="connsiteY59" fmla="*/ 1199586 h 2323145"/>
              <a:gd name="connsiteX60" fmla="*/ 7671846 w 11269336"/>
              <a:gd name="connsiteY60" fmla="*/ 1231966 h 2323145"/>
              <a:gd name="connsiteX61" fmla="*/ 7554146 w 11269336"/>
              <a:gd name="connsiteY61" fmla="*/ 1319748 h 2323145"/>
              <a:gd name="connsiteX62" fmla="*/ 7515052 w 11269336"/>
              <a:gd name="connsiteY62" fmla="*/ 1336718 h 2323145"/>
              <a:gd name="connsiteX63" fmla="*/ 7507193 w 11269336"/>
              <a:gd name="connsiteY63" fmla="*/ 1334617 h 2323145"/>
              <a:gd name="connsiteX64" fmla="*/ 7461694 w 11269336"/>
              <a:gd name="connsiteY64" fmla="*/ 1375866 h 2323145"/>
              <a:gd name="connsiteX65" fmla="*/ 7377571 w 11269336"/>
              <a:gd name="connsiteY65" fmla="*/ 1400128 h 2323145"/>
              <a:gd name="connsiteX66" fmla="*/ 7311261 w 11269336"/>
              <a:gd name="connsiteY66" fmla="*/ 1412652 h 2323145"/>
              <a:gd name="connsiteX67" fmla="*/ 7275307 w 11269336"/>
              <a:gd name="connsiteY67" fmla="*/ 1422171 h 2323145"/>
              <a:gd name="connsiteX68" fmla="*/ 7247783 w 11269336"/>
              <a:gd name="connsiteY68" fmla="*/ 1426330 h 2323145"/>
              <a:gd name="connsiteX69" fmla="*/ 7185047 w 11269336"/>
              <a:gd name="connsiteY69" fmla="*/ 1451812 h 2323145"/>
              <a:gd name="connsiteX70" fmla="*/ 7084117 w 11269336"/>
              <a:gd name="connsiteY70" fmla="*/ 1500281 h 2323145"/>
              <a:gd name="connsiteX71" fmla="*/ 7062011 w 11269336"/>
              <a:gd name="connsiteY71" fmla="*/ 1509183 h 2323145"/>
              <a:gd name="connsiteX72" fmla="*/ 7040555 w 11269336"/>
              <a:gd name="connsiteY72" fmla="*/ 1511207 h 2323145"/>
              <a:gd name="connsiteX73" fmla="*/ 7033438 w 11269336"/>
              <a:gd name="connsiteY73" fmla="*/ 1506772 h 2323145"/>
              <a:gd name="connsiteX74" fmla="*/ 7020886 w 11269336"/>
              <a:gd name="connsiteY74" fmla="*/ 1510764 h 2323145"/>
              <a:gd name="connsiteX75" fmla="*/ 7017033 w 11269336"/>
              <a:gd name="connsiteY75" fmla="*/ 1510650 h 2323145"/>
              <a:gd name="connsiteX76" fmla="*/ 6995460 w 11269336"/>
              <a:gd name="connsiteY76" fmla="*/ 1511173 h 2323145"/>
              <a:gd name="connsiteX77" fmla="*/ 6962144 w 11269336"/>
              <a:gd name="connsiteY77" fmla="*/ 1541508 h 2323145"/>
              <a:gd name="connsiteX78" fmla="*/ 6910674 w 11269336"/>
              <a:gd name="connsiteY78" fmla="*/ 1554793 h 2323145"/>
              <a:gd name="connsiteX79" fmla="*/ 6732152 w 11269336"/>
              <a:gd name="connsiteY79" fmla="*/ 1642538 h 2323145"/>
              <a:gd name="connsiteX80" fmla="*/ 6694106 w 11269336"/>
              <a:gd name="connsiteY80" fmla="*/ 1632377 h 2323145"/>
              <a:gd name="connsiteX81" fmla="*/ 6617223 w 11269336"/>
              <a:gd name="connsiteY81" fmla="*/ 1659889 h 2323145"/>
              <a:gd name="connsiteX82" fmla="*/ 6521138 w 11269336"/>
              <a:gd name="connsiteY82" fmla="*/ 1744340 h 2323145"/>
              <a:gd name="connsiteX83" fmla="*/ 6380677 w 11269336"/>
              <a:gd name="connsiteY83" fmla="*/ 1796883 h 2323145"/>
              <a:gd name="connsiteX84" fmla="*/ 6374897 w 11269336"/>
              <a:gd name="connsiteY84" fmla="*/ 1809910 h 2323145"/>
              <a:gd name="connsiteX85" fmla="*/ 6364545 w 11269336"/>
              <a:gd name="connsiteY85" fmla="*/ 1820090 h 2323145"/>
              <a:gd name="connsiteX86" fmla="*/ 6362126 w 11269336"/>
              <a:gd name="connsiteY86" fmla="*/ 1819991 h 2323145"/>
              <a:gd name="connsiteX87" fmla="*/ 6346673 w 11269336"/>
              <a:gd name="connsiteY87" fmla="*/ 1827824 h 2323145"/>
              <a:gd name="connsiteX88" fmla="*/ 6345588 w 11269336"/>
              <a:gd name="connsiteY88" fmla="*/ 1832232 h 2323145"/>
              <a:gd name="connsiteX89" fmla="*/ 6335708 w 11269336"/>
              <a:gd name="connsiteY89" fmla="*/ 1838451 h 2323145"/>
              <a:gd name="connsiteX90" fmla="*/ 6318182 w 11269336"/>
              <a:gd name="connsiteY90" fmla="*/ 1852975 h 2323145"/>
              <a:gd name="connsiteX91" fmla="*/ 6313084 w 11269336"/>
              <a:gd name="connsiteY91" fmla="*/ 1853561 h 2323145"/>
              <a:gd name="connsiteX92" fmla="*/ 6283816 w 11269336"/>
              <a:gd name="connsiteY92" fmla="*/ 1872148 h 2323145"/>
              <a:gd name="connsiteX93" fmla="*/ 6282550 w 11269336"/>
              <a:gd name="connsiteY93" fmla="*/ 1871392 h 2323145"/>
              <a:gd name="connsiteX94" fmla="*/ 6270527 w 11269336"/>
              <a:gd name="connsiteY94" fmla="*/ 1872208 h 2323145"/>
              <a:gd name="connsiteX95" fmla="*/ 6249518 w 11269336"/>
              <a:gd name="connsiteY95" fmla="*/ 1876079 h 2323145"/>
              <a:gd name="connsiteX96" fmla="*/ 6190386 w 11269336"/>
              <a:gd name="connsiteY96" fmla="*/ 1872478 h 2323145"/>
              <a:gd name="connsiteX97" fmla="*/ 6159777 w 11269336"/>
              <a:gd name="connsiteY97" fmla="*/ 1891745 h 2323145"/>
              <a:gd name="connsiteX98" fmla="*/ 6153131 w 11269336"/>
              <a:gd name="connsiteY98" fmla="*/ 1895079 h 2323145"/>
              <a:gd name="connsiteX99" fmla="*/ 6152798 w 11269336"/>
              <a:gd name="connsiteY99" fmla="*/ 1894920 h 2323145"/>
              <a:gd name="connsiteX100" fmla="*/ 6145388 w 11269336"/>
              <a:gd name="connsiteY100" fmla="*/ 1897990 h 2323145"/>
              <a:gd name="connsiteX101" fmla="*/ 6141014 w 11269336"/>
              <a:gd name="connsiteY101" fmla="*/ 1901155 h 2323145"/>
              <a:gd name="connsiteX102" fmla="*/ 6128122 w 11269336"/>
              <a:gd name="connsiteY102" fmla="*/ 1907623 h 2323145"/>
              <a:gd name="connsiteX103" fmla="*/ 6122351 w 11269336"/>
              <a:gd name="connsiteY103" fmla="*/ 1908359 h 2323145"/>
              <a:gd name="connsiteX104" fmla="*/ 6064750 w 11269336"/>
              <a:gd name="connsiteY104" fmla="*/ 1896394 h 2323145"/>
              <a:gd name="connsiteX105" fmla="*/ 5964230 w 11269336"/>
              <a:gd name="connsiteY105" fmla="*/ 1910038 h 2323145"/>
              <a:gd name="connsiteX106" fmla="*/ 5865399 w 11269336"/>
              <a:gd name="connsiteY106" fmla="*/ 1926966 h 2323145"/>
              <a:gd name="connsiteX107" fmla="*/ 5829951 w 11269336"/>
              <a:gd name="connsiteY107" fmla="*/ 1934755 h 2323145"/>
              <a:gd name="connsiteX108" fmla="*/ 5765285 w 11269336"/>
              <a:gd name="connsiteY108" fmla="*/ 1941322 h 2323145"/>
              <a:gd name="connsiteX109" fmla="*/ 5734750 w 11269336"/>
              <a:gd name="connsiteY109" fmla="*/ 1939793 h 2323145"/>
              <a:gd name="connsiteX110" fmla="*/ 5733569 w 11269336"/>
              <a:gd name="connsiteY110" fmla="*/ 1940505 h 2323145"/>
              <a:gd name="connsiteX111" fmla="*/ 5730329 w 11269336"/>
              <a:gd name="connsiteY111" fmla="*/ 1937845 h 2323145"/>
              <a:gd name="connsiteX112" fmla="*/ 5724661 w 11269336"/>
              <a:gd name="connsiteY112" fmla="*/ 1937455 h 2323145"/>
              <a:gd name="connsiteX113" fmla="*/ 5710186 w 11269336"/>
              <a:gd name="connsiteY113" fmla="*/ 1941370 h 2323145"/>
              <a:gd name="connsiteX114" fmla="*/ 5704910 w 11269336"/>
              <a:gd name="connsiteY114" fmla="*/ 1943663 h 2323145"/>
              <a:gd name="connsiteX115" fmla="*/ 5696836 w 11269336"/>
              <a:gd name="connsiteY115" fmla="*/ 1945271 h 2323145"/>
              <a:gd name="connsiteX116" fmla="*/ 5696583 w 11269336"/>
              <a:gd name="connsiteY116" fmla="*/ 1945050 h 2323145"/>
              <a:gd name="connsiteX117" fmla="*/ 5689123 w 11269336"/>
              <a:gd name="connsiteY117" fmla="*/ 1947067 h 2323145"/>
              <a:gd name="connsiteX118" fmla="*/ 5653291 w 11269336"/>
              <a:gd name="connsiteY118" fmla="*/ 1960245 h 2323145"/>
              <a:gd name="connsiteX119" fmla="*/ 5599385 w 11269336"/>
              <a:gd name="connsiteY119" fmla="*/ 1945198 h 2323145"/>
              <a:gd name="connsiteX120" fmla="*/ 5578300 w 11269336"/>
              <a:gd name="connsiteY120" fmla="*/ 1944963 h 2323145"/>
              <a:gd name="connsiteX121" fmla="*/ 5566758 w 11269336"/>
              <a:gd name="connsiteY121" fmla="*/ 1943441 h 2323145"/>
              <a:gd name="connsiteX122" fmla="*/ 5565857 w 11269336"/>
              <a:gd name="connsiteY122" fmla="*/ 1942445 h 2323145"/>
              <a:gd name="connsiteX123" fmla="*/ 5531534 w 11269336"/>
              <a:gd name="connsiteY123" fmla="*/ 1955208 h 2323145"/>
              <a:gd name="connsiteX124" fmla="*/ 5526552 w 11269336"/>
              <a:gd name="connsiteY124" fmla="*/ 1954799 h 2323145"/>
              <a:gd name="connsiteX125" fmla="*/ 5504723 w 11269336"/>
              <a:gd name="connsiteY125" fmla="*/ 1965811 h 2323145"/>
              <a:gd name="connsiteX126" fmla="*/ 5493156 w 11269336"/>
              <a:gd name="connsiteY126" fmla="*/ 1970063 h 2323145"/>
              <a:gd name="connsiteX127" fmla="*/ 5490486 w 11269336"/>
              <a:gd name="connsiteY127" fmla="*/ 1974227 h 2323145"/>
              <a:gd name="connsiteX128" fmla="*/ 5473107 w 11269336"/>
              <a:gd name="connsiteY128" fmla="*/ 1979001 h 2323145"/>
              <a:gd name="connsiteX129" fmla="*/ 5470885 w 11269336"/>
              <a:gd name="connsiteY129" fmla="*/ 1978432 h 2323145"/>
              <a:gd name="connsiteX130" fmla="*/ 5457393 w 11269336"/>
              <a:gd name="connsiteY130" fmla="*/ 1986525 h 2323145"/>
              <a:gd name="connsiteX131" fmla="*/ 5447102 w 11269336"/>
              <a:gd name="connsiteY131" fmla="*/ 1998329 h 2323145"/>
              <a:gd name="connsiteX132" fmla="*/ 5159151 w 11269336"/>
              <a:gd name="connsiteY132" fmla="*/ 2029640 h 2323145"/>
              <a:gd name="connsiteX133" fmla="*/ 5098838 w 11269336"/>
              <a:gd name="connsiteY133" fmla="*/ 2062961 h 2323145"/>
              <a:gd name="connsiteX134" fmla="*/ 4860988 w 11269336"/>
              <a:gd name="connsiteY134" fmla="*/ 2135698 h 2323145"/>
              <a:gd name="connsiteX135" fmla="*/ 4765388 w 11269336"/>
              <a:gd name="connsiteY135" fmla="*/ 2162525 h 2323145"/>
              <a:gd name="connsiteX136" fmla="*/ 4745033 w 11269336"/>
              <a:gd name="connsiteY136" fmla="*/ 2158859 h 2323145"/>
              <a:gd name="connsiteX137" fmla="*/ 4741475 w 11269336"/>
              <a:gd name="connsiteY137" fmla="*/ 2157998 h 2323145"/>
              <a:gd name="connsiteX138" fmla="*/ 4728247 w 11269336"/>
              <a:gd name="connsiteY138" fmla="*/ 2159526 h 2323145"/>
              <a:gd name="connsiteX139" fmla="*/ 4723263 w 11269336"/>
              <a:gd name="connsiteY139" fmla="*/ 2153742 h 2323145"/>
              <a:gd name="connsiteX140" fmla="*/ 4593061 w 11269336"/>
              <a:gd name="connsiteY140" fmla="*/ 2171597 h 2323145"/>
              <a:gd name="connsiteX141" fmla="*/ 4533444 w 11269336"/>
              <a:gd name="connsiteY141" fmla="*/ 2181200 h 2323145"/>
              <a:gd name="connsiteX142" fmla="*/ 4492832 w 11269336"/>
              <a:gd name="connsiteY142" fmla="*/ 2188033 h 2323145"/>
              <a:gd name="connsiteX143" fmla="*/ 4467257 w 11269336"/>
              <a:gd name="connsiteY143" fmla="*/ 2196121 h 2323145"/>
              <a:gd name="connsiteX144" fmla="*/ 4459937 w 11269336"/>
              <a:gd name="connsiteY144" fmla="*/ 2195182 h 2323145"/>
              <a:gd name="connsiteX145" fmla="*/ 4433312 w 11269336"/>
              <a:gd name="connsiteY145" fmla="*/ 2199004 h 2323145"/>
              <a:gd name="connsiteX146" fmla="*/ 4420601 w 11269336"/>
              <a:gd name="connsiteY146" fmla="*/ 2205158 h 2323145"/>
              <a:gd name="connsiteX147" fmla="*/ 4405765 w 11269336"/>
              <a:gd name="connsiteY147" fmla="*/ 2199902 h 2323145"/>
              <a:gd name="connsiteX148" fmla="*/ 4401354 w 11269336"/>
              <a:gd name="connsiteY148" fmla="*/ 2194745 h 2323145"/>
              <a:gd name="connsiteX149" fmla="*/ 4383151 w 11269336"/>
              <a:gd name="connsiteY149" fmla="*/ 2201140 h 2323145"/>
              <a:gd name="connsiteX150" fmla="*/ 4366646 w 11269336"/>
              <a:gd name="connsiteY150" fmla="*/ 2198564 h 2323145"/>
              <a:gd name="connsiteX151" fmla="*/ 4354009 w 11269336"/>
              <a:gd name="connsiteY151" fmla="*/ 2204984 h 2323145"/>
              <a:gd name="connsiteX152" fmla="*/ 4348284 w 11269336"/>
              <a:gd name="connsiteY152" fmla="*/ 2205270 h 2323145"/>
              <a:gd name="connsiteX153" fmla="*/ 4333906 w 11269336"/>
              <a:gd name="connsiteY153" fmla="*/ 2205251 h 2323145"/>
              <a:gd name="connsiteX154" fmla="*/ 4308819 w 11269336"/>
              <a:gd name="connsiteY154" fmla="*/ 2203822 h 2323145"/>
              <a:gd name="connsiteX155" fmla="*/ 4301210 w 11269336"/>
              <a:gd name="connsiteY155" fmla="*/ 2204456 h 2323145"/>
              <a:gd name="connsiteX156" fmla="*/ 4283095 w 11269336"/>
              <a:gd name="connsiteY156" fmla="*/ 2198177 h 2323145"/>
              <a:gd name="connsiteX157" fmla="*/ 4250119 w 11269336"/>
              <a:gd name="connsiteY157" fmla="*/ 2196342 h 2323145"/>
              <a:gd name="connsiteX158" fmla="*/ 4189203 w 11269336"/>
              <a:gd name="connsiteY158" fmla="*/ 2178994 h 2323145"/>
              <a:gd name="connsiteX159" fmla="*/ 4154035 w 11269336"/>
              <a:gd name="connsiteY159" fmla="*/ 2171950 h 2323145"/>
              <a:gd name="connsiteX160" fmla="*/ 4129569 w 11269336"/>
              <a:gd name="connsiteY160" fmla="*/ 2163850 h 2323145"/>
              <a:gd name="connsiteX161" fmla="*/ 4061250 w 11269336"/>
              <a:gd name="connsiteY161" fmla="*/ 2159236 h 2323145"/>
              <a:gd name="connsiteX162" fmla="*/ 3945480 w 11269336"/>
              <a:gd name="connsiteY162" fmla="*/ 2158279 h 2323145"/>
              <a:gd name="connsiteX163" fmla="*/ 3921468 w 11269336"/>
              <a:gd name="connsiteY163" fmla="*/ 2156588 h 2323145"/>
              <a:gd name="connsiteX164" fmla="*/ 3903348 w 11269336"/>
              <a:gd name="connsiteY164" fmla="*/ 2149220 h 2323145"/>
              <a:gd name="connsiteX165" fmla="*/ 3901342 w 11269336"/>
              <a:gd name="connsiteY165" fmla="*/ 2142355 h 2323145"/>
              <a:gd name="connsiteX166" fmla="*/ 3888539 w 11269336"/>
              <a:gd name="connsiteY166" fmla="*/ 2140476 h 2323145"/>
              <a:gd name="connsiteX167" fmla="*/ 3885662 w 11269336"/>
              <a:gd name="connsiteY167" fmla="*/ 2138740 h 2323145"/>
              <a:gd name="connsiteX168" fmla="*/ 3868627 w 11269336"/>
              <a:gd name="connsiteY168" fmla="*/ 2130023 h 2323145"/>
              <a:gd name="connsiteX169" fmla="*/ 3819177 w 11269336"/>
              <a:gd name="connsiteY169" fmla="*/ 2142111 h 2323145"/>
              <a:gd name="connsiteX170" fmla="*/ 3769100 w 11269336"/>
              <a:gd name="connsiteY170" fmla="*/ 2131731 h 2323145"/>
              <a:gd name="connsiteX171" fmla="*/ 3562752 w 11269336"/>
              <a:gd name="connsiteY171" fmla="*/ 2131785 h 2323145"/>
              <a:gd name="connsiteX172" fmla="*/ 3541402 w 11269336"/>
              <a:gd name="connsiteY172" fmla="*/ 2106821 h 2323145"/>
              <a:gd name="connsiteX173" fmla="*/ 3365341 w 11269336"/>
              <a:gd name="connsiteY173" fmla="*/ 2077638 h 2323145"/>
              <a:gd name="connsiteX174" fmla="*/ 3170922 w 11269336"/>
              <a:gd name="connsiteY174" fmla="*/ 2115957 h 2323145"/>
              <a:gd name="connsiteX175" fmla="*/ 3156256 w 11269336"/>
              <a:gd name="connsiteY175" fmla="*/ 2124773 h 2323145"/>
              <a:gd name="connsiteX176" fmla="*/ 3140298 w 11269336"/>
              <a:gd name="connsiteY176" fmla="*/ 2129182 h 2323145"/>
              <a:gd name="connsiteX177" fmla="*/ 3138514 w 11269336"/>
              <a:gd name="connsiteY177" fmla="*/ 2128069 h 2323145"/>
              <a:gd name="connsiteX178" fmla="*/ 3120467 w 11269336"/>
              <a:gd name="connsiteY178" fmla="*/ 2128281 h 2323145"/>
              <a:gd name="connsiteX179" fmla="*/ 3116175 w 11269336"/>
              <a:gd name="connsiteY179" fmla="*/ 2131633 h 2323145"/>
              <a:gd name="connsiteX180" fmla="*/ 3103685 w 11269336"/>
              <a:gd name="connsiteY180" fmla="*/ 2132814 h 2323145"/>
              <a:gd name="connsiteX181" fmla="*/ 3078794 w 11269336"/>
              <a:gd name="connsiteY181" fmla="*/ 2137935 h 2323145"/>
              <a:gd name="connsiteX182" fmla="*/ 3074407 w 11269336"/>
              <a:gd name="connsiteY182" fmla="*/ 2136274 h 2323145"/>
              <a:gd name="connsiteX183" fmla="*/ 3037285 w 11269336"/>
              <a:gd name="connsiteY183" fmla="*/ 2139919 h 2323145"/>
              <a:gd name="connsiteX184" fmla="*/ 3036901 w 11269336"/>
              <a:gd name="connsiteY184" fmla="*/ 2138726 h 2323145"/>
              <a:gd name="connsiteX185" fmla="*/ 3026996 w 11269336"/>
              <a:gd name="connsiteY185" fmla="*/ 2134322 h 2323145"/>
              <a:gd name="connsiteX186" fmla="*/ 3007772 w 11269336"/>
              <a:gd name="connsiteY186" fmla="*/ 2128742 h 2323145"/>
              <a:gd name="connsiteX187" fmla="*/ 2965030 w 11269336"/>
              <a:gd name="connsiteY187" fmla="*/ 2100494 h 2323145"/>
              <a:gd name="connsiteX188" fmla="*/ 2926342 w 11269336"/>
              <a:gd name="connsiteY188" fmla="*/ 2104155 h 2323145"/>
              <a:gd name="connsiteX189" fmla="*/ 2918608 w 11269336"/>
              <a:gd name="connsiteY189" fmla="*/ 2104215 h 2323145"/>
              <a:gd name="connsiteX190" fmla="*/ 2918475 w 11269336"/>
              <a:gd name="connsiteY190" fmla="*/ 2103937 h 2323145"/>
              <a:gd name="connsiteX191" fmla="*/ 2910360 w 11269336"/>
              <a:gd name="connsiteY191" fmla="*/ 2103444 h 2323145"/>
              <a:gd name="connsiteX192" fmla="*/ 2904507 w 11269336"/>
              <a:gd name="connsiteY192" fmla="*/ 2104326 h 2323145"/>
              <a:gd name="connsiteX193" fmla="*/ 2889503 w 11269336"/>
              <a:gd name="connsiteY193" fmla="*/ 2104443 h 2323145"/>
              <a:gd name="connsiteX194" fmla="*/ 2884480 w 11269336"/>
              <a:gd name="connsiteY194" fmla="*/ 2102626 h 2323145"/>
              <a:gd name="connsiteX195" fmla="*/ 2882689 w 11269336"/>
              <a:gd name="connsiteY195" fmla="*/ 2099228 h 2323145"/>
              <a:gd name="connsiteX196" fmla="*/ 2881291 w 11269336"/>
              <a:gd name="connsiteY196" fmla="*/ 2099618 h 2323145"/>
              <a:gd name="connsiteX197" fmla="*/ 2853979 w 11269336"/>
              <a:gd name="connsiteY197" fmla="*/ 2090388 h 2323145"/>
              <a:gd name="connsiteX198" fmla="*/ 2791790 w 11269336"/>
              <a:gd name="connsiteY198" fmla="*/ 2080332 h 2323145"/>
              <a:gd name="connsiteX199" fmla="*/ 2755844 w 11269336"/>
              <a:gd name="connsiteY199" fmla="*/ 2078874 h 2323145"/>
              <a:gd name="connsiteX200" fmla="*/ 2657742 w 11269336"/>
              <a:gd name="connsiteY200" fmla="*/ 2070179 h 2323145"/>
              <a:gd name="connsiteX201" fmla="*/ 2559549 w 11269336"/>
              <a:gd name="connsiteY201" fmla="*/ 2057873 h 2323145"/>
              <a:gd name="connsiteX202" fmla="*/ 2512054 w 11269336"/>
              <a:gd name="connsiteY202" fmla="*/ 2031671 h 2323145"/>
              <a:gd name="connsiteX203" fmla="*/ 2506437 w 11269336"/>
              <a:gd name="connsiteY203" fmla="*/ 2030918 h 2323145"/>
              <a:gd name="connsiteX204" fmla="*/ 2491752 w 11269336"/>
              <a:gd name="connsiteY204" fmla="*/ 2033906 h 2323145"/>
              <a:gd name="connsiteX205" fmla="*/ 2486338 w 11269336"/>
              <a:gd name="connsiteY205" fmla="*/ 2035862 h 2323145"/>
              <a:gd name="connsiteX206" fmla="*/ 2478186 w 11269336"/>
              <a:gd name="connsiteY206" fmla="*/ 2036953 h 2323145"/>
              <a:gd name="connsiteX207" fmla="*/ 2477950 w 11269336"/>
              <a:gd name="connsiteY207" fmla="*/ 2036715 h 2323145"/>
              <a:gd name="connsiteX208" fmla="*/ 2470381 w 11269336"/>
              <a:gd name="connsiteY208" fmla="*/ 2038256 h 2323145"/>
              <a:gd name="connsiteX209" fmla="*/ 2433781 w 11269336"/>
              <a:gd name="connsiteY209" fmla="*/ 2049140 h 2323145"/>
              <a:gd name="connsiteX210" fmla="*/ 2381172 w 11269336"/>
              <a:gd name="connsiteY210" fmla="*/ 2030645 h 2323145"/>
              <a:gd name="connsiteX211" fmla="*/ 2360198 w 11269336"/>
              <a:gd name="connsiteY211" fmla="*/ 2029059 h 2323145"/>
              <a:gd name="connsiteX212" fmla="*/ 2348815 w 11269336"/>
              <a:gd name="connsiteY212" fmla="*/ 2026798 h 2323145"/>
              <a:gd name="connsiteX213" fmla="*/ 2347988 w 11269336"/>
              <a:gd name="connsiteY213" fmla="*/ 2025745 h 2323145"/>
              <a:gd name="connsiteX214" fmla="*/ 2312920 w 11269336"/>
              <a:gd name="connsiteY214" fmla="*/ 2036311 h 2323145"/>
              <a:gd name="connsiteX215" fmla="*/ 2307986 w 11269336"/>
              <a:gd name="connsiteY215" fmla="*/ 2035583 h 2323145"/>
              <a:gd name="connsiteX216" fmla="*/ 2285481 w 11269336"/>
              <a:gd name="connsiteY216" fmla="*/ 2045197 h 2323145"/>
              <a:gd name="connsiteX217" fmla="*/ 2273666 w 11269336"/>
              <a:gd name="connsiteY217" fmla="*/ 2048710 h 2323145"/>
              <a:gd name="connsiteX218" fmla="*/ 2270719 w 11269336"/>
              <a:gd name="connsiteY218" fmla="*/ 2052702 h 2323145"/>
              <a:gd name="connsiteX219" fmla="*/ 2253080 w 11269336"/>
              <a:gd name="connsiteY219" fmla="*/ 2056363 h 2323145"/>
              <a:gd name="connsiteX220" fmla="*/ 2250906 w 11269336"/>
              <a:gd name="connsiteY220" fmla="*/ 2055654 h 2323145"/>
              <a:gd name="connsiteX221" fmla="*/ 2236905 w 11269336"/>
              <a:gd name="connsiteY221" fmla="*/ 2062882 h 2323145"/>
              <a:gd name="connsiteX222" fmla="*/ 2225830 w 11269336"/>
              <a:gd name="connsiteY222" fmla="*/ 2074027 h 2323145"/>
              <a:gd name="connsiteX223" fmla="*/ 2073776 w 11269336"/>
              <a:gd name="connsiteY223" fmla="*/ 2089244 h 2323145"/>
              <a:gd name="connsiteX224" fmla="*/ 1948256 w 11269336"/>
              <a:gd name="connsiteY224" fmla="*/ 2146616 h 2323145"/>
              <a:gd name="connsiteX225" fmla="*/ 1865582 w 11269336"/>
              <a:gd name="connsiteY225" fmla="*/ 2153738 h 2323145"/>
              <a:gd name="connsiteX226" fmla="*/ 1835210 w 11269336"/>
              <a:gd name="connsiteY226" fmla="*/ 2134244 h 2323145"/>
              <a:gd name="connsiteX227" fmla="*/ 1632661 w 11269336"/>
              <a:gd name="connsiteY227" fmla="*/ 2173882 h 2323145"/>
              <a:gd name="connsiteX228" fmla="*/ 1579590 w 11269336"/>
              <a:gd name="connsiteY228" fmla="*/ 2173680 h 2323145"/>
              <a:gd name="connsiteX229" fmla="*/ 1535601 w 11269336"/>
              <a:gd name="connsiteY229" fmla="*/ 2194590 h 2323145"/>
              <a:gd name="connsiteX230" fmla="*/ 1515594 w 11269336"/>
              <a:gd name="connsiteY230" fmla="*/ 2189622 h 2323145"/>
              <a:gd name="connsiteX231" fmla="*/ 1512113 w 11269336"/>
              <a:gd name="connsiteY231" fmla="*/ 2188534 h 2323145"/>
              <a:gd name="connsiteX232" fmla="*/ 1498838 w 11269336"/>
              <a:gd name="connsiteY232" fmla="*/ 2189213 h 2323145"/>
              <a:gd name="connsiteX233" fmla="*/ 1494279 w 11269336"/>
              <a:gd name="connsiteY233" fmla="*/ 2183112 h 2323145"/>
              <a:gd name="connsiteX234" fmla="*/ 1473714 w 11269336"/>
              <a:gd name="connsiteY234" fmla="*/ 2179625 h 2323145"/>
              <a:gd name="connsiteX235" fmla="*/ 1449503 w 11269336"/>
              <a:gd name="connsiteY235" fmla="*/ 2182633 h 2323145"/>
              <a:gd name="connsiteX236" fmla="*/ 1266687 w 11269336"/>
              <a:gd name="connsiteY236" fmla="*/ 2212688 h 2323145"/>
              <a:gd name="connsiteX237" fmla="*/ 1239614 w 11269336"/>
              <a:gd name="connsiteY237" fmla="*/ 2209727 h 2323145"/>
              <a:gd name="connsiteX238" fmla="*/ 1202436 w 11269336"/>
              <a:gd name="connsiteY238" fmla="*/ 2209817 h 2323145"/>
              <a:gd name="connsiteX239" fmla="*/ 1136097 w 11269336"/>
              <a:gd name="connsiteY239" fmla="*/ 2205112 h 2323145"/>
              <a:gd name="connsiteX240" fmla="*/ 988232 w 11269336"/>
              <a:gd name="connsiteY240" fmla="*/ 2235635 h 2323145"/>
              <a:gd name="connsiteX241" fmla="*/ 981959 w 11269336"/>
              <a:gd name="connsiteY241" fmla="*/ 2231607 h 2323145"/>
              <a:gd name="connsiteX242" fmla="*/ 938600 w 11269336"/>
              <a:gd name="connsiteY242" fmla="*/ 2238113 h 2323145"/>
              <a:gd name="connsiteX243" fmla="*/ 791788 w 11269336"/>
              <a:gd name="connsiteY243" fmla="*/ 2293224 h 2323145"/>
              <a:gd name="connsiteX244" fmla="*/ 706914 w 11269336"/>
              <a:gd name="connsiteY244" fmla="*/ 2305046 h 2323145"/>
              <a:gd name="connsiteX245" fmla="*/ 675971 w 11269336"/>
              <a:gd name="connsiteY245" fmla="*/ 2304030 h 2323145"/>
              <a:gd name="connsiteX246" fmla="*/ 624180 w 11269336"/>
              <a:gd name="connsiteY246" fmla="*/ 2302650 h 2323145"/>
              <a:gd name="connsiteX247" fmla="*/ 583453 w 11269336"/>
              <a:gd name="connsiteY247" fmla="*/ 2288788 h 2323145"/>
              <a:gd name="connsiteX248" fmla="*/ 540946 w 11269336"/>
              <a:gd name="connsiteY248" fmla="*/ 2292721 h 2323145"/>
              <a:gd name="connsiteX249" fmla="*/ 533680 w 11269336"/>
              <a:gd name="connsiteY249" fmla="*/ 2310233 h 2323145"/>
              <a:gd name="connsiteX250" fmla="*/ 487366 w 11269336"/>
              <a:gd name="connsiteY250" fmla="*/ 2309053 h 2323145"/>
              <a:gd name="connsiteX251" fmla="*/ 416820 w 11269336"/>
              <a:gd name="connsiteY251" fmla="*/ 2305443 h 2323145"/>
              <a:gd name="connsiteX252" fmla="*/ 376805 w 11269336"/>
              <a:gd name="connsiteY252" fmla="*/ 2307647 h 2323145"/>
              <a:gd name="connsiteX253" fmla="*/ 266777 w 11269336"/>
              <a:gd name="connsiteY253" fmla="*/ 2309012 h 2323145"/>
              <a:gd name="connsiteX254" fmla="*/ 156013 w 11269336"/>
              <a:gd name="connsiteY254" fmla="*/ 2306832 h 2323145"/>
              <a:gd name="connsiteX255" fmla="*/ 87258 w 11269336"/>
              <a:gd name="connsiteY255" fmla="*/ 2285511 h 2323145"/>
              <a:gd name="connsiteX256" fmla="*/ 23798 w 11269336"/>
              <a:gd name="connsiteY256" fmla="*/ 2281822 h 2323145"/>
              <a:gd name="connsiteX257" fmla="*/ 0 w 11269336"/>
              <a:gd name="connsiteY257" fmla="*/ 2285369 h 2323145"/>
              <a:gd name="connsiteX258" fmla="*/ 0 w 11269336"/>
              <a:gd name="connsiteY258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656836 w 11269336"/>
              <a:gd name="connsiteY18" fmla="*/ 469967 h 2323145"/>
              <a:gd name="connsiteX19" fmla="*/ 9561575 w 11269336"/>
              <a:gd name="connsiteY19" fmla="*/ 559978 h 2323145"/>
              <a:gd name="connsiteX20" fmla="*/ 9162278 w 11269336"/>
              <a:gd name="connsiteY20" fmla="*/ 704724 h 2323145"/>
              <a:gd name="connsiteX21" fmla="*/ 9062863 w 11269336"/>
              <a:gd name="connsiteY21" fmla="*/ 754656 h 2323145"/>
              <a:gd name="connsiteX22" fmla="*/ 8914746 w 11269336"/>
              <a:gd name="connsiteY22" fmla="*/ 826428 h 2323145"/>
              <a:gd name="connsiteX23" fmla="*/ 8917778 w 11269336"/>
              <a:gd name="connsiteY23" fmla="*/ 835198 h 2323145"/>
              <a:gd name="connsiteX24" fmla="*/ 8905560 w 11269336"/>
              <a:gd name="connsiteY24" fmla="*/ 838358 h 2323145"/>
              <a:gd name="connsiteX25" fmla="*/ 8897564 w 11269336"/>
              <a:gd name="connsiteY25" fmla="*/ 834287 h 2323145"/>
              <a:gd name="connsiteX26" fmla="*/ 8878040 w 11269336"/>
              <a:gd name="connsiteY26" fmla="*/ 844150 h 2323145"/>
              <a:gd name="connsiteX27" fmla="*/ 8795998 w 11269336"/>
              <a:gd name="connsiteY27" fmla="*/ 863337 h 2323145"/>
              <a:gd name="connsiteX28" fmla="*/ 8776970 w 11269336"/>
              <a:gd name="connsiteY28" fmla="*/ 885177 h 2323145"/>
              <a:gd name="connsiteX29" fmla="*/ 8755719 w 11269336"/>
              <a:gd name="connsiteY29" fmla="*/ 889754 h 2323145"/>
              <a:gd name="connsiteX30" fmla="*/ 8743257 w 11269336"/>
              <a:gd name="connsiteY30" fmla="*/ 904723 h 2323145"/>
              <a:gd name="connsiteX31" fmla="*/ 8721366 w 11269336"/>
              <a:gd name="connsiteY31" fmla="*/ 904711 h 2323145"/>
              <a:gd name="connsiteX32" fmla="*/ 8678353 w 11269336"/>
              <a:gd name="connsiteY32" fmla="*/ 926318 h 2323145"/>
              <a:gd name="connsiteX33" fmla="*/ 8636849 w 11269336"/>
              <a:gd name="connsiteY33" fmla="*/ 937900 h 2323145"/>
              <a:gd name="connsiteX34" fmla="*/ 8620213 w 11269336"/>
              <a:gd name="connsiteY34" fmla="*/ 943068 h 2323145"/>
              <a:gd name="connsiteX35" fmla="*/ 8612581 w 11269336"/>
              <a:gd name="connsiteY35" fmla="*/ 952695 h 2323145"/>
              <a:gd name="connsiteX36" fmla="*/ 8589038 w 11269336"/>
              <a:gd name="connsiteY36" fmla="*/ 963892 h 2323145"/>
              <a:gd name="connsiteX37" fmla="*/ 8579950 w 11269336"/>
              <a:gd name="connsiteY37" fmla="*/ 960899 h 2323145"/>
              <a:gd name="connsiteX38" fmla="*/ 8579319 w 11269336"/>
              <a:gd name="connsiteY38" fmla="*/ 965630 h 2323145"/>
              <a:gd name="connsiteX39" fmla="*/ 8547429 w 11269336"/>
              <a:gd name="connsiteY39" fmla="*/ 984506 h 2323145"/>
              <a:gd name="connsiteX40" fmla="*/ 8478704 w 11269336"/>
              <a:gd name="connsiteY40" fmla="*/ 1025490 h 2323145"/>
              <a:gd name="connsiteX41" fmla="*/ 8461421 w 11269336"/>
              <a:gd name="connsiteY41" fmla="*/ 1035512 h 2323145"/>
              <a:gd name="connsiteX42" fmla="*/ 8445003 w 11269336"/>
              <a:gd name="connsiteY42" fmla="*/ 1036851 h 2323145"/>
              <a:gd name="connsiteX43" fmla="*/ 8357350 w 11269336"/>
              <a:gd name="connsiteY43" fmla="*/ 1060213 h 2323145"/>
              <a:gd name="connsiteX44" fmla="*/ 8335565 w 11269336"/>
              <a:gd name="connsiteY44" fmla="*/ 1061151 h 2323145"/>
              <a:gd name="connsiteX45" fmla="*/ 8325267 w 11269336"/>
              <a:gd name="connsiteY45" fmla="*/ 1055919 h 2323145"/>
              <a:gd name="connsiteX46" fmla="*/ 8293586 w 11269336"/>
              <a:gd name="connsiteY46" fmla="*/ 1076144 h 2323145"/>
              <a:gd name="connsiteX47" fmla="*/ 8242405 w 11269336"/>
              <a:gd name="connsiteY47" fmla="*/ 1095960 h 2323145"/>
              <a:gd name="connsiteX48" fmla="*/ 8197391 w 11269336"/>
              <a:gd name="connsiteY48" fmla="*/ 1107746 h 2323145"/>
              <a:gd name="connsiteX49" fmla="*/ 8081474 w 11269336"/>
              <a:gd name="connsiteY49" fmla="*/ 1130125 h 2323145"/>
              <a:gd name="connsiteX50" fmla="*/ 8053585 w 11269336"/>
              <a:gd name="connsiteY50" fmla="*/ 1129169 h 2323145"/>
              <a:gd name="connsiteX51" fmla="*/ 8038422 w 11269336"/>
              <a:gd name="connsiteY51" fmla="*/ 1119092 h 2323145"/>
              <a:gd name="connsiteX52" fmla="*/ 8029450 w 11269336"/>
              <a:gd name="connsiteY52" fmla="*/ 1125592 h 2323145"/>
              <a:gd name="connsiteX53" fmla="*/ 7959552 w 11269336"/>
              <a:gd name="connsiteY53" fmla="*/ 1140188 h 2323145"/>
              <a:gd name="connsiteX54" fmla="*/ 7914188 w 11269336"/>
              <a:gd name="connsiteY54" fmla="*/ 1150862 h 2323145"/>
              <a:gd name="connsiteX55" fmla="*/ 7914918 w 11269336"/>
              <a:gd name="connsiteY55" fmla="*/ 1168758 h 2323145"/>
              <a:gd name="connsiteX56" fmla="*/ 7875510 w 11269336"/>
              <a:gd name="connsiteY56" fmla="*/ 1183153 h 2323145"/>
              <a:gd name="connsiteX57" fmla="*/ 7829932 w 11269336"/>
              <a:gd name="connsiteY57" fmla="*/ 1180782 h 2323145"/>
              <a:gd name="connsiteX58" fmla="*/ 7779182 w 11269336"/>
              <a:gd name="connsiteY58" fmla="*/ 1192665 h 2323145"/>
              <a:gd name="connsiteX59" fmla="*/ 7748774 w 11269336"/>
              <a:gd name="connsiteY59" fmla="*/ 1199586 h 2323145"/>
              <a:gd name="connsiteX60" fmla="*/ 7671846 w 11269336"/>
              <a:gd name="connsiteY60" fmla="*/ 1231966 h 2323145"/>
              <a:gd name="connsiteX61" fmla="*/ 7554146 w 11269336"/>
              <a:gd name="connsiteY61" fmla="*/ 1319748 h 2323145"/>
              <a:gd name="connsiteX62" fmla="*/ 7515052 w 11269336"/>
              <a:gd name="connsiteY62" fmla="*/ 1336718 h 2323145"/>
              <a:gd name="connsiteX63" fmla="*/ 7507193 w 11269336"/>
              <a:gd name="connsiteY63" fmla="*/ 1334617 h 2323145"/>
              <a:gd name="connsiteX64" fmla="*/ 7461694 w 11269336"/>
              <a:gd name="connsiteY64" fmla="*/ 1375866 h 2323145"/>
              <a:gd name="connsiteX65" fmla="*/ 7377571 w 11269336"/>
              <a:gd name="connsiteY65" fmla="*/ 1400128 h 2323145"/>
              <a:gd name="connsiteX66" fmla="*/ 7311261 w 11269336"/>
              <a:gd name="connsiteY66" fmla="*/ 1412652 h 2323145"/>
              <a:gd name="connsiteX67" fmla="*/ 7275307 w 11269336"/>
              <a:gd name="connsiteY67" fmla="*/ 1422171 h 2323145"/>
              <a:gd name="connsiteX68" fmla="*/ 7247783 w 11269336"/>
              <a:gd name="connsiteY68" fmla="*/ 1426330 h 2323145"/>
              <a:gd name="connsiteX69" fmla="*/ 7185047 w 11269336"/>
              <a:gd name="connsiteY69" fmla="*/ 1451812 h 2323145"/>
              <a:gd name="connsiteX70" fmla="*/ 7084117 w 11269336"/>
              <a:gd name="connsiteY70" fmla="*/ 1500281 h 2323145"/>
              <a:gd name="connsiteX71" fmla="*/ 7062011 w 11269336"/>
              <a:gd name="connsiteY71" fmla="*/ 1509183 h 2323145"/>
              <a:gd name="connsiteX72" fmla="*/ 7040555 w 11269336"/>
              <a:gd name="connsiteY72" fmla="*/ 1511207 h 2323145"/>
              <a:gd name="connsiteX73" fmla="*/ 7033438 w 11269336"/>
              <a:gd name="connsiteY73" fmla="*/ 1506772 h 2323145"/>
              <a:gd name="connsiteX74" fmla="*/ 7020886 w 11269336"/>
              <a:gd name="connsiteY74" fmla="*/ 1510764 h 2323145"/>
              <a:gd name="connsiteX75" fmla="*/ 7017033 w 11269336"/>
              <a:gd name="connsiteY75" fmla="*/ 1510650 h 2323145"/>
              <a:gd name="connsiteX76" fmla="*/ 6995460 w 11269336"/>
              <a:gd name="connsiteY76" fmla="*/ 1511173 h 2323145"/>
              <a:gd name="connsiteX77" fmla="*/ 6962144 w 11269336"/>
              <a:gd name="connsiteY77" fmla="*/ 1541508 h 2323145"/>
              <a:gd name="connsiteX78" fmla="*/ 6910674 w 11269336"/>
              <a:gd name="connsiteY78" fmla="*/ 1554793 h 2323145"/>
              <a:gd name="connsiteX79" fmla="*/ 6732152 w 11269336"/>
              <a:gd name="connsiteY79" fmla="*/ 1642538 h 2323145"/>
              <a:gd name="connsiteX80" fmla="*/ 6694106 w 11269336"/>
              <a:gd name="connsiteY80" fmla="*/ 1632377 h 2323145"/>
              <a:gd name="connsiteX81" fmla="*/ 6617223 w 11269336"/>
              <a:gd name="connsiteY81" fmla="*/ 1659889 h 2323145"/>
              <a:gd name="connsiteX82" fmla="*/ 6521138 w 11269336"/>
              <a:gd name="connsiteY82" fmla="*/ 1744340 h 2323145"/>
              <a:gd name="connsiteX83" fmla="*/ 6380677 w 11269336"/>
              <a:gd name="connsiteY83" fmla="*/ 1796883 h 2323145"/>
              <a:gd name="connsiteX84" fmla="*/ 6374897 w 11269336"/>
              <a:gd name="connsiteY84" fmla="*/ 1809910 h 2323145"/>
              <a:gd name="connsiteX85" fmla="*/ 6364545 w 11269336"/>
              <a:gd name="connsiteY85" fmla="*/ 1820090 h 2323145"/>
              <a:gd name="connsiteX86" fmla="*/ 6362126 w 11269336"/>
              <a:gd name="connsiteY86" fmla="*/ 1819991 h 2323145"/>
              <a:gd name="connsiteX87" fmla="*/ 6346673 w 11269336"/>
              <a:gd name="connsiteY87" fmla="*/ 1827824 h 2323145"/>
              <a:gd name="connsiteX88" fmla="*/ 6345588 w 11269336"/>
              <a:gd name="connsiteY88" fmla="*/ 1832232 h 2323145"/>
              <a:gd name="connsiteX89" fmla="*/ 6335708 w 11269336"/>
              <a:gd name="connsiteY89" fmla="*/ 1838451 h 2323145"/>
              <a:gd name="connsiteX90" fmla="*/ 6318182 w 11269336"/>
              <a:gd name="connsiteY90" fmla="*/ 1852975 h 2323145"/>
              <a:gd name="connsiteX91" fmla="*/ 6313084 w 11269336"/>
              <a:gd name="connsiteY91" fmla="*/ 1853561 h 2323145"/>
              <a:gd name="connsiteX92" fmla="*/ 6283816 w 11269336"/>
              <a:gd name="connsiteY92" fmla="*/ 1872148 h 2323145"/>
              <a:gd name="connsiteX93" fmla="*/ 6282550 w 11269336"/>
              <a:gd name="connsiteY93" fmla="*/ 1871392 h 2323145"/>
              <a:gd name="connsiteX94" fmla="*/ 6270527 w 11269336"/>
              <a:gd name="connsiteY94" fmla="*/ 1872208 h 2323145"/>
              <a:gd name="connsiteX95" fmla="*/ 6249518 w 11269336"/>
              <a:gd name="connsiteY95" fmla="*/ 1876079 h 2323145"/>
              <a:gd name="connsiteX96" fmla="*/ 6190386 w 11269336"/>
              <a:gd name="connsiteY96" fmla="*/ 1872478 h 2323145"/>
              <a:gd name="connsiteX97" fmla="*/ 6159777 w 11269336"/>
              <a:gd name="connsiteY97" fmla="*/ 1891745 h 2323145"/>
              <a:gd name="connsiteX98" fmla="*/ 6153131 w 11269336"/>
              <a:gd name="connsiteY98" fmla="*/ 1895079 h 2323145"/>
              <a:gd name="connsiteX99" fmla="*/ 6152798 w 11269336"/>
              <a:gd name="connsiteY99" fmla="*/ 1894920 h 2323145"/>
              <a:gd name="connsiteX100" fmla="*/ 6145388 w 11269336"/>
              <a:gd name="connsiteY100" fmla="*/ 1897990 h 2323145"/>
              <a:gd name="connsiteX101" fmla="*/ 6141014 w 11269336"/>
              <a:gd name="connsiteY101" fmla="*/ 1901155 h 2323145"/>
              <a:gd name="connsiteX102" fmla="*/ 6128122 w 11269336"/>
              <a:gd name="connsiteY102" fmla="*/ 1907623 h 2323145"/>
              <a:gd name="connsiteX103" fmla="*/ 6122351 w 11269336"/>
              <a:gd name="connsiteY103" fmla="*/ 1908359 h 2323145"/>
              <a:gd name="connsiteX104" fmla="*/ 6064750 w 11269336"/>
              <a:gd name="connsiteY104" fmla="*/ 1896394 h 2323145"/>
              <a:gd name="connsiteX105" fmla="*/ 5964230 w 11269336"/>
              <a:gd name="connsiteY105" fmla="*/ 1910038 h 2323145"/>
              <a:gd name="connsiteX106" fmla="*/ 5865399 w 11269336"/>
              <a:gd name="connsiteY106" fmla="*/ 1926966 h 2323145"/>
              <a:gd name="connsiteX107" fmla="*/ 5829951 w 11269336"/>
              <a:gd name="connsiteY107" fmla="*/ 1934755 h 2323145"/>
              <a:gd name="connsiteX108" fmla="*/ 5765285 w 11269336"/>
              <a:gd name="connsiteY108" fmla="*/ 1941322 h 2323145"/>
              <a:gd name="connsiteX109" fmla="*/ 5734750 w 11269336"/>
              <a:gd name="connsiteY109" fmla="*/ 1939793 h 2323145"/>
              <a:gd name="connsiteX110" fmla="*/ 5733569 w 11269336"/>
              <a:gd name="connsiteY110" fmla="*/ 1940505 h 2323145"/>
              <a:gd name="connsiteX111" fmla="*/ 5730329 w 11269336"/>
              <a:gd name="connsiteY111" fmla="*/ 1937845 h 2323145"/>
              <a:gd name="connsiteX112" fmla="*/ 5724661 w 11269336"/>
              <a:gd name="connsiteY112" fmla="*/ 1937455 h 2323145"/>
              <a:gd name="connsiteX113" fmla="*/ 5710186 w 11269336"/>
              <a:gd name="connsiteY113" fmla="*/ 1941370 h 2323145"/>
              <a:gd name="connsiteX114" fmla="*/ 5704910 w 11269336"/>
              <a:gd name="connsiteY114" fmla="*/ 1943663 h 2323145"/>
              <a:gd name="connsiteX115" fmla="*/ 5696836 w 11269336"/>
              <a:gd name="connsiteY115" fmla="*/ 1945271 h 2323145"/>
              <a:gd name="connsiteX116" fmla="*/ 5696583 w 11269336"/>
              <a:gd name="connsiteY116" fmla="*/ 1945050 h 2323145"/>
              <a:gd name="connsiteX117" fmla="*/ 5689123 w 11269336"/>
              <a:gd name="connsiteY117" fmla="*/ 1947067 h 2323145"/>
              <a:gd name="connsiteX118" fmla="*/ 5653291 w 11269336"/>
              <a:gd name="connsiteY118" fmla="*/ 1960245 h 2323145"/>
              <a:gd name="connsiteX119" fmla="*/ 5599385 w 11269336"/>
              <a:gd name="connsiteY119" fmla="*/ 1945198 h 2323145"/>
              <a:gd name="connsiteX120" fmla="*/ 5578300 w 11269336"/>
              <a:gd name="connsiteY120" fmla="*/ 1944963 h 2323145"/>
              <a:gd name="connsiteX121" fmla="*/ 5566758 w 11269336"/>
              <a:gd name="connsiteY121" fmla="*/ 1943441 h 2323145"/>
              <a:gd name="connsiteX122" fmla="*/ 5565857 w 11269336"/>
              <a:gd name="connsiteY122" fmla="*/ 1942445 h 2323145"/>
              <a:gd name="connsiteX123" fmla="*/ 5531534 w 11269336"/>
              <a:gd name="connsiteY123" fmla="*/ 1955208 h 2323145"/>
              <a:gd name="connsiteX124" fmla="*/ 5526552 w 11269336"/>
              <a:gd name="connsiteY124" fmla="*/ 1954799 h 2323145"/>
              <a:gd name="connsiteX125" fmla="*/ 5504723 w 11269336"/>
              <a:gd name="connsiteY125" fmla="*/ 1965811 h 2323145"/>
              <a:gd name="connsiteX126" fmla="*/ 5493156 w 11269336"/>
              <a:gd name="connsiteY126" fmla="*/ 1970063 h 2323145"/>
              <a:gd name="connsiteX127" fmla="*/ 5490486 w 11269336"/>
              <a:gd name="connsiteY127" fmla="*/ 1974227 h 2323145"/>
              <a:gd name="connsiteX128" fmla="*/ 5473107 w 11269336"/>
              <a:gd name="connsiteY128" fmla="*/ 1979001 h 2323145"/>
              <a:gd name="connsiteX129" fmla="*/ 5470885 w 11269336"/>
              <a:gd name="connsiteY129" fmla="*/ 1978432 h 2323145"/>
              <a:gd name="connsiteX130" fmla="*/ 5457393 w 11269336"/>
              <a:gd name="connsiteY130" fmla="*/ 1986525 h 2323145"/>
              <a:gd name="connsiteX131" fmla="*/ 5447102 w 11269336"/>
              <a:gd name="connsiteY131" fmla="*/ 1998329 h 2323145"/>
              <a:gd name="connsiteX132" fmla="*/ 5159151 w 11269336"/>
              <a:gd name="connsiteY132" fmla="*/ 2029640 h 2323145"/>
              <a:gd name="connsiteX133" fmla="*/ 5098838 w 11269336"/>
              <a:gd name="connsiteY133" fmla="*/ 2062961 h 2323145"/>
              <a:gd name="connsiteX134" fmla="*/ 4860988 w 11269336"/>
              <a:gd name="connsiteY134" fmla="*/ 2135698 h 2323145"/>
              <a:gd name="connsiteX135" fmla="*/ 4765388 w 11269336"/>
              <a:gd name="connsiteY135" fmla="*/ 2162525 h 2323145"/>
              <a:gd name="connsiteX136" fmla="*/ 4745033 w 11269336"/>
              <a:gd name="connsiteY136" fmla="*/ 2158859 h 2323145"/>
              <a:gd name="connsiteX137" fmla="*/ 4741475 w 11269336"/>
              <a:gd name="connsiteY137" fmla="*/ 2157998 h 2323145"/>
              <a:gd name="connsiteX138" fmla="*/ 4728247 w 11269336"/>
              <a:gd name="connsiteY138" fmla="*/ 2159526 h 2323145"/>
              <a:gd name="connsiteX139" fmla="*/ 4723263 w 11269336"/>
              <a:gd name="connsiteY139" fmla="*/ 2153742 h 2323145"/>
              <a:gd name="connsiteX140" fmla="*/ 4593061 w 11269336"/>
              <a:gd name="connsiteY140" fmla="*/ 2171597 h 2323145"/>
              <a:gd name="connsiteX141" fmla="*/ 4533444 w 11269336"/>
              <a:gd name="connsiteY141" fmla="*/ 2181200 h 2323145"/>
              <a:gd name="connsiteX142" fmla="*/ 4492832 w 11269336"/>
              <a:gd name="connsiteY142" fmla="*/ 2188033 h 2323145"/>
              <a:gd name="connsiteX143" fmla="*/ 4467257 w 11269336"/>
              <a:gd name="connsiteY143" fmla="*/ 2196121 h 2323145"/>
              <a:gd name="connsiteX144" fmla="*/ 4459937 w 11269336"/>
              <a:gd name="connsiteY144" fmla="*/ 2195182 h 2323145"/>
              <a:gd name="connsiteX145" fmla="*/ 4433312 w 11269336"/>
              <a:gd name="connsiteY145" fmla="*/ 2199004 h 2323145"/>
              <a:gd name="connsiteX146" fmla="*/ 4420601 w 11269336"/>
              <a:gd name="connsiteY146" fmla="*/ 2205158 h 2323145"/>
              <a:gd name="connsiteX147" fmla="*/ 4405765 w 11269336"/>
              <a:gd name="connsiteY147" fmla="*/ 2199902 h 2323145"/>
              <a:gd name="connsiteX148" fmla="*/ 4401354 w 11269336"/>
              <a:gd name="connsiteY148" fmla="*/ 2194745 h 2323145"/>
              <a:gd name="connsiteX149" fmla="*/ 4366646 w 11269336"/>
              <a:gd name="connsiteY149" fmla="*/ 2198564 h 2323145"/>
              <a:gd name="connsiteX150" fmla="*/ 4354009 w 11269336"/>
              <a:gd name="connsiteY150" fmla="*/ 2204984 h 2323145"/>
              <a:gd name="connsiteX151" fmla="*/ 4348284 w 11269336"/>
              <a:gd name="connsiteY151" fmla="*/ 2205270 h 2323145"/>
              <a:gd name="connsiteX152" fmla="*/ 4333906 w 11269336"/>
              <a:gd name="connsiteY152" fmla="*/ 2205251 h 2323145"/>
              <a:gd name="connsiteX153" fmla="*/ 4308819 w 11269336"/>
              <a:gd name="connsiteY153" fmla="*/ 2203822 h 2323145"/>
              <a:gd name="connsiteX154" fmla="*/ 4301210 w 11269336"/>
              <a:gd name="connsiteY154" fmla="*/ 2204456 h 2323145"/>
              <a:gd name="connsiteX155" fmla="*/ 4283095 w 11269336"/>
              <a:gd name="connsiteY155" fmla="*/ 2198177 h 2323145"/>
              <a:gd name="connsiteX156" fmla="*/ 4250119 w 11269336"/>
              <a:gd name="connsiteY156" fmla="*/ 2196342 h 2323145"/>
              <a:gd name="connsiteX157" fmla="*/ 4189203 w 11269336"/>
              <a:gd name="connsiteY157" fmla="*/ 2178994 h 2323145"/>
              <a:gd name="connsiteX158" fmla="*/ 4154035 w 11269336"/>
              <a:gd name="connsiteY158" fmla="*/ 2171950 h 2323145"/>
              <a:gd name="connsiteX159" fmla="*/ 4129569 w 11269336"/>
              <a:gd name="connsiteY159" fmla="*/ 2163850 h 2323145"/>
              <a:gd name="connsiteX160" fmla="*/ 4061250 w 11269336"/>
              <a:gd name="connsiteY160" fmla="*/ 2159236 h 2323145"/>
              <a:gd name="connsiteX161" fmla="*/ 3945480 w 11269336"/>
              <a:gd name="connsiteY161" fmla="*/ 2158279 h 2323145"/>
              <a:gd name="connsiteX162" fmla="*/ 3921468 w 11269336"/>
              <a:gd name="connsiteY162" fmla="*/ 2156588 h 2323145"/>
              <a:gd name="connsiteX163" fmla="*/ 3903348 w 11269336"/>
              <a:gd name="connsiteY163" fmla="*/ 2149220 h 2323145"/>
              <a:gd name="connsiteX164" fmla="*/ 3901342 w 11269336"/>
              <a:gd name="connsiteY164" fmla="*/ 2142355 h 2323145"/>
              <a:gd name="connsiteX165" fmla="*/ 3888539 w 11269336"/>
              <a:gd name="connsiteY165" fmla="*/ 2140476 h 2323145"/>
              <a:gd name="connsiteX166" fmla="*/ 3885662 w 11269336"/>
              <a:gd name="connsiteY166" fmla="*/ 2138740 h 2323145"/>
              <a:gd name="connsiteX167" fmla="*/ 3868627 w 11269336"/>
              <a:gd name="connsiteY167" fmla="*/ 2130023 h 2323145"/>
              <a:gd name="connsiteX168" fmla="*/ 3819177 w 11269336"/>
              <a:gd name="connsiteY168" fmla="*/ 2142111 h 2323145"/>
              <a:gd name="connsiteX169" fmla="*/ 3769100 w 11269336"/>
              <a:gd name="connsiteY169" fmla="*/ 2131731 h 2323145"/>
              <a:gd name="connsiteX170" fmla="*/ 3562752 w 11269336"/>
              <a:gd name="connsiteY170" fmla="*/ 2131785 h 2323145"/>
              <a:gd name="connsiteX171" fmla="*/ 3541402 w 11269336"/>
              <a:gd name="connsiteY171" fmla="*/ 2106821 h 2323145"/>
              <a:gd name="connsiteX172" fmla="*/ 3365341 w 11269336"/>
              <a:gd name="connsiteY172" fmla="*/ 2077638 h 2323145"/>
              <a:gd name="connsiteX173" fmla="*/ 3170922 w 11269336"/>
              <a:gd name="connsiteY173" fmla="*/ 2115957 h 2323145"/>
              <a:gd name="connsiteX174" fmla="*/ 3156256 w 11269336"/>
              <a:gd name="connsiteY174" fmla="*/ 2124773 h 2323145"/>
              <a:gd name="connsiteX175" fmla="*/ 3140298 w 11269336"/>
              <a:gd name="connsiteY175" fmla="*/ 2129182 h 2323145"/>
              <a:gd name="connsiteX176" fmla="*/ 3138514 w 11269336"/>
              <a:gd name="connsiteY176" fmla="*/ 2128069 h 2323145"/>
              <a:gd name="connsiteX177" fmla="*/ 3120467 w 11269336"/>
              <a:gd name="connsiteY177" fmla="*/ 2128281 h 2323145"/>
              <a:gd name="connsiteX178" fmla="*/ 3116175 w 11269336"/>
              <a:gd name="connsiteY178" fmla="*/ 2131633 h 2323145"/>
              <a:gd name="connsiteX179" fmla="*/ 3103685 w 11269336"/>
              <a:gd name="connsiteY179" fmla="*/ 2132814 h 2323145"/>
              <a:gd name="connsiteX180" fmla="*/ 3078794 w 11269336"/>
              <a:gd name="connsiteY180" fmla="*/ 2137935 h 2323145"/>
              <a:gd name="connsiteX181" fmla="*/ 3074407 w 11269336"/>
              <a:gd name="connsiteY181" fmla="*/ 2136274 h 2323145"/>
              <a:gd name="connsiteX182" fmla="*/ 3037285 w 11269336"/>
              <a:gd name="connsiteY182" fmla="*/ 2139919 h 2323145"/>
              <a:gd name="connsiteX183" fmla="*/ 3036901 w 11269336"/>
              <a:gd name="connsiteY183" fmla="*/ 2138726 h 2323145"/>
              <a:gd name="connsiteX184" fmla="*/ 3026996 w 11269336"/>
              <a:gd name="connsiteY184" fmla="*/ 2134322 h 2323145"/>
              <a:gd name="connsiteX185" fmla="*/ 3007772 w 11269336"/>
              <a:gd name="connsiteY185" fmla="*/ 2128742 h 2323145"/>
              <a:gd name="connsiteX186" fmla="*/ 2965030 w 11269336"/>
              <a:gd name="connsiteY186" fmla="*/ 2100494 h 2323145"/>
              <a:gd name="connsiteX187" fmla="*/ 2926342 w 11269336"/>
              <a:gd name="connsiteY187" fmla="*/ 2104155 h 2323145"/>
              <a:gd name="connsiteX188" fmla="*/ 2918608 w 11269336"/>
              <a:gd name="connsiteY188" fmla="*/ 2104215 h 2323145"/>
              <a:gd name="connsiteX189" fmla="*/ 2918475 w 11269336"/>
              <a:gd name="connsiteY189" fmla="*/ 2103937 h 2323145"/>
              <a:gd name="connsiteX190" fmla="*/ 2910360 w 11269336"/>
              <a:gd name="connsiteY190" fmla="*/ 2103444 h 2323145"/>
              <a:gd name="connsiteX191" fmla="*/ 2904507 w 11269336"/>
              <a:gd name="connsiteY191" fmla="*/ 2104326 h 2323145"/>
              <a:gd name="connsiteX192" fmla="*/ 2889503 w 11269336"/>
              <a:gd name="connsiteY192" fmla="*/ 2104443 h 2323145"/>
              <a:gd name="connsiteX193" fmla="*/ 2884480 w 11269336"/>
              <a:gd name="connsiteY193" fmla="*/ 2102626 h 2323145"/>
              <a:gd name="connsiteX194" fmla="*/ 2882689 w 11269336"/>
              <a:gd name="connsiteY194" fmla="*/ 2099228 h 2323145"/>
              <a:gd name="connsiteX195" fmla="*/ 2881291 w 11269336"/>
              <a:gd name="connsiteY195" fmla="*/ 2099618 h 2323145"/>
              <a:gd name="connsiteX196" fmla="*/ 2853979 w 11269336"/>
              <a:gd name="connsiteY196" fmla="*/ 2090388 h 2323145"/>
              <a:gd name="connsiteX197" fmla="*/ 2791790 w 11269336"/>
              <a:gd name="connsiteY197" fmla="*/ 2080332 h 2323145"/>
              <a:gd name="connsiteX198" fmla="*/ 2755844 w 11269336"/>
              <a:gd name="connsiteY198" fmla="*/ 2078874 h 2323145"/>
              <a:gd name="connsiteX199" fmla="*/ 2657742 w 11269336"/>
              <a:gd name="connsiteY199" fmla="*/ 2070179 h 2323145"/>
              <a:gd name="connsiteX200" fmla="*/ 2559549 w 11269336"/>
              <a:gd name="connsiteY200" fmla="*/ 2057873 h 2323145"/>
              <a:gd name="connsiteX201" fmla="*/ 2512054 w 11269336"/>
              <a:gd name="connsiteY201" fmla="*/ 2031671 h 2323145"/>
              <a:gd name="connsiteX202" fmla="*/ 2506437 w 11269336"/>
              <a:gd name="connsiteY202" fmla="*/ 2030918 h 2323145"/>
              <a:gd name="connsiteX203" fmla="*/ 2491752 w 11269336"/>
              <a:gd name="connsiteY203" fmla="*/ 2033906 h 2323145"/>
              <a:gd name="connsiteX204" fmla="*/ 2486338 w 11269336"/>
              <a:gd name="connsiteY204" fmla="*/ 2035862 h 2323145"/>
              <a:gd name="connsiteX205" fmla="*/ 2478186 w 11269336"/>
              <a:gd name="connsiteY205" fmla="*/ 2036953 h 2323145"/>
              <a:gd name="connsiteX206" fmla="*/ 2477950 w 11269336"/>
              <a:gd name="connsiteY206" fmla="*/ 2036715 h 2323145"/>
              <a:gd name="connsiteX207" fmla="*/ 2470381 w 11269336"/>
              <a:gd name="connsiteY207" fmla="*/ 2038256 h 2323145"/>
              <a:gd name="connsiteX208" fmla="*/ 2433781 w 11269336"/>
              <a:gd name="connsiteY208" fmla="*/ 2049140 h 2323145"/>
              <a:gd name="connsiteX209" fmla="*/ 2381172 w 11269336"/>
              <a:gd name="connsiteY209" fmla="*/ 2030645 h 2323145"/>
              <a:gd name="connsiteX210" fmla="*/ 2360198 w 11269336"/>
              <a:gd name="connsiteY210" fmla="*/ 2029059 h 2323145"/>
              <a:gd name="connsiteX211" fmla="*/ 2348815 w 11269336"/>
              <a:gd name="connsiteY211" fmla="*/ 2026798 h 2323145"/>
              <a:gd name="connsiteX212" fmla="*/ 2347988 w 11269336"/>
              <a:gd name="connsiteY212" fmla="*/ 2025745 h 2323145"/>
              <a:gd name="connsiteX213" fmla="*/ 2312920 w 11269336"/>
              <a:gd name="connsiteY213" fmla="*/ 2036311 h 2323145"/>
              <a:gd name="connsiteX214" fmla="*/ 2307986 w 11269336"/>
              <a:gd name="connsiteY214" fmla="*/ 2035583 h 2323145"/>
              <a:gd name="connsiteX215" fmla="*/ 2285481 w 11269336"/>
              <a:gd name="connsiteY215" fmla="*/ 2045197 h 2323145"/>
              <a:gd name="connsiteX216" fmla="*/ 2273666 w 11269336"/>
              <a:gd name="connsiteY216" fmla="*/ 2048710 h 2323145"/>
              <a:gd name="connsiteX217" fmla="*/ 2270719 w 11269336"/>
              <a:gd name="connsiteY217" fmla="*/ 2052702 h 2323145"/>
              <a:gd name="connsiteX218" fmla="*/ 2253080 w 11269336"/>
              <a:gd name="connsiteY218" fmla="*/ 2056363 h 2323145"/>
              <a:gd name="connsiteX219" fmla="*/ 2250906 w 11269336"/>
              <a:gd name="connsiteY219" fmla="*/ 2055654 h 2323145"/>
              <a:gd name="connsiteX220" fmla="*/ 2236905 w 11269336"/>
              <a:gd name="connsiteY220" fmla="*/ 2062882 h 2323145"/>
              <a:gd name="connsiteX221" fmla="*/ 2225830 w 11269336"/>
              <a:gd name="connsiteY221" fmla="*/ 2074027 h 2323145"/>
              <a:gd name="connsiteX222" fmla="*/ 2073776 w 11269336"/>
              <a:gd name="connsiteY222" fmla="*/ 2089244 h 2323145"/>
              <a:gd name="connsiteX223" fmla="*/ 1948256 w 11269336"/>
              <a:gd name="connsiteY223" fmla="*/ 2146616 h 2323145"/>
              <a:gd name="connsiteX224" fmla="*/ 1865582 w 11269336"/>
              <a:gd name="connsiteY224" fmla="*/ 2153738 h 2323145"/>
              <a:gd name="connsiteX225" fmla="*/ 1835210 w 11269336"/>
              <a:gd name="connsiteY225" fmla="*/ 2134244 h 2323145"/>
              <a:gd name="connsiteX226" fmla="*/ 1632661 w 11269336"/>
              <a:gd name="connsiteY226" fmla="*/ 2173882 h 2323145"/>
              <a:gd name="connsiteX227" fmla="*/ 1579590 w 11269336"/>
              <a:gd name="connsiteY227" fmla="*/ 2173680 h 2323145"/>
              <a:gd name="connsiteX228" fmla="*/ 1535601 w 11269336"/>
              <a:gd name="connsiteY228" fmla="*/ 2194590 h 2323145"/>
              <a:gd name="connsiteX229" fmla="*/ 1515594 w 11269336"/>
              <a:gd name="connsiteY229" fmla="*/ 2189622 h 2323145"/>
              <a:gd name="connsiteX230" fmla="*/ 1512113 w 11269336"/>
              <a:gd name="connsiteY230" fmla="*/ 2188534 h 2323145"/>
              <a:gd name="connsiteX231" fmla="*/ 1498838 w 11269336"/>
              <a:gd name="connsiteY231" fmla="*/ 2189213 h 2323145"/>
              <a:gd name="connsiteX232" fmla="*/ 1494279 w 11269336"/>
              <a:gd name="connsiteY232" fmla="*/ 2183112 h 2323145"/>
              <a:gd name="connsiteX233" fmla="*/ 1473714 w 11269336"/>
              <a:gd name="connsiteY233" fmla="*/ 2179625 h 2323145"/>
              <a:gd name="connsiteX234" fmla="*/ 1449503 w 11269336"/>
              <a:gd name="connsiteY234" fmla="*/ 2182633 h 2323145"/>
              <a:gd name="connsiteX235" fmla="*/ 1266687 w 11269336"/>
              <a:gd name="connsiteY235" fmla="*/ 2212688 h 2323145"/>
              <a:gd name="connsiteX236" fmla="*/ 1239614 w 11269336"/>
              <a:gd name="connsiteY236" fmla="*/ 2209727 h 2323145"/>
              <a:gd name="connsiteX237" fmla="*/ 1202436 w 11269336"/>
              <a:gd name="connsiteY237" fmla="*/ 2209817 h 2323145"/>
              <a:gd name="connsiteX238" fmla="*/ 1136097 w 11269336"/>
              <a:gd name="connsiteY238" fmla="*/ 2205112 h 2323145"/>
              <a:gd name="connsiteX239" fmla="*/ 988232 w 11269336"/>
              <a:gd name="connsiteY239" fmla="*/ 2235635 h 2323145"/>
              <a:gd name="connsiteX240" fmla="*/ 981959 w 11269336"/>
              <a:gd name="connsiteY240" fmla="*/ 2231607 h 2323145"/>
              <a:gd name="connsiteX241" fmla="*/ 938600 w 11269336"/>
              <a:gd name="connsiteY241" fmla="*/ 2238113 h 2323145"/>
              <a:gd name="connsiteX242" fmla="*/ 791788 w 11269336"/>
              <a:gd name="connsiteY242" fmla="*/ 2293224 h 2323145"/>
              <a:gd name="connsiteX243" fmla="*/ 706914 w 11269336"/>
              <a:gd name="connsiteY243" fmla="*/ 2305046 h 2323145"/>
              <a:gd name="connsiteX244" fmla="*/ 675971 w 11269336"/>
              <a:gd name="connsiteY244" fmla="*/ 2304030 h 2323145"/>
              <a:gd name="connsiteX245" fmla="*/ 624180 w 11269336"/>
              <a:gd name="connsiteY245" fmla="*/ 2302650 h 2323145"/>
              <a:gd name="connsiteX246" fmla="*/ 583453 w 11269336"/>
              <a:gd name="connsiteY246" fmla="*/ 2288788 h 2323145"/>
              <a:gd name="connsiteX247" fmla="*/ 540946 w 11269336"/>
              <a:gd name="connsiteY247" fmla="*/ 2292721 h 2323145"/>
              <a:gd name="connsiteX248" fmla="*/ 533680 w 11269336"/>
              <a:gd name="connsiteY248" fmla="*/ 2310233 h 2323145"/>
              <a:gd name="connsiteX249" fmla="*/ 487366 w 11269336"/>
              <a:gd name="connsiteY249" fmla="*/ 2309053 h 2323145"/>
              <a:gd name="connsiteX250" fmla="*/ 416820 w 11269336"/>
              <a:gd name="connsiteY250" fmla="*/ 2305443 h 2323145"/>
              <a:gd name="connsiteX251" fmla="*/ 376805 w 11269336"/>
              <a:gd name="connsiteY251" fmla="*/ 2307647 h 2323145"/>
              <a:gd name="connsiteX252" fmla="*/ 266777 w 11269336"/>
              <a:gd name="connsiteY252" fmla="*/ 2309012 h 2323145"/>
              <a:gd name="connsiteX253" fmla="*/ 156013 w 11269336"/>
              <a:gd name="connsiteY253" fmla="*/ 2306832 h 2323145"/>
              <a:gd name="connsiteX254" fmla="*/ 87258 w 11269336"/>
              <a:gd name="connsiteY254" fmla="*/ 2285511 h 2323145"/>
              <a:gd name="connsiteX255" fmla="*/ 23798 w 11269336"/>
              <a:gd name="connsiteY255" fmla="*/ 2281822 h 2323145"/>
              <a:gd name="connsiteX256" fmla="*/ 0 w 11269336"/>
              <a:gd name="connsiteY256" fmla="*/ 2285369 h 2323145"/>
              <a:gd name="connsiteX257" fmla="*/ 0 w 11269336"/>
              <a:gd name="connsiteY257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656836 w 11269336"/>
              <a:gd name="connsiteY18" fmla="*/ 469967 h 2323145"/>
              <a:gd name="connsiteX19" fmla="*/ 9561575 w 11269336"/>
              <a:gd name="connsiteY19" fmla="*/ 559978 h 2323145"/>
              <a:gd name="connsiteX20" fmla="*/ 9162278 w 11269336"/>
              <a:gd name="connsiteY20" fmla="*/ 704724 h 2323145"/>
              <a:gd name="connsiteX21" fmla="*/ 9062863 w 11269336"/>
              <a:gd name="connsiteY21" fmla="*/ 754656 h 2323145"/>
              <a:gd name="connsiteX22" fmla="*/ 8914746 w 11269336"/>
              <a:gd name="connsiteY22" fmla="*/ 826428 h 2323145"/>
              <a:gd name="connsiteX23" fmla="*/ 8917778 w 11269336"/>
              <a:gd name="connsiteY23" fmla="*/ 835198 h 2323145"/>
              <a:gd name="connsiteX24" fmla="*/ 8905560 w 11269336"/>
              <a:gd name="connsiteY24" fmla="*/ 838358 h 2323145"/>
              <a:gd name="connsiteX25" fmla="*/ 8897564 w 11269336"/>
              <a:gd name="connsiteY25" fmla="*/ 834287 h 2323145"/>
              <a:gd name="connsiteX26" fmla="*/ 8878040 w 11269336"/>
              <a:gd name="connsiteY26" fmla="*/ 844150 h 2323145"/>
              <a:gd name="connsiteX27" fmla="*/ 8795998 w 11269336"/>
              <a:gd name="connsiteY27" fmla="*/ 863337 h 2323145"/>
              <a:gd name="connsiteX28" fmla="*/ 8776970 w 11269336"/>
              <a:gd name="connsiteY28" fmla="*/ 885177 h 2323145"/>
              <a:gd name="connsiteX29" fmla="*/ 8755719 w 11269336"/>
              <a:gd name="connsiteY29" fmla="*/ 889754 h 2323145"/>
              <a:gd name="connsiteX30" fmla="*/ 8743257 w 11269336"/>
              <a:gd name="connsiteY30" fmla="*/ 904723 h 2323145"/>
              <a:gd name="connsiteX31" fmla="*/ 8721366 w 11269336"/>
              <a:gd name="connsiteY31" fmla="*/ 904711 h 2323145"/>
              <a:gd name="connsiteX32" fmla="*/ 8678353 w 11269336"/>
              <a:gd name="connsiteY32" fmla="*/ 926318 h 2323145"/>
              <a:gd name="connsiteX33" fmla="*/ 8636849 w 11269336"/>
              <a:gd name="connsiteY33" fmla="*/ 937900 h 2323145"/>
              <a:gd name="connsiteX34" fmla="*/ 8620213 w 11269336"/>
              <a:gd name="connsiteY34" fmla="*/ 943068 h 2323145"/>
              <a:gd name="connsiteX35" fmla="*/ 8612581 w 11269336"/>
              <a:gd name="connsiteY35" fmla="*/ 952695 h 2323145"/>
              <a:gd name="connsiteX36" fmla="*/ 8589038 w 11269336"/>
              <a:gd name="connsiteY36" fmla="*/ 963892 h 2323145"/>
              <a:gd name="connsiteX37" fmla="*/ 8579950 w 11269336"/>
              <a:gd name="connsiteY37" fmla="*/ 960899 h 2323145"/>
              <a:gd name="connsiteX38" fmla="*/ 8579319 w 11269336"/>
              <a:gd name="connsiteY38" fmla="*/ 965630 h 2323145"/>
              <a:gd name="connsiteX39" fmla="*/ 8547429 w 11269336"/>
              <a:gd name="connsiteY39" fmla="*/ 984506 h 2323145"/>
              <a:gd name="connsiteX40" fmla="*/ 8478704 w 11269336"/>
              <a:gd name="connsiteY40" fmla="*/ 1025490 h 2323145"/>
              <a:gd name="connsiteX41" fmla="*/ 8461421 w 11269336"/>
              <a:gd name="connsiteY41" fmla="*/ 1035512 h 2323145"/>
              <a:gd name="connsiteX42" fmla="*/ 8445003 w 11269336"/>
              <a:gd name="connsiteY42" fmla="*/ 1036851 h 2323145"/>
              <a:gd name="connsiteX43" fmla="*/ 8357350 w 11269336"/>
              <a:gd name="connsiteY43" fmla="*/ 1060213 h 2323145"/>
              <a:gd name="connsiteX44" fmla="*/ 8335565 w 11269336"/>
              <a:gd name="connsiteY44" fmla="*/ 1061151 h 2323145"/>
              <a:gd name="connsiteX45" fmla="*/ 8325267 w 11269336"/>
              <a:gd name="connsiteY45" fmla="*/ 1055919 h 2323145"/>
              <a:gd name="connsiteX46" fmla="*/ 8293586 w 11269336"/>
              <a:gd name="connsiteY46" fmla="*/ 1076144 h 2323145"/>
              <a:gd name="connsiteX47" fmla="*/ 8242405 w 11269336"/>
              <a:gd name="connsiteY47" fmla="*/ 1095960 h 2323145"/>
              <a:gd name="connsiteX48" fmla="*/ 8197391 w 11269336"/>
              <a:gd name="connsiteY48" fmla="*/ 1107746 h 2323145"/>
              <a:gd name="connsiteX49" fmla="*/ 8081474 w 11269336"/>
              <a:gd name="connsiteY49" fmla="*/ 1130125 h 2323145"/>
              <a:gd name="connsiteX50" fmla="*/ 8053585 w 11269336"/>
              <a:gd name="connsiteY50" fmla="*/ 1129169 h 2323145"/>
              <a:gd name="connsiteX51" fmla="*/ 8038422 w 11269336"/>
              <a:gd name="connsiteY51" fmla="*/ 1119092 h 2323145"/>
              <a:gd name="connsiteX52" fmla="*/ 8029450 w 11269336"/>
              <a:gd name="connsiteY52" fmla="*/ 1125592 h 2323145"/>
              <a:gd name="connsiteX53" fmla="*/ 7959552 w 11269336"/>
              <a:gd name="connsiteY53" fmla="*/ 1140188 h 2323145"/>
              <a:gd name="connsiteX54" fmla="*/ 7914188 w 11269336"/>
              <a:gd name="connsiteY54" fmla="*/ 1150862 h 2323145"/>
              <a:gd name="connsiteX55" fmla="*/ 7914918 w 11269336"/>
              <a:gd name="connsiteY55" fmla="*/ 1168758 h 2323145"/>
              <a:gd name="connsiteX56" fmla="*/ 7875510 w 11269336"/>
              <a:gd name="connsiteY56" fmla="*/ 1183153 h 2323145"/>
              <a:gd name="connsiteX57" fmla="*/ 7829932 w 11269336"/>
              <a:gd name="connsiteY57" fmla="*/ 1180782 h 2323145"/>
              <a:gd name="connsiteX58" fmla="*/ 7779182 w 11269336"/>
              <a:gd name="connsiteY58" fmla="*/ 1192665 h 2323145"/>
              <a:gd name="connsiteX59" fmla="*/ 7748774 w 11269336"/>
              <a:gd name="connsiteY59" fmla="*/ 1199586 h 2323145"/>
              <a:gd name="connsiteX60" fmla="*/ 7671846 w 11269336"/>
              <a:gd name="connsiteY60" fmla="*/ 1231966 h 2323145"/>
              <a:gd name="connsiteX61" fmla="*/ 7554146 w 11269336"/>
              <a:gd name="connsiteY61" fmla="*/ 1319748 h 2323145"/>
              <a:gd name="connsiteX62" fmla="*/ 7515052 w 11269336"/>
              <a:gd name="connsiteY62" fmla="*/ 1336718 h 2323145"/>
              <a:gd name="connsiteX63" fmla="*/ 7507193 w 11269336"/>
              <a:gd name="connsiteY63" fmla="*/ 1334617 h 2323145"/>
              <a:gd name="connsiteX64" fmla="*/ 7461694 w 11269336"/>
              <a:gd name="connsiteY64" fmla="*/ 1375866 h 2323145"/>
              <a:gd name="connsiteX65" fmla="*/ 7377571 w 11269336"/>
              <a:gd name="connsiteY65" fmla="*/ 1400128 h 2323145"/>
              <a:gd name="connsiteX66" fmla="*/ 7311261 w 11269336"/>
              <a:gd name="connsiteY66" fmla="*/ 1412652 h 2323145"/>
              <a:gd name="connsiteX67" fmla="*/ 7275307 w 11269336"/>
              <a:gd name="connsiteY67" fmla="*/ 1422171 h 2323145"/>
              <a:gd name="connsiteX68" fmla="*/ 7247783 w 11269336"/>
              <a:gd name="connsiteY68" fmla="*/ 1426330 h 2323145"/>
              <a:gd name="connsiteX69" fmla="*/ 7185047 w 11269336"/>
              <a:gd name="connsiteY69" fmla="*/ 1451812 h 2323145"/>
              <a:gd name="connsiteX70" fmla="*/ 7084117 w 11269336"/>
              <a:gd name="connsiteY70" fmla="*/ 1500281 h 2323145"/>
              <a:gd name="connsiteX71" fmla="*/ 7062011 w 11269336"/>
              <a:gd name="connsiteY71" fmla="*/ 1509183 h 2323145"/>
              <a:gd name="connsiteX72" fmla="*/ 7040555 w 11269336"/>
              <a:gd name="connsiteY72" fmla="*/ 1511207 h 2323145"/>
              <a:gd name="connsiteX73" fmla="*/ 7033438 w 11269336"/>
              <a:gd name="connsiteY73" fmla="*/ 1506772 h 2323145"/>
              <a:gd name="connsiteX74" fmla="*/ 7020886 w 11269336"/>
              <a:gd name="connsiteY74" fmla="*/ 1510764 h 2323145"/>
              <a:gd name="connsiteX75" fmla="*/ 7017033 w 11269336"/>
              <a:gd name="connsiteY75" fmla="*/ 1510650 h 2323145"/>
              <a:gd name="connsiteX76" fmla="*/ 6995460 w 11269336"/>
              <a:gd name="connsiteY76" fmla="*/ 1511173 h 2323145"/>
              <a:gd name="connsiteX77" fmla="*/ 6962144 w 11269336"/>
              <a:gd name="connsiteY77" fmla="*/ 1541508 h 2323145"/>
              <a:gd name="connsiteX78" fmla="*/ 6910674 w 11269336"/>
              <a:gd name="connsiteY78" fmla="*/ 1554793 h 2323145"/>
              <a:gd name="connsiteX79" fmla="*/ 6732152 w 11269336"/>
              <a:gd name="connsiteY79" fmla="*/ 1642538 h 2323145"/>
              <a:gd name="connsiteX80" fmla="*/ 6694106 w 11269336"/>
              <a:gd name="connsiteY80" fmla="*/ 1632377 h 2323145"/>
              <a:gd name="connsiteX81" fmla="*/ 6617223 w 11269336"/>
              <a:gd name="connsiteY81" fmla="*/ 1659889 h 2323145"/>
              <a:gd name="connsiteX82" fmla="*/ 6521138 w 11269336"/>
              <a:gd name="connsiteY82" fmla="*/ 1744340 h 2323145"/>
              <a:gd name="connsiteX83" fmla="*/ 6380677 w 11269336"/>
              <a:gd name="connsiteY83" fmla="*/ 1796883 h 2323145"/>
              <a:gd name="connsiteX84" fmla="*/ 6374897 w 11269336"/>
              <a:gd name="connsiteY84" fmla="*/ 1809910 h 2323145"/>
              <a:gd name="connsiteX85" fmla="*/ 6364545 w 11269336"/>
              <a:gd name="connsiteY85" fmla="*/ 1820090 h 2323145"/>
              <a:gd name="connsiteX86" fmla="*/ 6362126 w 11269336"/>
              <a:gd name="connsiteY86" fmla="*/ 1819991 h 2323145"/>
              <a:gd name="connsiteX87" fmla="*/ 6346673 w 11269336"/>
              <a:gd name="connsiteY87" fmla="*/ 1827824 h 2323145"/>
              <a:gd name="connsiteX88" fmla="*/ 6345588 w 11269336"/>
              <a:gd name="connsiteY88" fmla="*/ 1832232 h 2323145"/>
              <a:gd name="connsiteX89" fmla="*/ 6335708 w 11269336"/>
              <a:gd name="connsiteY89" fmla="*/ 1838451 h 2323145"/>
              <a:gd name="connsiteX90" fmla="*/ 6318182 w 11269336"/>
              <a:gd name="connsiteY90" fmla="*/ 1852975 h 2323145"/>
              <a:gd name="connsiteX91" fmla="*/ 6313084 w 11269336"/>
              <a:gd name="connsiteY91" fmla="*/ 1853561 h 2323145"/>
              <a:gd name="connsiteX92" fmla="*/ 6283816 w 11269336"/>
              <a:gd name="connsiteY92" fmla="*/ 1872148 h 2323145"/>
              <a:gd name="connsiteX93" fmla="*/ 6282550 w 11269336"/>
              <a:gd name="connsiteY93" fmla="*/ 1871392 h 2323145"/>
              <a:gd name="connsiteX94" fmla="*/ 6270527 w 11269336"/>
              <a:gd name="connsiteY94" fmla="*/ 1872208 h 2323145"/>
              <a:gd name="connsiteX95" fmla="*/ 6249518 w 11269336"/>
              <a:gd name="connsiteY95" fmla="*/ 1876079 h 2323145"/>
              <a:gd name="connsiteX96" fmla="*/ 6190386 w 11269336"/>
              <a:gd name="connsiteY96" fmla="*/ 1872478 h 2323145"/>
              <a:gd name="connsiteX97" fmla="*/ 6159777 w 11269336"/>
              <a:gd name="connsiteY97" fmla="*/ 1891745 h 2323145"/>
              <a:gd name="connsiteX98" fmla="*/ 6153131 w 11269336"/>
              <a:gd name="connsiteY98" fmla="*/ 1895079 h 2323145"/>
              <a:gd name="connsiteX99" fmla="*/ 6152798 w 11269336"/>
              <a:gd name="connsiteY99" fmla="*/ 1894920 h 2323145"/>
              <a:gd name="connsiteX100" fmla="*/ 6145388 w 11269336"/>
              <a:gd name="connsiteY100" fmla="*/ 1897990 h 2323145"/>
              <a:gd name="connsiteX101" fmla="*/ 6141014 w 11269336"/>
              <a:gd name="connsiteY101" fmla="*/ 1901155 h 2323145"/>
              <a:gd name="connsiteX102" fmla="*/ 6128122 w 11269336"/>
              <a:gd name="connsiteY102" fmla="*/ 1907623 h 2323145"/>
              <a:gd name="connsiteX103" fmla="*/ 6122351 w 11269336"/>
              <a:gd name="connsiteY103" fmla="*/ 1908359 h 2323145"/>
              <a:gd name="connsiteX104" fmla="*/ 6064750 w 11269336"/>
              <a:gd name="connsiteY104" fmla="*/ 1896394 h 2323145"/>
              <a:gd name="connsiteX105" fmla="*/ 5964230 w 11269336"/>
              <a:gd name="connsiteY105" fmla="*/ 1910038 h 2323145"/>
              <a:gd name="connsiteX106" fmla="*/ 5865399 w 11269336"/>
              <a:gd name="connsiteY106" fmla="*/ 1926966 h 2323145"/>
              <a:gd name="connsiteX107" fmla="*/ 5829951 w 11269336"/>
              <a:gd name="connsiteY107" fmla="*/ 1934755 h 2323145"/>
              <a:gd name="connsiteX108" fmla="*/ 5765285 w 11269336"/>
              <a:gd name="connsiteY108" fmla="*/ 1941322 h 2323145"/>
              <a:gd name="connsiteX109" fmla="*/ 5734750 w 11269336"/>
              <a:gd name="connsiteY109" fmla="*/ 1939793 h 2323145"/>
              <a:gd name="connsiteX110" fmla="*/ 5733569 w 11269336"/>
              <a:gd name="connsiteY110" fmla="*/ 1940505 h 2323145"/>
              <a:gd name="connsiteX111" fmla="*/ 5730329 w 11269336"/>
              <a:gd name="connsiteY111" fmla="*/ 1937845 h 2323145"/>
              <a:gd name="connsiteX112" fmla="*/ 5724661 w 11269336"/>
              <a:gd name="connsiteY112" fmla="*/ 1937455 h 2323145"/>
              <a:gd name="connsiteX113" fmla="*/ 5710186 w 11269336"/>
              <a:gd name="connsiteY113" fmla="*/ 1941370 h 2323145"/>
              <a:gd name="connsiteX114" fmla="*/ 5704910 w 11269336"/>
              <a:gd name="connsiteY114" fmla="*/ 1943663 h 2323145"/>
              <a:gd name="connsiteX115" fmla="*/ 5696836 w 11269336"/>
              <a:gd name="connsiteY115" fmla="*/ 1945271 h 2323145"/>
              <a:gd name="connsiteX116" fmla="*/ 5696583 w 11269336"/>
              <a:gd name="connsiteY116" fmla="*/ 1945050 h 2323145"/>
              <a:gd name="connsiteX117" fmla="*/ 5689123 w 11269336"/>
              <a:gd name="connsiteY117" fmla="*/ 1947067 h 2323145"/>
              <a:gd name="connsiteX118" fmla="*/ 5653291 w 11269336"/>
              <a:gd name="connsiteY118" fmla="*/ 1960245 h 2323145"/>
              <a:gd name="connsiteX119" fmla="*/ 5599385 w 11269336"/>
              <a:gd name="connsiteY119" fmla="*/ 1945198 h 2323145"/>
              <a:gd name="connsiteX120" fmla="*/ 5578300 w 11269336"/>
              <a:gd name="connsiteY120" fmla="*/ 1944963 h 2323145"/>
              <a:gd name="connsiteX121" fmla="*/ 5566758 w 11269336"/>
              <a:gd name="connsiteY121" fmla="*/ 1943441 h 2323145"/>
              <a:gd name="connsiteX122" fmla="*/ 5565857 w 11269336"/>
              <a:gd name="connsiteY122" fmla="*/ 1942445 h 2323145"/>
              <a:gd name="connsiteX123" fmla="*/ 5531534 w 11269336"/>
              <a:gd name="connsiteY123" fmla="*/ 1955208 h 2323145"/>
              <a:gd name="connsiteX124" fmla="*/ 5526552 w 11269336"/>
              <a:gd name="connsiteY124" fmla="*/ 1954799 h 2323145"/>
              <a:gd name="connsiteX125" fmla="*/ 5504723 w 11269336"/>
              <a:gd name="connsiteY125" fmla="*/ 1965811 h 2323145"/>
              <a:gd name="connsiteX126" fmla="*/ 5493156 w 11269336"/>
              <a:gd name="connsiteY126" fmla="*/ 1970063 h 2323145"/>
              <a:gd name="connsiteX127" fmla="*/ 5490486 w 11269336"/>
              <a:gd name="connsiteY127" fmla="*/ 1974227 h 2323145"/>
              <a:gd name="connsiteX128" fmla="*/ 5473107 w 11269336"/>
              <a:gd name="connsiteY128" fmla="*/ 1979001 h 2323145"/>
              <a:gd name="connsiteX129" fmla="*/ 5470885 w 11269336"/>
              <a:gd name="connsiteY129" fmla="*/ 1978432 h 2323145"/>
              <a:gd name="connsiteX130" fmla="*/ 5457393 w 11269336"/>
              <a:gd name="connsiteY130" fmla="*/ 1986525 h 2323145"/>
              <a:gd name="connsiteX131" fmla="*/ 5447102 w 11269336"/>
              <a:gd name="connsiteY131" fmla="*/ 1998329 h 2323145"/>
              <a:gd name="connsiteX132" fmla="*/ 5159151 w 11269336"/>
              <a:gd name="connsiteY132" fmla="*/ 2029640 h 2323145"/>
              <a:gd name="connsiteX133" fmla="*/ 5098838 w 11269336"/>
              <a:gd name="connsiteY133" fmla="*/ 2062961 h 2323145"/>
              <a:gd name="connsiteX134" fmla="*/ 4860988 w 11269336"/>
              <a:gd name="connsiteY134" fmla="*/ 2135698 h 2323145"/>
              <a:gd name="connsiteX135" fmla="*/ 4765388 w 11269336"/>
              <a:gd name="connsiteY135" fmla="*/ 2162525 h 2323145"/>
              <a:gd name="connsiteX136" fmla="*/ 4745033 w 11269336"/>
              <a:gd name="connsiteY136" fmla="*/ 2158859 h 2323145"/>
              <a:gd name="connsiteX137" fmla="*/ 4741475 w 11269336"/>
              <a:gd name="connsiteY137" fmla="*/ 2157998 h 2323145"/>
              <a:gd name="connsiteX138" fmla="*/ 4728247 w 11269336"/>
              <a:gd name="connsiteY138" fmla="*/ 2159526 h 2323145"/>
              <a:gd name="connsiteX139" fmla="*/ 4723263 w 11269336"/>
              <a:gd name="connsiteY139" fmla="*/ 2153742 h 2323145"/>
              <a:gd name="connsiteX140" fmla="*/ 4593061 w 11269336"/>
              <a:gd name="connsiteY140" fmla="*/ 2171597 h 2323145"/>
              <a:gd name="connsiteX141" fmla="*/ 4533444 w 11269336"/>
              <a:gd name="connsiteY141" fmla="*/ 2181200 h 2323145"/>
              <a:gd name="connsiteX142" fmla="*/ 4492832 w 11269336"/>
              <a:gd name="connsiteY142" fmla="*/ 2188033 h 2323145"/>
              <a:gd name="connsiteX143" fmla="*/ 4467257 w 11269336"/>
              <a:gd name="connsiteY143" fmla="*/ 2196121 h 2323145"/>
              <a:gd name="connsiteX144" fmla="*/ 4459937 w 11269336"/>
              <a:gd name="connsiteY144" fmla="*/ 2195182 h 2323145"/>
              <a:gd name="connsiteX145" fmla="*/ 4433312 w 11269336"/>
              <a:gd name="connsiteY145" fmla="*/ 2199004 h 2323145"/>
              <a:gd name="connsiteX146" fmla="*/ 4405765 w 11269336"/>
              <a:gd name="connsiteY146" fmla="*/ 2199902 h 2323145"/>
              <a:gd name="connsiteX147" fmla="*/ 4401354 w 11269336"/>
              <a:gd name="connsiteY147" fmla="*/ 2194745 h 2323145"/>
              <a:gd name="connsiteX148" fmla="*/ 4366646 w 11269336"/>
              <a:gd name="connsiteY148" fmla="*/ 2198564 h 2323145"/>
              <a:gd name="connsiteX149" fmla="*/ 4354009 w 11269336"/>
              <a:gd name="connsiteY149" fmla="*/ 2204984 h 2323145"/>
              <a:gd name="connsiteX150" fmla="*/ 4348284 w 11269336"/>
              <a:gd name="connsiteY150" fmla="*/ 2205270 h 2323145"/>
              <a:gd name="connsiteX151" fmla="*/ 4333906 w 11269336"/>
              <a:gd name="connsiteY151" fmla="*/ 2205251 h 2323145"/>
              <a:gd name="connsiteX152" fmla="*/ 4308819 w 11269336"/>
              <a:gd name="connsiteY152" fmla="*/ 2203822 h 2323145"/>
              <a:gd name="connsiteX153" fmla="*/ 4301210 w 11269336"/>
              <a:gd name="connsiteY153" fmla="*/ 2204456 h 2323145"/>
              <a:gd name="connsiteX154" fmla="*/ 4283095 w 11269336"/>
              <a:gd name="connsiteY154" fmla="*/ 2198177 h 2323145"/>
              <a:gd name="connsiteX155" fmla="*/ 4250119 w 11269336"/>
              <a:gd name="connsiteY155" fmla="*/ 2196342 h 2323145"/>
              <a:gd name="connsiteX156" fmla="*/ 4189203 w 11269336"/>
              <a:gd name="connsiteY156" fmla="*/ 2178994 h 2323145"/>
              <a:gd name="connsiteX157" fmla="*/ 4154035 w 11269336"/>
              <a:gd name="connsiteY157" fmla="*/ 2171950 h 2323145"/>
              <a:gd name="connsiteX158" fmla="*/ 4129569 w 11269336"/>
              <a:gd name="connsiteY158" fmla="*/ 2163850 h 2323145"/>
              <a:gd name="connsiteX159" fmla="*/ 4061250 w 11269336"/>
              <a:gd name="connsiteY159" fmla="*/ 2159236 h 2323145"/>
              <a:gd name="connsiteX160" fmla="*/ 3945480 w 11269336"/>
              <a:gd name="connsiteY160" fmla="*/ 2158279 h 2323145"/>
              <a:gd name="connsiteX161" fmla="*/ 3921468 w 11269336"/>
              <a:gd name="connsiteY161" fmla="*/ 2156588 h 2323145"/>
              <a:gd name="connsiteX162" fmla="*/ 3903348 w 11269336"/>
              <a:gd name="connsiteY162" fmla="*/ 2149220 h 2323145"/>
              <a:gd name="connsiteX163" fmla="*/ 3901342 w 11269336"/>
              <a:gd name="connsiteY163" fmla="*/ 2142355 h 2323145"/>
              <a:gd name="connsiteX164" fmla="*/ 3888539 w 11269336"/>
              <a:gd name="connsiteY164" fmla="*/ 2140476 h 2323145"/>
              <a:gd name="connsiteX165" fmla="*/ 3885662 w 11269336"/>
              <a:gd name="connsiteY165" fmla="*/ 2138740 h 2323145"/>
              <a:gd name="connsiteX166" fmla="*/ 3868627 w 11269336"/>
              <a:gd name="connsiteY166" fmla="*/ 2130023 h 2323145"/>
              <a:gd name="connsiteX167" fmla="*/ 3819177 w 11269336"/>
              <a:gd name="connsiteY167" fmla="*/ 2142111 h 2323145"/>
              <a:gd name="connsiteX168" fmla="*/ 3769100 w 11269336"/>
              <a:gd name="connsiteY168" fmla="*/ 2131731 h 2323145"/>
              <a:gd name="connsiteX169" fmla="*/ 3562752 w 11269336"/>
              <a:gd name="connsiteY169" fmla="*/ 2131785 h 2323145"/>
              <a:gd name="connsiteX170" fmla="*/ 3541402 w 11269336"/>
              <a:gd name="connsiteY170" fmla="*/ 2106821 h 2323145"/>
              <a:gd name="connsiteX171" fmla="*/ 3365341 w 11269336"/>
              <a:gd name="connsiteY171" fmla="*/ 2077638 h 2323145"/>
              <a:gd name="connsiteX172" fmla="*/ 3170922 w 11269336"/>
              <a:gd name="connsiteY172" fmla="*/ 2115957 h 2323145"/>
              <a:gd name="connsiteX173" fmla="*/ 3156256 w 11269336"/>
              <a:gd name="connsiteY173" fmla="*/ 2124773 h 2323145"/>
              <a:gd name="connsiteX174" fmla="*/ 3140298 w 11269336"/>
              <a:gd name="connsiteY174" fmla="*/ 2129182 h 2323145"/>
              <a:gd name="connsiteX175" fmla="*/ 3138514 w 11269336"/>
              <a:gd name="connsiteY175" fmla="*/ 2128069 h 2323145"/>
              <a:gd name="connsiteX176" fmla="*/ 3120467 w 11269336"/>
              <a:gd name="connsiteY176" fmla="*/ 2128281 h 2323145"/>
              <a:gd name="connsiteX177" fmla="*/ 3116175 w 11269336"/>
              <a:gd name="connsiteY177" fmla="*/ 2131633 h 2323145"/>
              <a:gd name="connsiteX178" fmla="*/ 3103685 w 11269336"/>
              <a:gd name="connsiteY178" fmla="*/ 2132814 h 2323145"/>
              <a:gd name="connsiteX179" fmla="*/ 3078794 w 11269336"/>
              <a:gd name="connsiteY179" fmla="*/ 2137935 h 2323145"/>
              <a:gd name="connsiteX180" fmla="*/ 3074407 w 11269336"/>
              <a:gd name="connsiteY180" fmla="*/ 2136274 h 2323145"/>
              <a:gd name="connsiteX181" fmla="*/ 3037285 w 11269336"/>
              <a:gd name="connsiteY181" fmla="*/ 2139919 h 2323145"/>
              <a:gd name="connsiteX182" fmla="*/ 3036901 w 11269336"/>
              <a:gd name="connsiteY182" fmla="*/ 2138726 h 2323145"/>
              <a:gd name="connsiteX183" fmla="*/ 3026996 w 11269336"/>
              <a:gd name="connsiteY183" fmla="*/ 2134322 h 2323145"/>
              <a:gd name="connsiteX184" fmla="*/ 3007772 w 11269336"/>
              <a:gd name="connsiteY184" fmla="*/ 2128742 h 2323145"/>
              <a:gd name="connsiteX185" fmla="*/ 2965030 w 11269336"/>
              <a:gd name="connsiteY185" fmla="*/ 2100494 h 2323145"/>
              <a:gd name="connsiteX186" fmla="*/ 2926342 w 11269336"/>
              <a:gd name="connsiteY186" fmla="*/ 2104155 h 2323145"/>
              <a:gd name="connsiteX187" fmla="*/ 2918608 w 11269336"/>
              <a:gd name="connsiteY187" fmla="*/ 2104215 h 2323145"/>
              <a:gd name="connsiteX188" fmla="*/ 2918475 w 11269336"/>
              <a:gd name="connsiteY188" fmla="*/ 2103937 h 2323145"/>
              <a:gd name="connsiteX189" fmla="*/ 2910360 w 11269336"/>
              <a:gd name="connsiteY189" fmla="*/ 2103444 h 2323145"/>
              <a:gd name="connsiteX190" fmla="*/ 2904507 w 11269336"/>
              <a:gd name="connsiteY190" fmla="*/ 2104326 h 2323145"/>
              <a:gd name="connsiteX191" fmla="*/ 2889503 w 11269336"/>
              <a:gd name="connsiteY191" fmla="*/ 2104443 h 2323145"/>
              <a:gd name="connsiteX192" fmla="*/ 2884480 w 11269336"/>
              <a:gd name="connsiteY192" fmla="*/ 2102626 h 2323145"/>
              <a:gd name="connsiteX193" fmla="*/ 2882689 w 11269336"/>
              <a:gd name="connsiteY193" fmla="*/ 2099228 h 2323145"/>
              <a:gd name="connsiteX194" fmla="*/ 2881291 w 11269336"/>
              <a:gd name="connsiteY194" fmla="*/ 2099618 h 2323145"/>
              <a:gd name="connsiteX195" fmla="*/ 2853979 w 11269336"/>
              <a:gd name="connsiteY195" fmla="*/ 2090388 h 2323145"/>
              <a:gd name="connsiteX196" fmla="*/ 2791790 w 11269336"/>
              <a:gd name="connsiteY196" fmla="*/ 2080332 h 2323145"/>
              <a:gd name="connsiteX197" fmla="*/ 2755844 w 11269336"/>
              <a:gd name="connsiteY197" fmla="*/ 2078874 h 2323145"/>
              <a:gd name="connsiteX198" fmla="*/ 2657742 w 11269336"/>
              <a:gd name="connsiteY198" fmla="*/ 2070179 h 2323145"/>
              <a:gd name="connsiteX199" fmla="*/ 2559549 w 11269336"/>
              <a:gd name="connsiteY199" fmla="*/ 2057873 h 2323145"/>
              <a:gd name="connsiteX200" fmla="*/ 2512054 w 11269336"/>
              <a:gd name="connsiteY200" fmla="*/ 2031671 h 2323145"/>
              <a:gd name="connsiteX201" fmla="*/ 2506437 w 11269336"/>
              <a:gd name="connsiteY201" fmla="*/ 2030918 h 2323145"/>
              <a:gd name="connsiteX202" fmla="*/ 2491752 w 11269336"/>
              <a:gd name="connsiteY202" fmla="*/ 2033906 h 2323145"/>
              <a:gd name="connsiteX203" fmla="*/ 2486338 w 11269336"/>
              <a:gd name="connsiteY203" fmla="*/ 2035862 h 2323145"/>
              <a:gd name="connsiteX204" fmla="*/ 2478186 w 11269336"/>
              <a:gd name="connsiteY204" fmla="*/ 2036953 h 2323145"/>
              <a:gd name="connsiteX205" fmla="*/ 2477950 w 11269336"/>
              <a:gd name="connsiteY205" fmla="*/ 2036715 h 2323145"/>
              <a:gd name="connsiteX206" fmla="*/ 2470381 w 11269336"/>
              <a:gd name="connsiteY206" fmla="*/ 2038256 h 2323145"/>
              <a:gd name="connsiteX207" fmla="*/ 2433781 w 11269336"/>
              <a:gd name="connsiteY207" fmla="*/ 2049140 h 2323145"/>
              <a:gd name="connsiteX208" fmla="*/ 2381172 w 11269336"/>
              <a:gd name="connsiteY208" fmla="*/ 2030645 h 2323145"/>
              <a:gd name="connsiteX209" fmla="*/ 2360198 w 11269336"/>
              <a:gd name="connsiteY209" fmla="*/ 2029059 h 2323145"/>
              <a:gd name="connsiteX210" fmla="*/ 2348815 w 11269336"/>
              <a:gd name="connsiteY210" fmla="*/ 2026798 h 2323145"/>
              <a:gd name="connsiteX211" fmla="*/ 2347988 w 11269336"/>
              <a:gd name="connsiteY211" fmla="*/ 2025745 h 2323145"/>
              <a:gd name="connsiteX212" fmla="*/ 2312920 w 11269336"/>
              <a:gd name="connsiteY212" fmla="*/ 2036311 h 2323145"/>
              <a:gd name="connsiteX213" fmla="*/ 2307986 w 11269336"/>
              <a:gd name="connsiteY213" fmla="*/ 2035583 h 2323145"/>
              <a:gd name="connsiteX214" fmla="*/ 2285481 w 11269336"/>
              <a:gd name="connsiteY214" fmla="*/ 2045197 h 2323145"/>
              <a:gd name="connsiteX215" fmla="*/ 2273666 w 11269336"/>
              <a:gd name="connsiteY215" fmla="*/ 2048710 h 2323145"/>
              <a:gd name="connsiteX216" fmla="*/ 2270719 w 11269336"/>
              <a:gd name="connsiteY216" fmla="*/ 2052702 h 2323145"/>
              <a:gd name="connsiteX217" fmla="*/ 2253080 w 11269336"/>
              <a:gd name="connsiteY217" fmla="*/ 2056363 h 2323145"/>
              <a:gd name="connsiteX218" fmla="*/ 2250906 w 11269336"/>
              <a:gd name="connsiteY218" fmla="*/ 2055654 h 2323145"/>
              <a:gd name="connsiteX219" fmla="*/ 2236905 w 11269336"/>
              <a:gd name="connsiteY219" fmla="*/ 2062882 h 2323145"/>
              <a:gd name="connsiteX220" fmla="*/ 2225830 w 11269336"/>
              <a:gd name="connsiteY220" fmla="*/ 2074027 h 2323145"/>
              <a:gd name="connsiteX221" fmla="*/ 2073776 w 11269336"/>
              <a:gd name="connsiteY221" fmla="*/ 2089244 h 2323145"/>
              <a:gd name="connsiteX222" fmla="*/ 1948256 w 11269336"/>
              <a:gd name="connsiteY222" fmla="*/ 2146616 h 2323145"/>
              <a:gd name="connsiteX223" fmla="*/ 1865582 w 11269336"/>
              <a:gd name="connsiteY223" fmla="*/ 2153738 h 2323145"/>
              <a:gd name="connsiteX224" fmla="*/ 1835210 w 11269336"/>
              <a:gd name="connsiteY224" fmla="*/ 2134244 h 2323145"/>
              <a:gd name="connsiteX225" fmla="*/ 1632661 w 11269336"/>
              <a:gd name="connsiteY225" fmla="*/ 2173882 h 2323145"/>
              <a:gd name="connsiteX226" fmla="*/ 1579590 w 11269336"/>
              <a:gd name="connsiteY226" fmla="*/ 2173680 h 2323145"/>
              <a:gd name="connsiteX227" fmla="*/ 1535601 w 11269336"/>
              <a:gd name="connsiteY227" fmla="*/ 2194590 h 2323145"/>
              <a:gd name="connsiteX228" fmla="*/ 1515594 w 11269336"/>
              <a:gd name="connsiteY228" fmla="*/ 2189622 h 2323145"/>
              <a:gd name="connsiteX229" fmla="*/ 1512113 w 11269336"/>
              <a:gd name="connsiteY229" fmla="*/ 2188534 h 2323145"/>
              <a:gd name="connsiteX230" fmla="*/ 1498838 w 11269336"/>
              <a:gd name="connsiteY230" fmla="*/ 2189213 h 2323145"/>
              <a:gd name="connsiteX231" fmla="*/ 1494279 w 11269336"/>
              <a:gd name="connsiteY231" fmla="*/ 2183112 h 2323145"/>
              <a:gd name="connsiteX232" fmla="*/ 1473714 w 11269336"/>
              <a:gd name="connsiteY232" fmla="*/ 2179625 h 2323145"/>
              <a:gd name="connsiteX233" fmla="*/ 1449503 w 11269336"/>
              <a:gd name="connsiteY233" fmla="*/ 2182633 h 2323145"/>
              <a:gd name="connsiteX234" fmla="*/ 1266687 w 11269336"/>
              <a:gd name="connsiteY234" fmla="*/ 2212688 h 2323145"/>
              <a:gd name="connsiteX235" fmla="*/ 1239614 w 11269336"/>
              <a:gd name="connsiteY235" fmla="*/ 2209727 h 2323145"/>
              <a:gd name="connsiteX236" fmla="*/ 1202436 w 11269336"/>
              <a:gd name="connsiteY236" fmla="*/ 2209817 h 2323145"/>
              <a:gd name="connsiteX237" fmla="*/ 1136097 w 11269336"/>
              <a:gd name="connsiteY237" fmla="*/ 2205112 h 2323145"/>
              <a:gd name="connsiteX238" fmla="*/ 988232 w 11269336"/>
              <a:gd name="connsiteY238" fmla="*/ 2235635 h 2323145"/>
              <a:gd name="connsiteX239" fmla="*/ 981959 w 11269336"/>
              <a:gd name="connsiteY239" fmla="*/ 2231607 h 2323145"/>
              <a:gd name="connsiteX240" fmla="*/ 938600 w 11269336"/>
              <a:gd name="connsiteY240" fmla="*/ 2238113 h 2323145"/>
              <a:gd name="connsiteX241" fmla="*/ 791788 w 11269336"/>
              <a:gd name="connsiteY241" fmla="*/ 2293224 h 2323145"/>
              <a:gd name="connsiteX242" fmla="*/ 706914 w 11269336"/>
              <a:gd name="connsiteY242" fmla="*/ 2305046 h 2323145"/>
              <a:gd name="connsiteX243" fmla="*/ 675971 w 11269336"/>
              <a:gd name="connsiteY243" fmla="*/ 2304030 h 2323145"/>
              <a:gd name="connsiteX244" fmla="*/ 624180 w 11269336"/>
              <a:gd name="connsiteY244" fmla="*/ 2302650 h 2323145"/>
              <a:gd name="connsiteX245" fmla="*/ 583453 w 11269336"/>
              <a:gd name="connsiteY245" fmla="*/ 2288788 h 2323145"/>
              <a:gd name="connsiteX246" fmla="*/ 540946 w 11269336"/>
              <a:gd name="connsiteY246" fmla="*/ 2292721 h 2323145"/>
              <a:gd name="connsiteX247" fmla="*/ 533680 w 11269336"/>
              <a:gd name="connsiteY247" fmla="*/ 2310233 h 2323145"/>
              <a:gd name="connsiteX248" fmla="*/ 487366 w 11269336"/>
              <a:gd name="connsiteY248" fmla="*/ 2309053 h 2323145"/>
              <a:gd name="connsiteX249" fmla="*/ 416820 w 11269336"/>
              <a:gd name="connsiteY249" fmla="*/ 2305443 h 2323145"/>
              <a:gd name="connsiteX250" fmla="*/ 376805 w 11269336"/>
              <a:gd name="connsiteY250" fmla="*/ 2307647 h 2323145"/>
              <a:gd name="connsiteX251" fmla="*/ 266777 w 11269336"/>
              <a:gd name="connsiteY251" fmla="*/ 2309012 h 2323145"/>
              <a:gd name="connsiteX252" fmla="*/ 156013 w 11269336"/>
              <a:gd name="connsiteY252" fmla="*/ 2306832 h 2323145"/>
              <a:gd name="connsiteX253" fmla="*/ 87258 w 11269336"/>
              <a:gd name="connsiteY253" fmla="*/ 2285511 h 2323145"/>
              <a:gd name="connsiteX254" fmla="*/ 23798 w 11269336"/>
              <a:gd name="connsiteY254" fmla="*/ 2281822 h 2323145"/>
              <a:gd name="connsiteX255" fmla="*/ 0 w 11269336"/>
              <a:gd name="connsiteY255" fmla="*/ 2285369 h 2323145"/>
              <a:gd name="connsiteX256" fmla="*/ 0 w 11269336"/>
              <a:gd name="connsiteY256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656836 w 11269336"/>
              <a:gd name="connsiteY18" fmla="*/ 469967 h 2323145"/>
              <a:gd name="connsiteX19" fmla="*/ 9561575 w 11269336"/>
              <a:gd name="connsiteY19" fmla="*/ 559978 h 2323145"/>
              <a:gd name="connsiteX20" fmla="*/ 9162278 w 11269336"/>
              <a:gd name="connsiteY20" fmla="*/ 704724 h 2323145"/>
              <a:gd name="connsiteX21" fmla="*/ 9062863 w 11269336"/>
              <a:gd name="connsiteY21" fmla="*/ 754656 h 2323145"/>
              <a:gd name="connsiteX22" fmla="*/ 8914746 w 11269336"/>
              <a:gd name="connsiteY22" fmla="*/ 826428 h 2323145"/>
              <a:gd name="connsiteX23" fmla="*/ 8917778 w 11269336"/>
              <a:gd name="connsiteY23" fmla="*/ 835198 h 2323145"/>
              <a:gd name="connsiteX24" fmla="*/ 8905560 w 11269336"/>
              <a:gd name="connsiteY24" fmla="*/ 838358 h 2323145"/>
              <a:gd name="connsiteX25" fmla="*/ 8897564 w 11269336"/>
              <a:gd name="connsiteY25" fmla="*/ 834287 h 2323145"/>
              <a:gd name="connsiteX26" fmla="*/ 8878040 w 11269336"/>
              <a:gd name="connsiteY26" fmla="*/ 844150 h 2323145"/>
              <a:gd name="connsiteX27" fmla="*/ 8795998 w 11269336"/>
              <a:gd name="connsiteY27" fmla="*/ 863337 h 2323145"/>
              <a:gd name="connsiteX28" fmla="*/ 8776970 w 11269336"/>
              <a:gd name="connsiteY28" fmla="*/ 885177 h 2323145"/>
              <a:gd name="connsiteX29" fmla="*/ 8755719 w 11269336"/>
              <a:gd name="connsiteY29" fmla="*/ 889754 h 2323145"/>
              <a:gd name="connsiteX30" fmla="*/ 8743257 w 11269336"/>
              <a:gd name="connsiteY30" fmla="*/ 904723 h 2323145"/>
              <a:gd name="connsiteX31" fmla="*/ 8721366 w 11269336"/>
              <a:gd name="connsiteY31" fmla="*/ 904711 h 2323145"/>
              <a:gd name="connsiteX32" fmla="*/ 8678353 w 11269336"/>
              <a:gd name="connsiteY32" fmla="*/ 926318 h 2323145"/>
              <a:gd name="connsiteX33" fmla="*/ 8636849 w 11269336"/>
              <a:gd name="connsiteY33" fmla="*/ 937900 h 2323145"/>
              <a:gd name="connsiteX34" fmla="*/ 8620213 w 11269336"/>
              <a:gd name="connsiteY34" fmla="*/ 943068 h 2323145"/>
              <a:gd name="connsiteX35" fmla="*/ 8612581 w 11269336"/>
              <a:gd name="connsiteY35" fmla="*/ 952695 h 2323145"/>
              <a:gd name="connsiteX36" fmla="*/ 8589038 w 11269336"/>
              <a:gd name="connsiteY36" fmla="*/ 963892 h 2323145"/>
              <a:gd name="connsiteX37" fmla="*/ 8579950 w 11269336"/>
              <a:gd name="connsiteY37" fmla="*/ 960899 h 2323145"/>
              <a:gd name="connsiteX38" fmla="*/ 8579319 w 11269336"/>
              <a:gd name="connsiteY38" fmla="*/ 965630 h 2323145"/>
              <a:gd name="connsiteX39" fmla="*/ 8547429 w 11269336"/>
              <a:gd name="connsiteY39" fmla="*/ 984506 h 2323145"/>
              <a:gd name="connsiteX40" fmla="*/ 8478704 w 11269336"/>
              <a:gd name="connsiteY40" fmla="*/ 1025490 h 2323145"/>
              <a:gd name="connsiteX41" fmla="*/ 8461421 w 11269336"/>
              <a:gd name="connsiteY41" fmla="*/ 1035512 h 2323145"/>
              <a:gd name="connsiteX42" fmla="*/ 8445003 w 11269336"/>
              <a:gd name="connsiteY42" fmla="*/ 1036851 h 2323145"/>
              <a:gd name="connsiteX43" fmla="*/ 8357350 w 11269336"/>
              <a:gd name="connsiteY43" fmla="*/ 1060213 h 2323145"/>
              <a:gd name="connsiteX44" fmla="*/ 8335565 w 11269336"/>
              <a:gd name="connsiteY44" fmla="*/ 1061151 h 2323145"/>
              <a:gd name="connsiteX45" fmla="*/ 8325267 w 11269336"/>
              <a:gd name="connsiteY45" fmla="*/ 1055919 h 2323145"/>
              <a:gd name="connsiteX46" fmla="*/ 8293586 w 11269336"/>
              <a:gd name="connsiteY46" fmla="*/ 1076144 h 2323145"/>
              <a:gd name="connsiteX47" fmla="*/ 8242405 w 11269336"/>
              <a:gd name="connsiteY47" fmla="*/ 1095960 h 2323145"/>
              <a:gd name="connsiteX48" fmla="*/ 8197391 w 11269336"/>
              <a:gd name="connsiteY48" fmla="*/ 1107746 h 2323145"/>
              <a:gd name="connsiteX49" fmla="*/ 8081474 w 11269336"/>
              <a:gd name="connsiteY49" fmla="*/ 1130125 h 2323145"/>
              <a:gd name="connsiteX50" fmla="*/ 8053585 w 11269336"/>
              <a:gd name="connsiteY50" fmla="*/ 1129169 h 2323145"/>
              <a:gd name="connsiteX51" fmla="*/ 8038422 w 11269336"/>
              <a:gd name="connsiteY51" fmla="*/ 1119092 h 2323145"/>
              <a:gd name="connsiteX52" fmla="*/ 8029450 w 11269336"/>
              <a:gd name="connsiteY52" fmla="*/ 1125592 h 2323145"/>
              <a:gd name="connsiteX53" fmla="*/ 7959552 w 11269336"/>
              <a:gd name="connsiteY53" fmla="*/ 1140188 h 2323145"/>
              <a:gd name="connsiteX54" fmla="*/ 7914188 w 11269336"/>
              <a:gd name="connsiteY54" fmla="*/ 1150862 h 2323145"/>
              <a:gd name="connsiteX55" fmla="*/ 7914918 w 11269336"/>
              <a:gd name="connsiteY55" fmla="*/ 1168758 h 2323145"/>
              <a:gd name="connsiteX56" fmla="*/ 7875510 w 11269336"/>
              <a:gd name="connsiteY56" fmla="*/ 1183153 h 2323145"/>
              <a:gd name="connsiteX57" fmla="*/ 7829932 w 11269336"/>
              <a:gd name="connsiteY57" fmla="*/ 1180782 h 2323145"/>
              <a:gd name="connsiteX58" fmla="*/ 7779182 w 11269336"/>
              <a:gd name="connsiteY58" fmla="*/ 1192665 h 2323145"/>
              <a:gd name="connsiteX59" fmla="*/ 7748774 w 11269336"/>
              <a:gd name="connsiteY59" fmla="*/ 1199586 h 2323145"/>
              <a:gd name="connsiteX60" fmla="*/ 7671846 w 11269336"/>
              <a:gd name="connsiteY60" fmla="*/ 1231966 h 2323145"/>
              <a:gd name="connsiteX61" fmla="*/ 7554146 w 11269336"/>
              <a:gd name="connsiteY61" fmla="*/ 1319748 h 2323145"/>
              <a:gd name="connsiteX62" fmla="*/ 7515052 w 11269336"/>
              <a:gd name="connsiteY62" fmla="*/ 1336718 h 2323145"/>
              <a:gd name="connsiteX63" fmla="*/ 7507193 w 11269336"/>
              <a:gd name="connsiteY63" fmla="*/ 1334617 h 2323145"/>
              <a:gd name="connsiteX64" fmla="*/ 7461694 w 11269336"/>
              <a:gd name="connsiteY64" fmla="*/ 1375866 h 2323145"/>
              <a:gd name="connsiteX65" fmla="*/ 7377571 w 11269336"/>
              <a:gd name="connsiteY65" fmla="*/ 1400128 h 2323145"/>
              <a:gd name="connsiteX66" fmla="*/ 7311261 w 11269336"/>
              <a:gd name="connsiteY66" fmla="*/ 1412652 h 2323145"/>
              <a:gd name="connsiteX67" fmla="*/ 7275307 w 11269336"/>
              <a:gd name="connsiteY67" fmla="*/ 1422171 h 2323145"/>
              <a:gd name="connsiteX68" fmla="*/ 7247783 w 11269336"/>
              <a:gd name="connsiteY68" fmla="*/ 1426330 h 2323145"/>
              <a:gd name="connsiteX69" fmla="*/ 7185047 w 11269336"/>
              <a:gd name="connsiteY69" fmla="*/ 1451812 h 2323145"/>
              <a:gd name="connsiteX70" fmla="*/ 7084117 w 11269336"/>
              <a:gd name="connsiteY70" fmla="*/ 1500281 h 2323145"/>
              <a:gd name="connsiteX71" fmla="*/ 7062011 w 11269336"/>
              <a:gd name="connsiteY71" fmla="*/ 1509183 h 2323145"/>
              <a:gd name="connsiteX72" fmla="*/ 7040555 w 11269336"/>
              <a:gd name="connsiteY72" fmla="*/ 1511207 h 2323145"/>
              <a:gd name="connsiteX73" fmla="*/ 7033438 w 11269336"/>
              <a:gd name="connsiteY73" fmla="*/ 1506772 h 2323145"/>
              <a:gd name="connsiteX74" fmla="*/ 7020886 w 11269336"/>
              <a:gd name="connsiteY74" fmla="*/ 1510764 h 2323145"/>
              <a:gd name="connsiteX75" fmla="*/ 7017033 w 11269336"/>
              <a:gd name="connsiteY75" fmla="*/ 1510650 h 2323145"/>
              <a:gd name="connsiteX76" fmla="*/ 6995460 w 11269336"/>
              <a:gd name="connsiteY76" fmla="*/ 1511173 h 2323145"/>
              <a:gd name="connsiteX77" fmla="*/ 6962144 w 11269336"/>
              <a:gd name="connsiteY77" fmla="*/ 1541508 h 2323145"/>
              <a:gd name="connsiteX78" fmla="*/ 6910674 w 11269336"/>
              <a:gd name="connsiteY78" fmla="*/ 1554793 h 2323145"/>
              <a:gd name="connsiteX79" fmla="*/ 6732152 w 11269336"/>
              <a:gd name="connsiteY79" fmla="*/ 1642538 h 2323145"/>
              <a:gd name="connsiteX80" fmla="*/ 6694106 w 11269336"/>
              <a:gd name="connsiteY80" fmla="*/ 1632377 h 2323145"/>
              <a:gd name="connsiteX81" fmla="*/ 6617223 w 11269336"/>
              <a:gd name="connsiteY81" fmla="*/ 1659889 h 2323145"/>
              <a:gd name="connsiteX82" fmla="*/ 6521138 w 11269336"/>
              <a:gd name="connsiteY82" fmla="*/ 1744340 h 2323145"/>
              <a:gd name="connsiteX83" fmla="*/ 6380677 w 11269336"/>
              <a:gd name="connsiteY83" fmla="*/ 1796883 h 2323145"/>
              <a:gd name="connsiteX84" fmla="*/ 6374897 w 11269336"/>
              <a:gd name="connsiteY84" fmla="*/ 1809910 h 2323145"/>
              <a:gd name="connsiteX85" fmla="*/ 6364545 w 11269336"/>
              <a:gd name="connsiteY85" fmla="*/ 1820090 h 2323145"/>
              <a:gd name="connsiteX86" fmla="*/ 6362126 w 11269336"/>
              <a:gd name="connsiteY86" fmla="*/ 1819991 h 2323145"/>
              <a:gd name="connsiteX87" fmla="*/ 6346673 w 11269336"/>
              <a:gd name="connsiteY87" fmla="*/ 1827824 h 2323145"/>
              <a:gd name="connsiteX88" fmla="*/ 6345588 w 11269336"/>
              <a:gd name="connsiteY88" fmla="*/ 1832232 h 2323145"/>
              <a:gd name="connsiteX89" fmla="*/ 6335708 w 11269336"/>
              <a:gd name="connsiteY89" fmla="*/ 1838451 h 2323145"/>
              <a:gd name="connsiteX90" fmla="*/ 6318182 w 11269336"/>
              <a:gd name="connsiteY90" fmla="*/ 1852975 h 2323145"/>
              <a:gd name="connsiteX91" fmla="*/ 6313084 w 11269336"/>
              <a:gd name="connsiteY91" fmla="*/ 1853561 h 2323145"/>
              <a:gd name="connsiteX92" fmla="*/ 6283816 w 11269336"/>
              <a:gd name="connsiteY92" fmla="*/ 1872148 h 2323145"/>
              <a:gd name="connsiteX93" fmla="*/ 6282550 w 11269336"/>
              <a:gd name="connsiteY93" fmla="*/ 1871392 h 2323145"/>
              <a:gd name="connsiteX94" fmla="*/ 6270527 w 11269336"/>
              <a:gd name="connsiteY94" fmla="*/ 1872208 h 2323145"/>
              <a:gd name="connsiteX95" fmla="*/ 6249518 w 11269336"/>
              <a:gd name="connsiteY95" fmla="*/ 1876079 h 2323145"/>
              <a:gd name="connsiteX96" fmla="*/ 6190386 w 11269336"/>
              <a:gd name="connsiteY96" fmla="*/ 1872478 h 2323145"/>
              <a:gd name="connsiteX97" fmla="*/ 6159777 w 11269336"/>
              <a:gd name="connsiteY97" fmla="*/ 1891745 h 2323145"/>
              <a:gd name="connsiteX98" fmla="*/ 6153131 w 11269336"/>
              <a:gd name="connsiteY98" fmla="*/ 1895079 h 2323145"/>
              <a:gd name="connsiteX99" fmla="*/ 6152798 w 11269336"/>
              <a:gd name="connsiteY99" fmla="*/ 1894920 h 2323145"/>
              <a:gd name="connsiteX100" fmla="*/ 6145388 w 11269336"/>
              <a:gd name="connsiteY100" fmla="*/ 1897990 h 2323145"/>
              <a:gd name="connsiteX101" fmla="*/ 6141014 w 11269336"/>
              <a:gd name="connsiteY101" fmla="*/ 1901155 h 2323145"/>
              <a:gd name="connsiteX102" fmla="*/ 6128122 w 11269336"/>
              <a:gd name="connsiteY102" fmla="*/ 1907623 h 2323145"/>
              <a:gd name="connsiteX103" fmla="*/ 6122351 w 11269336"/>
              <a:gd name="connsiteY103" fmla="*/ 1908359 h 2323145"/>
              <a:gd name="connsiteX104" fmla="*/ 6064750 w 11269336"/>
              <a:gd name="connsiteY104" fmla="*/ 1896394 h 2323145"/>
              <a:gd name="connsiteX105" fmla="*/ 5964230 w 11269336"/>
              <a:gd name="connsiteY105" fmla="*/ 1910038 h 2323145"/>
              <a:gd name="connsiteX106" fmla="*/ 5865399 w 11269336"/>
              <a:gd name="connsiteY106" fmla="*/ 1926966 h 2323145"/>
              <a:gd name="connsiteX107" fmla="*/ 5829951 w 11269336"/>
              <a:gd name="connsiteY107" fmla="*/ 1934755 h 2323145"/>
              <a:gd name="connsiteX108" fmla="*/ 5765285 w 11269336"/>
              <a:gd name="connsiteY108" fmla="*/ 1941322 h 2323145"/>
              <a:gd name="connsiteX109" fmla="*/ 5734750 w 11269336"/>
              <a:gd name="connsiteY109" fmla="*/ 1939793 h 2323145"/>
              <a:gd name="connsiteX110" fmla="*/ 5733569 w 11269336"/>
              <a:gd name="connsiteY110" fmla="*/ 1940505 h 2323145"/>
              <a:gd name="connsiteX111" fmla="*/ 5730329 w 11269336"/>
              <a:gd name="connsiteY111" fmla="*/ 1937845 h 2323145"/>
              <a:gd name="connsiteX112" fmla="*/ 5724661 w 11269336"/>
              <a:gd name="connsiteY112" fmla="*/ 1937455 h 2323145"/>
              <a:gd name="connsiteX113" fmla="*/ 5710186 w 11269336"/>
              <a:gd name="connsiteY113" fmla="*/ 1941370 h 2323145"/>
              <a:gd name="connsiteX114" fmla="*/ 5704910 w 11269336"/>
              <a:gd name="connsiteY114" fmla="*/ 1943663 h 2323145"/>
              <a:gd name="connsiteX115" fmla="*/ 5696836 w 11269336"/>
              <a:gd name="connsiteY115" fmla="*/ 1945271 h 2323145"/>
              <a:gd name="connsiteX116" fmla="*/ 5696583 w 11269336"/>
              <a:gd name="connsiteY116" fmla="*/ 1945050 h 2323145"/>
              <a:gd name="connsiteX117" fmla="*/ 5689123 w 11269336"/>
              <a:gd name="connsiteY117" fmla="*/ 1947067 h 2323145"/>
              <a:gd name="connsiteX118" fmla="*/ 5653291 w 11269336"/>
              <a:gd name="connsiteY118" fmla="*/ 1960245 h 2323145"/>
              <a:gd name="connsiteX119" fmla="*/ 5599385 w 11269336"/>
              <a:gd name="connsiteY119" fmla="*/ 1945198 h 2323145"/>
              <a:gd name="connsiteX120" fmla="*/ 5578300 w 11269336"/>
              <a:gd name="connsiteY120" fmla="*/ 1944963 h 2323145"/>
              <a:gd name="connsiteX121" fmla="*/ 5566758 w 11269336"/>
              <a:gd name="connsiteY121" fmla="*/ 1943441 h 2323145"/>
              <a:gd name="connsiteX122" fmla="*/ 5565857 w 11269336"/>
              <a:gd name="connsiteY122" fmla="*/ 1942445 h 2323145"/>
              <a:gd name="connsiteX123" fmla="*/ 5531534 w 11269336"/>
              <a:gd name="connsiteY123" fmla="*/ 1955208 h 2323145"/>
              <a:gd name="connsiteX124" fmla="*/ 5526552 w 11269336"/>
              <a:gd name="connsiteY124" fmla="*/ 1954799 h 2323145"/>
              <a:gd name="connsiteX125" fmla="*/ 5504723 w 11269336"/>
              <a:gd name="connsiteY125" fmla="*/ 1965811 h 2323145"/>
              <a:gd name="connsiteX126" fmla="*/ 5493156 w 11269336"/>
              <a:gd name="connsiteY126" fmla="*/ 1970063 h 2323145"/>
              <a:gd name="connsiteX127" fmla="*/ 5490486 w 11269336"/>
              <a:gd name="connsiteY127" fmla="*/ 1974227 h 2323145"/>
              <a:gd name="connsiteX128" fmla="*/ 5473107 w 11269336"/>
              <a:gd name="connsiteY128" fmla="*/ 1979001 h 2323145"/>
              <a:gd name="connsiteX129" fmla="*/ 5470885 w 11269336"/>
              <a:gd name="connsiteY129" fmla="*/ 1978432 h 2323145"/>
              <a:gd name="connsiteX130" fmla="*/ 5457393 w 11269336"/>
              <a:gd name="connsiteY130" fmla="*/ 1986525 h 2323145"/>
              <a:gd name="connsiteX131" fmla="*/ 5447102 w 11269336"/>
              <a:gd name="connsiteY131" fmla="*/ 1998329 h 2323145"/>
              <a:gd name="connsiteX132" fmla="*/ 5159151 w 11269336"/>
              <a:gd name="connsiteY132" fmla="*/ 2029640 h 2323145"/>
              <a:gd name="connsiteX133" fmla="*/ 5098838 w 11269336"/>
              <a:gd name="connsiteY133" fmla="*/ 2062961 h 2323145"/>
              <a:gd name="connsiteX134" fmla="*/ 4860988 w 11269336"/>
              <a:gd name="connsiteY134" fmla="*/ 2135698 h 2323145"/>
              <a:gd name="connsiteX135" fmla="*/ 4765388 w 11269336"/>
              <a:gd name="connsiteY135" fmla="*/ 2162525 h 2323145"/>
              <a:gd name="connsiteX136" fmla="*/ 4745033 w 11269336"/>
              <a:gd name="connsiteY136" fmla="*/ 2158859 h 2323145"/>
              <a:gd name="connsiteX137" fmla="*/ 4741475 w 11269336"/>
              <a:gd name="connsiteY137" fmla="*/ 2157998 h 2323145"/>
              <a:gd name="connsiteX138" fmla="*/ 4728247 w 11269336"/>
              <a:gd name="connsiteY138" fmla="*/ 2159526 h 2323145"/>
              <a:gd name="connsiteX139" fmla="*/ 4723263 w 11269336"/>
              <a:gd name="connsiteY139" fmla="*/ 2153742 h 2323145"/>
              <a:gd name="connsiteX140" fmla="*/ 4593061 w 11269336"/>
              <a:gd name="connsiteY140" fmla="*/ 2171597 h 2323145"/>
              <a:gd name="connsiteX141" fmla="*/ 4533444 w 11269336"/>
              <a:gd name="connsiteY141" fmla="*/ 2181200 h 2323145"/>
              <a:gd name="connsiteX142" fmla="*/ 4492832 w 11269336"/>
              <a:gd name="connsiteY142" fmla="*/ 2188033 h 2323145"/>
              <a:gd name="connsiteX143" fmla="*/ 4467257 w 11269336"/>
              <a:gd name="connsiteY143" fmla="*/ 2196121 h 2323145"/>
              <a:gd name="connsiteX144" fmla="*/ 4459937 w 11269336"/>
              <a:gd name="connsiteY144" fmla="*/ 2195182 h 2323145"/>
              <a:gd name="connsiteX145" fmla="*/ 4405765 w 11269336"/>
              <a:gd name="connsiteY145" fmla="*/ 2199902 h 2323145"/>
              <a:gd name="connsiteX146" fmla="*/ 4401354 w 11269336"/>
              <a:gd name="connsiteY146" fmla="*/ 2194745 h 2323145"/>
              <a:gd name="connsiteX147" fmla="*/ 4366646 w 11269336"/>
              <a:gd name="connsiteY147" fmla="*/ 2198564 h 2323145"/>
              <a:gd name="connsiteX148" fmla="*/ 4354009 w 11269336"/>
              <a:gd name="connsiteY148" fmla="*/ 2204984 h 2323145"/>
              <a:gd name="connsiteX149" fmla="*/ 4348284 w 11269336"/>
              <a:gd name="connsiteY149" fmla="*/ 2205270 h 2323145"/>
              <a:gd name="connsiteX150" fmla="*/ 4333906 w 11269336"/>
              <a:gd name="connsiteY150" fmla="*/ 2205251 h 2323145"/>
              <a:gd name="connsiteX151" fmla="*/ 4308819 w 11269336"/>
              <a:gd name="connsiteY151" fmla="*/ 2203822 h 2323145"/>
              <a:gd name="connsiteX152" fmla="*/ 4301210 w 11269336"/>
              <a:gd name="connsiteY152" fmla="*/ 2204456 h 2323145"/>
              <a:gd name="connsiteX153" fmla="*/ 4283095 w 11269336"/>
              <a:gd name="connsiteY153" fmla="*/ 2198177 h 2323145"/>
              <a:gd name="connsiteX154" fmla="*/ 4250119 w 11269336"/>
              <a:gd name="connsiteY154" fmla="*/ 2196342 h 2323145"/>
              <a:gd name="connsiteX155" fmla="*/ 4189203 w 11269336"/>
              <a:gd name="connsiteY155" fmla="*/ 2178994 h 2323145"/>
              <a:gd name="connsiteX156" fmla="*/ 4154035 w 11269336"/>
              <a:gd name="connsiteY156" fmla="*/ 2171950 h 2323145"/>
              <a:gd name="connsiteX157" fmla="*/ 4129569 w 11269336"/>
              <a:gd name="connsiteY157" fmla="*/ 2163850 h 2323145"/>
              <a:gd name="connsiteX158" fmla="*/ 4061250 w 11269336"/>
              <a:gd name="connsiteY158" fmla="*/ 2159236 h 2323145"/>
              <a:gd name="connsiteX159" fmla="*/ 3945480 w 11269336"/>
              <a:gd name="connsiteY159" fmla="*/ 2158279 h 2323145"/>
              <a:gd name="connsiteX160" fmla="*/ 3921468 w 11269336"/>
              <a:gd name="connsiteY160" fmla="*/ 2156588 h 2323145"/>
              <a:gd name="connsiteX161" fmla="*/ 3903348 w 11269336"/>
              <a:gd name="connsiteY161" fmla="*/ 2149220 h 2323145"/>
              <a:gd name="connsiteX162" fmla="*/ 3901342 w 11269336"/>
              <a:gd name="connsiteY162" fmla="*/ 2142355 h 2323145"/>
              <a:gd name="connsiteX163" fmla="*/ 3888539 w 11269336"/>
              <a:gd name="connsiteY163" fmla="*/ 2140476 h 2323145"/>
              <a:gd name="connsiteX164" fmla="*/ 3885662 w 11269336"/>
              <a:gd name="connsiteY164" fmla="*/ 2138740 h 2323145"/>
              <a:gd name="connsiteX165" fmla="*/ 3868627 w 11269336"/>
              <a:gd name="connsiteY165" fmla="*/ 2130023 h 2323145"/>
              <a:gd name="connsiteX166" fmla="*/ 3819177 w 11269336"/>
              <a:gd name="connsiteY166" fmla="*/ 2142111 h 2323145"/>
              <a:gd name="connsiteX167" fmla="*/ 3769100 w 11269336"/>
              <a:gd name="connsiteY167" fmla="*/ 2131731 h 2323145"/>
              <a:gd name="connsiteX168" fmla="*/ 3562752 w 11269336"/>
              <a:gd name="connsiteY168" fmla="*/ 2131785 h 2323145"/>
              <a:gd name="connsiteX169" fmla="*/ 3541402 w 11269336"/>
              <a:gd name="connsiteY169" fmla="*/ 2106821 h 2323145"/>
              <a:gd name="connsiteX170" fmla="*/ 3365341 w 11269336"/>
              <a:gd name="connsiteY170" fmla="*/ 2077638 h 2323145"/>
              <a:gd name="connsiteX171" fmla="*/ 3170922 w 11269336"/>
              <a:gd name="connsiteY171" fmla="*/ 2115957 h 2323145"/>
              <a:gd name="connsiteX172" fmla="*/ 3156256 w 11269336"/>
              <a:gd name="connsiteY172" fmla="*/ 2124773 h 2323145"/>
              <a:gd name="connsiteX173" fmla="*/ 3140298 w 11269336"/>
              <a:gd name="connsiteY173" fmla="*/ 2129182 h 2323145"/>
              <a:gd name="connsiteX174" fmla="*/ 3138514 w 11269336"/>
              <a:gd name="connsiteY174" fmla="*/ 2128069 h 2323145"/>
              <a:gd name="connsiteX175" fmla="*/ 3120467 w 11269336"/>
              <a:gd name="connsiteY175" fmla="*/ 2128281 h 2323145"/>
              <a:gd name="connsiteX176" fmla="*/ 3116175 w 11269336"/>
              <a:gd name="connsiteY176" fmla="*/ 2131633 h 2323145"/>
              <a:gd name="connsiteX177" fmla="*/ 3103685 w 11269336"/>
              <a:gd name="connsiteY177" fmla="*/ 2132814 h 2323145"/>
              <a:gd name="connsiteX178" fmla="*/ 3078794 w 11269336"/>
              <a:gd name="connsiteY178" fmla="*/ 2137935 h 2323145"/>
              <a:gd name="connsiteX179" fmla="*/ 3074407 w 11269336"/>
              <a:gd name="connsiteY179" fmla="*/ 2136274 h 2323145"/>
              <a:gd name="connsiteX180" fmla="*/ 3037285 w 11269336"/>
              <a:gd name="connsiteY180" fmla="*/ 2139919 h 2323145"/>
              <a:gd name="connsiteX181" fmla="*/ 3036901 w 11269336"/>
              <a:gd name="connsiteY181" fmla="*/ 2138726 h 2323145"/>
              <a:gd name="connsiteX182" fmla="*/ 3026996 w 11269336"/>
              <a:gd name="connsiteY182" fmla="*/ 2134322 h 2323145"/>
              <a:gd name="connsiteX183" fmla="*/ 3007772 w 11269336"/>
              <a:gd name="connsiteY183" fmla="*/ 2128742 h 2323145"/>
              <a:gd name="connsiteX184" fmla="*/ 2965030 w 11269336"/>
              <a:gd name="connsiteY184" fmla="*/ 2100494 h 2323145"/>
              <a:gd name="connsiteX185" fmla="*/ 2926342 w 11269336"/>
              <a:gd name="connsiteY185" fmla="*/ 2104155 h 2323145"/>
              <a:gd name="connsiteX186" fmla="*/ 2918608 w 11269336"/>
              <a:gd name="connsiteY186" fmla="*/ 2104215 h 2323145"/>
              <a:gd name="connsiteX187" fmla="*/ 2918475 w 11269336"/>
              <a:gd name="connsiteY187" fmla="*/ 2103937 h 2323145"/>
              <a:gd name="connsiteX188" fmla="*/ 2910360 w 11269336"/>
              <a:gd name="connsiteY188" fmla="*/ 2103444 h 2323145"/>
              <a:gd name="connsiteX189" fmla="*/ 2904507 w 11269336"/>
              <a:gd name="connsiteY189" fmla="*/ 2104326 h 2323145"/>
              <a:gd name="connsiteX190" fmla="*/ 2889503 w 11269336"/>
              <a:gd name="connsiteY190" fmla="*/ 2104443 h 2323145"/>
              <a:gd name="connsiteX191" fmla="*/ 2884480 w 11269336"/>
              <a:gd name="connsiteY191" fmla="*/ 2102626 h 2323145"/>
              <a:gd name="connsiteX192" fmla="*/ 2882689 w 11269336"/>
              <a:gd name="connsiteY192" fmla="*/ 2099228 h 2323145"/>
              <a:gd name="connsiteX193" fmla="*/ 2881291 w 11269336"/>
              <a:gd name="connsiteY193" fmla="*/ 2099618 h 2323145"/>
              <a:gd name="connsiteX194" fmla="*/ 2853979 w 11269336"/>
              <a:gd name="connsiteY194" fmla="*/ 2090388 h 2323145"/>
              <a:gd name="connsiteX195" fmla="*/ 2791790 w 11269336"/>
              <a:gd name="connsiteY195" fmla="*/ 2080332 h 2323145"/>
              <a:gd name="connsiteX196" fmla="*/ 2755844 w 11269336"/>
              <a:gd name="connsiteY196" fmla="*/ 2078874 h 2323145"/>
              <a:gd name="connsiteX197" fmla="*/ 2657742 w 11269336"/>
              <a:gd name="connsiteY197" fmla="*/ 2070179 h 2323145"/>
              <a:gd name="connsiteX198" fmla="*/ 2559549 w 11269336"/>
              <a:gd name="connsiteY198" fmla="*/ 2057873 h 2323145"/>
              <a:gd name="connsiteX199" fmla="*/ 2512054 w 11269336"/>
              <a:gd name="connsiteY199" fmla="*/ 2031671 h 2323145"/>
              <a:gd name="connsiteX200" fmla="*/ 2506437 w 11269336"/>
              <a:gd name="connsiteY200" fmla="*/ 2030918 h 2323145"/>
              <a:gd name="connsiteX201" fmla="*/ 2491752 w 11269336"/>
              <a:gd name="connsiteY201" fmla="*/ 2033906 h 2323145"/>
              <a:gd name="connsiteX202" fmla="*/ 2486338 w 11269336"/>
              <a:gd name="connsiteY202" fmla="*/ 2035862 h 2323145"/>
              <a:gd name="connsiteX203" fmla="*/ 2478186 w 11269336"/>
              <a:gd name="connsiteY203" fmla="*/ 2036953 h 2323145"/>
              <a:gd name="connsiteX204" fmla="*/ 2477950 w 11269336"/>
              <a:gd name="connsiteY204" fmla="*/ 2036715 h 2323145"/>
              <a:gd name="connsiteX205" fmla="*/ 2470381 w 11269336"/>
              <a:gd name="connsiteY205" fmla="*/ 2038256 h 2323145"/>
              <a:gd name="connsiteX206" fmla="*/ 2433781 w 11269336"/>
              <a:gd name="connsiteY206" fmla="*/ 2049140 h 2323145"/>
              <a:gd name="connsiteX207" fmla="*/ 2381172 w 11269336"/>
              <a:gd name="connsiteY207" fmla="*/ 2030645 h 2323145"/>
              <a:gd name="connsiteX208" fmla="*/ 2360198 w 11269336"/>
              <a:gd name="connsiteY208" fmla="*/ 2029059 h 2323145"/>
              <a:gd name="connsiteX209" fmla="*/ 2348815 w 11269336"/>
              <a:gd name="connsiteY209" fmla="*/ 2026798 h 2323145"/>
              <a:gd name="connsiteX210" fmla="*/ 2347988 w 11269336"/>
              <a:gd name="connsiteY210" fmla="*/ 2025745 h 2323145"/>
              <a:gd name="connsiteX211" fmla="*/ 2312920 w 11269336"/>
              <a:gd name="connsiteY211" fmla="*/ 2036311 h 2323145"/>
              <a:gd name="connsiteX212" fmla="*/ 2307986 w 11269336"/>
              <a:gd name="connsiteY212" fmla="*/ 2035583 h 2323145"/>
              <a:gd name="connsiteX213" fmla="*/ 2285481 w 11269336"/>
              <a:gd name="connsiteY213" fmla="*/ 2045197 h 2323145"/>
              <a:gd name="connsiteX214" fmla="*/ 2273666 w 11269336"/>
              <a:gd name="connsiteY214" fmla="*/ 2048710 h 2323145"/>
              <a:gd name="connsiteX215" fmla="*/ 2270719 w 11269336"/>
              <a:gd name="connsiteY215" fmla="*/ 2052702 h 2323145"/>
              <a:gd name="connsiteX216" fmla="*/ 2253080 w 11269336"/>
              <a:gd name="connsiteY216" fmla="*/ 2056363 h 2323145"/>
              <a:gd name="connsiteX217" fmla="*/ 2250906 w 11269336"/>
              <a:gd name="connsiteY217" fmla="*/ 2055654 h 2323145"/>
              <a:gd name="connsiteX218" fmla="*/ 2236905 w 11269336"/>
              <a:gd name="connsiteY218" fmla="*/ 2062882 h 2323145"/>
              <a:gd name="connsiteX219" fmla="*/ 2225830 w 11269336"/>
              <a:gd name="connsiteY219" fmla="*/ 2074027 h 2323145"/>
              <a:gd name="connsiteX220" fmla="*/ 2073776 w 11269336"/>
              <a:gd name="connsiteY220" fmla="*/ 2089244 h 2323145"/>
              <a:gd name="connsiteX221" fmla="*/ 1948256 w 11269336"/>
              <a:gd name="connsiteY221" fmla="*/ 2146616 h 2323145"/>
              <a:gd name="connsiteX222" fmla="*/ 1865582 w 11269336"/>
              <a:gd name="connsiteY222" fmla="*/ 2153738 h 2323145"/>
              <a:gd name="connsiteX223" fmla="*/ 1835210 w 11269336"/>
              <a:gd name="connsiteY223" fmla="*/ 2134244 h 2323145"/>
              <a:gd name="connsiteX224" fmla="*/ 1632661 w 11269336"/>
              <a:gd name="connsiteY224" fmla="*/ 2173882 h 2323145"/>
              <a:gd name="connsiteX225" fmla="*/ 1579590 w 11269336"/>
              <a:gd name="connsiteY225" fmla="*/ 2173680 h 2323145"/>
              <a:gd name="connsiteX226" fmla="*/ 1535601 w 11269336"/>
              <a:gd name="connsiteY226" fmla="*/ 2194590 h 2323145"/>
              <a:gd name="connsiteX227" fmla="*/ 1515594 w 11269336"/>
              <a:gd name="connsiteY227" fmla="*/ 2189622 h 2323145"/>
              <a:gd name="connsiteX228" fmla="*/ 1512113 w 11269336"/>
              <a:gd name="connsiteY228" fmla="*/ 2188534 h 2323145"/>
              <a:gd name="connsiteX229" fmla="*/ 1498838 w 11269336"/>
              <a:gd name="connsiteY229" fmla="*/ 2189213 h 2323145"/>
              <a:gd name="connsiteX230" fmla="*/ 1494279 w 11269336"/>
              <a:gd name="connsiteY230" fmla="*/ 2183112 h 2323145"/>
              <a:gd name="connsiteX231" fmla="*/ 1473714 w 11269336"/>
              <a:gd name="connsiteY231" fmla="*/ 2179625 h 2323145"/>
              <a:gd name="connsiteX232" fmla="*/ 1449503 w 11269336"/>
              <a:gd name="connsiteY232" fmla="*/ 2182633 h 2323145"/>
              <a:gd name="connsiteX233" fmla="*/ 1266687 w 11269336"/>
              <a:gd name="connsiteY233" fmla="*/ 2212688 h 2323145"/>
              <a:gd name="connsiteX234" fmla="*/ 1239614 w 11269336"/>
              <a:gd name="connsiteY234" fmla="*/ 2209727 h 2323145"/>
              <a:gd name="connsiteX235" fmla="*/ 1202436 w 11269336"/>
              <a:gd name="connsiteY235" fmla="*/ 2209817 h 2323145"/>
              <a:gd name="connsiteX236" fmla="*/ 1136097 w 11269336"/>
              <a:gd name="connsiteY236" fmla="*/ 2205112 h 2323145"/>
              <a:gd name="connsiteX237" fmla="*/ 988232 w 11269336"/>
              <a:gd name="connsiteY237" fmla="*/ 2235635 h 2323145"/>
              <a:gd name="connsiteX238" fmla="*/ 981959 w 11269336"/>
              <a:gd name="connsiteY238" fmla="*/ 2231607 h 2323145"/>
              <a:gd name="connsiteX239" fmla="*/ 938600 w 11269336"/>
              <a:gd name="connsiteY239" fmla="*/ 2238113 h 2323145"/>
              <a:gd name="connsiteX240" fmla="*/ 791788 w 11269336"/>
              <a:gd name="connsiteY240" fmla="*/ 2293224 h 2323145"/>
              <a:gd name="connsiteX241" fmla="*/ 706914 w 11269336"/>
              <a:gd name="connsiteY241" fmla="*/ 2305046 h 2323145"/>
              <a:gd name="connsiteX242" fmla="*/ 675971 w 11269336"/>
              <a:gd name="connsiteY242" fmla="*/ 2304030 h 2323145"/>
              <a:gd name="connsiteX243" fmla="*/ 624180 w 11269336"/>
              <a:gd name="connsiteY243" fmla="*/ 2302650 h 2323145"/>
              <a:gd name="connsiteX244" fmla="*/ 583453 w 11269336"/>
              <a:gd name="connsiteY244" fmla="*/ 2288788 h 2323145"/>
              <a:gd name="connsiteX245" fmla="*/ 540946 w 11269336"/>
              <a:gd name="connsiteY245" fmla="*/ 2292721 h 2323145"/>
              <a:gd name="connsiteX246" fmla="*/ 533680 w 11269336"/>
              <a:gd name="connsiteY246" fmla="*/ 2310233 h 2323145"/>
              <a:gd name="connsiteX247" fmla="*/ 487366 w 11269336"/>
              <a:gd name="connsiteY247" fmla="*/ 2309053 h 2323145"/>
              <a:gd name="connsiteX248" fmla="*/ 416820 w 11269336"/>
              <a:gd name="connsiteY248" fmla="*/ 2305443 h 2323145"/>
              <a:gd name="connsiteX249" fmla="*/ 376805 w 11269336"/>
              <a:gd name="connsiteY249" fmla="*/ 2307647 h 2323145"/>
              <a:gd name="connsiteX250" fmla="*/ 266777 w 11269336"/>
              <a:gd name="connsiteY250" fmla="*/ 2309012 h 2323145"/>
              <a:gd name="connsiteX251" fmla="*/ 156013 w 11269336"/>
              <a:gd name="connsiteY251" fmla="*/ 2306832 h 2323145"/>
              <a:gd name="connsiteX252" fmla="*/ 87258 w 11269336"/>
              <a:gd name="connsiteY252" fmla="*/ 2285511 h 2323145"/>
              <a:gd name="connsiteX253" fmla="*/ 23798 w 11269336"/>
              <a:gd name="connsiteY253" fmla="*/ 2281822 h 2323145"/>
              <a:gd name="connsiteX254" fmla="*/ 0 w 11269336"/>
              <a:gd name="connsiteY254" fmla="*/ 2285369 h 2323145"/>
              <a:gd name="connsiteX255" fmla="*/ 0 w 11269336"/>
              <a:gd name="connsiteY255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656836 w 11269336"/>
              <a:gd name="connsiteY18" fmla="*/ 469967 h 2323145"/>
              <a:gd name="connsiteX19" fmla="*/ 9561575 w 11269336"/>
              <a:gd name="connsiteY19" fmla="*/ 559978 h 2323145"/>
              <a:gd name="connsiteX20" fmla="*/ 9162278 w 11269336"/>
              <a:gd name="connsiteY20" fmla="*/ 704724 h 2323145"/>
              <a:gd name="connsiteX21" fmla="*/ 9062863 w 11269336"/>
              <a:gd name="connsiteY21" fmla="*/ 754656 h 2323145"/>
              <a:gd name="connsiteX22" fmla="*/ 8914746 w 11269336"/>
              <a:gd name="connsiteY22" fmla="*/ 826428 h 2323145"/>
              <a:gd name="connsiteX23" fmla="*/ 8917778 w 11269336"/>
              <a:gd name="connsiteY23" fmla="*/ 835198 h 2323145"/>
              <a:gd name="connsiteX24" fmla="*/ 8905560 w 11269336"/>
              <a:gd name="connsiteY24" fmla="*/ 838358 h 2323145"/>
              <a:gd name="connsiteX25" fmla="*/ 8897564 w 11269336"/>
              <a:gd name="connsiteY25" fmla="*/ 834287 h 2323145"/>
              <a:gd name="connsiteX26" fmla="*/ 8878040 w 11269336"/>
              <a:gd name="connsiteY26" fmla="*/ 844150 h 2323145"/>
              <a:gd name="connsiteX27" fmla="*/ 8795998 w 11269336"/>
              <a:gd name="connsiteY27" fmla="*/ 863337 h 2323145"/>
              <a:gd name="connsiteX28" fmla="*/ 8776970 w 11269336"/>
              <a:gd name="connsiteY28" fmla="*/ 885177 h 2323145"/>
              <a:gd name="connsiteX29" fmla="*/ 8755719 w 11269336"/>
              <a:gd name="connsiteY29" fmla="*/ 889754 h 2323145"/>
              <a:gd name="connsiteX30" fmla="*/ 8743257 w 11269336"/>
              <a:gd name="connsiteY30" fmla="*/ 904723 h 2323145"/>
              <a:gd name="connsiteX31" fmla="*/ 8721366 w 11269336"/>
              <a:gd name="connsiteY31" fmla="*/ 904711 h 2323145"/>
              <a:gd name="connsiteX32" fmla="*/ 8678353 w 11269336"/>
              <a:gd name="connsiteY32" fmla="*/ 926318 h 2323145"/>
              <a:gd name="connsiteX33" fmla="*/ 8636849 w 11269336"/>
              <a:gd name="connsiteY33" fmla="*/ 937900 h 2323145"/>
              <a:gd name="connsiteX34" fmla="*/ 8620213 w 11269336"/>
              <a:gd name="connsiteY34" fmla="*/ 943068 h 2323145"/>
              <a:gd name="connsiteX35" fmla="*/ 8612581 w 11269336"/>
              <a:gd name="connsiteY35" fmla="*/ 952695 h 2323145"/>
              <a:gd name="connsiteX36" fmla="*/ 8589038 w 11269336"/>
              <a:gd name="connsiteY36" fmla="*/ 963892 h 2323145"/>
              <a:gd name="connsiteX37" fmla="*/ 8579950 w 11269336"/>
              <a:gd name="connsiteY37" fmla="*/ 960899 h 2323145"/>
              <a:gd name="connsiteX38" fmla="*/ 8579319 w 11269336"/>
              <a:gd name="connsiteY38" fmla="*/ 965630 h 2323145"/>
              <a:gd name="connsiteX39" fmla="*/ 8547429 w 11269336"/>
              <a:gd name="connsiteY39" fmla="*/ 984506 h 2323145"/>
              <a:gd name="connsiteX40" fmla="*/ 8478704 w 11269336"/>
              <a:gd name="connsiteY40" fmla="*/ 1025490 h 2323145"/>
              <a:gd name="connsiteX41" fmla="*/ 8461421 w 11269336"/>
              <a:gd name="connsiteY41" fmla="*/ 1035512 h 2323145"/>
              <a:gd name="connsiteX42" fmla="*/ 8445003 w 11269336"/>
              <a:gd name="connsiteY42" fmla="*/ 1036851 h 2323145"/>
              <a:gd name="connsiteX43" fmla="*/ 8357350 w 11269336"/>
              <a:gd name="connsiteY43" fmla="*/ 1060213 h 2323145"/>
              <a:gd name="connsiteX44" fmla="*/ 8335565 w 11269336"/>
              <a:gd name="connsiteY44" fmla="*/ 1061151 h 2323145"/>
              <a:gd name="connsiteX45" fmla="*/ 8325267 w 11269336"/>
              <a:gd name="connsiteY45" fmla="*/ 1055919 h 2323145"/>
              <a:gd name="connsiteX46" fmla="*/ 8293586 w 11269336"/>
              <a:gd name="connsiteY46" fmla="*/ 1076144 h 2323145"/>
              <a:gd name="connsiteX47" fmla="*/ 8242405 w 11269336"/>
              <a:gd name="connsiteY47" fmla="*/ 1095960 h 2323145"/>
              <a:gd name="connsiteX48" fmla="*/ 8197391 w 11269336"/>
              <a:gd name="connsiteY48" fmla="*/ 1107746 h 2323145"/>
              <a:gd name="connsiteX49" fmla="*/ 8081474 w 11269336"/>
              <a:gd name="connsiteY49" fmla="*/ 1130125 h 2323145"/>
              <a:gd name="connsiteX50" fmla="*/ 8053585 w 11269336"/>
              <a:gd name="connsiteY50" fmla="*/ 1129169 h 2323145"/>
              <a:gd name="connsiteX51" fmla="*/ 8038422 w 11269336"/>
              <a:gd name="connsiteY51" fmla="*/ 1119092 h 2323145"/>
              <a:gd name="connsiteX52" fmla="*/ 8029450 w 11269336"/>
              <a:gd name="connsiteY52" fmla="*/ 1125592 h 2323145"/>
              <a:gd name="connsiteX53" fmla="*/ 7959552 w 11269336"/>
              <a:gd name="connsiteY53" fmla="*/ 1140188 h 2323145"/>
              <a:gd name="connsiteX54" fmla="*/ 7914188 w 11269336"/>
              <a:gd name="connsiteY54" fmla="*/ 1150862 h 2323145"/>
              <a:gd name="connsiteX55" fmla="*/ 7914918 w 11269336"/>
              <a:gd name="connsiteY55" fmla="*/ 1168758 h 2323145"/>
              <a:gd name="connsiteX56" fmla="*/ 7875510 w 11269336"/>
              <a:gd name="connsiteY56" fmla="*/ 1183153 h 2323145"/>
              <a:gd name="connsiteX57" fmla="*/ 7829932 w 11269336"/>
              <a:gd name="connsiteY57" fmla="*/ 1180782 h 2323145"/>
              <a:gd name="connsiteX58" fmla="*/ 7779182 w 11269336"/>
              <a:gd name="connsiteY58" fmla="*/ 1192665 h 2323145"/>
              <a:gd name="connsiteX59" fmla="*/ 7748774 w 11269336"/>
              <a:gd name="connsiteY59" fmla="*/ 1199586 h 2323145"/>
              <a:gd name="connsiteX60" fmla="*/ 7671846 w 11269336"/>
              <a:gd name="connsiteY60" fmla="*/ 1231966 h 2323145"/>
              <a:gd name="connsiteX61" fmla="*/ 7554146 w 11269336"/>
              <a:gd name="connsiteY61" fmla="*/ 1319748 h 2323145"/>
              <a:gd name="connsiteX62" fmla="*/ 7515052 w 11269336"/>
              <a:gd name="connsiteY62" fmla="*/ 1336718 h 2323145"/>
              <a:gd name="connsiteX63" fmla="*/ 7507193 w 11269336"/>
              <a:gd name="connsiteY63" fmla="*/ 1334617 h 2323145"/>
              <a:gd name="connsiteX64" fmla="*/ 7461694 w 11269336"/>
              <a:gd name="connsiteY64" fmla="*/ 1375866 h 2323145"/>
              <a:gd name="connsiteX65" fmla="*/ 7377571 w 11269336"/>
              <a:gd name="connsiteY65" fmla="*/ 1400128 h 2323145"/>
              <a:gd name="connsiteX66" fmla="*/ 7311261 w 11269336"/>
              <a:gd name="connsiteY66" fmla="*/ 1412652 h 2323145"/>
              <a:gd name="connsiteX67" fmla="*/ 7275307 w 11269336"/>
              <a:gd name="connsiteY67" fmla="*/ 1422171 h 2323145"/>
              <a:gd name="connsiteX68" fmla="*/ 7247783 w 11269336"/>
              <a:gd name="connsiteY68" fmla="*/ 1426330 h 2323145"/>
              <a:gd name="connsiteX69" fmla="*/ 7185047 w 11269336"/>
              <a:gd name="connsiteY69" fmla="*/ 1451812 h 2323145"/>
              <a:gd name="connsiteX70" fmla="*/ 7084117 w 11269336"/>
              <a:gd name="connsiteY70" fmla="*/ 1500281 h 2323145"/>
              <a:gd name="connsiteX71" fmla="*/ 7062011 w 11269336"/>
              <a:gd name="connsiteY71" fmla="*/ 1509183 h 2323145"/>
              <a:gd name="connsiteX72" fmla="*/ 7040555 w 11269336"/>
              <a:gd name="connsiteY72" fmla="*/ 1511207 h 2323145"/>
              <a:gd name="connsiteX73" fmla="*/ 7033438 w 11269336"/>
              <a:gd name="connsiteY73" fmla="*/ 1506772 h 2323145"/>
              <a:gd name="connsiteX74" fmla="*/ 7020886 w 11269336"/>
              <a:gd name="connsiteY74" fmla="*/ 1510764 h 2323145"/>
              <a:gd name="connsiteX75" fmla="*/ 7017033 w 11269336"/>
              <a:gd name="connsiteY75" fmla="*/ 1510650 h 2323145"/>
              <a:gd name="connsiteX76" fmla="*/ 6995460 w 11269336"/>
              <a:gd name="connsiteY76" fmla="*/ 1511173 h 2323145"/>
              <a:gd name="connsiteX77" fmla="*/ 6962144 w 11269336"/>
              <a:gd name="connsiteY77" fmla="*/ 1541508 h 2323145"/>
              <a:gd name="connsiteX78" fmla="*/ 6910674 w 11269336"/>
              <a:gd name="connsiteY78" fmla="*/ 1554793 h 2323145"/>
              <a:gd name="connsiteX79" fmla="*/ 6732152 w 11269336"/>
              <a:gd name="connsiteY79" fmla="*/ 1642538 h 2323145"/>
              <a:gd name="connsiteX80" fmla="*/ 6694106 w 11269336"/>
              <a:gd name="connsiteY80" fmla="*/ 1632377 h 2323145"/>
              <a:gd name="connsiteX81" fmla="*/ 6617223 w 11269336"/>
              <a:gd name="connsiteY81" fmla="*/ 1659889 h 2323145"/>
              <a:gd name="connsiteX82" fmla="*/ 6521138 w 11269336"/>
              <a:gd name="connsiteY82" fmla="*/ 1744340 h 2323145"/>
              <a:gd name="connsiteX83" fmla="*/ 6380677 w 11269336"/>
              <a:gd name="connsiteY83" fmla="*/ 1796883 h 2323145"/>
              <a:gd name="connsiteX84" fmla="*/ 6374897 w 11269336"/>
              <a:gd name="connsiteY84" fmla="*/ 1809910 h 2323145"/>
              <a:gd name="connsiteX85" fmla="*/ 6364545 w 11269336"/>
              <a:gd name="connsiteY85" fmla="*/ 1820090 h 2323145"/>
              <a:gd name="connsiteX86" fmla="*/ 6362126 w 11269336"/>
              <a:gd name="connsiteY86" fmla="*/ 1819991 h 2323145"/>
              <a:gd name="connsiteX87" fmla="*/ 6346673 w 11269336"/>
              <a:gd name="connsiteY87" fmla="*/ 1827824 h 2323145"/>
              <a:gd name="connsiteX88" fmla="*/ 6345588 w 11269336"/>
              <a:gd name="connsiteY88" fmla="*/ 1832232 h 2323145"/>
              <a:gd name="connsiteX89" fmla="*/ 6335708 w 11269336"/>
              <a:gd name="connsiteY89" fmla="*/ 1838451 h 2323145"/>
              <a:gd name="connsiteX90" fmla="*/ 6318182 w 11269336"/>
              <a:gd name="connsiteY90" fmla="*/ 1852975 h 2323145"/>
              <a:gd name="connsiteX91" fmla="*/ 6313084 w 11269336"/>
              <a:gd name="connsiteY91" fmla="*/ 1853561 h 2323145"/>
              <a:gd name="connsiteX92" fmla="*/ 6283816 w 11269336"/>
              <a:gd name="connsiteY92" fmla="*/ 1872148 h 2323145"/>
              <a:gd name="connsiteX93" fmla="*/ 6282550 w 11269336"/>
              <a:gd name="connsiteY93" fmla="*/ 1871392 h 2323145"/>
              <a:gd name="connsiteX94" fmla="*/ 6270527 w 11269336"/>
              <a:gd name="connsiteY94" fmla="*/ 1872208 h 2323145"/>
              <a:gd name="connsiteX95" fmla="*/ 6249518 w 11269336"/>
              <a:gd name="connsiteY95" fmla="*/ 1876079 h 2323145"/>
              <a:gd name="connsiteX96" fmla="*/ 6190386 w 11269336"/>
              <a:gd name="connsiteY96" fmla="*/ 1872478 h 2323145"/>
              <a:gd name="connsiteX97" fmla="*/ 6159777 w 11269336"/>
              <a:gd name="connsiteY97" fmla="*/ 1891745 h 2323145"/>
              <a:gd name="connsiteX98" fmla="*/ 6153131 w 11269336"/>
              <a:gd name="connsiteY98" fmla="*/ 1895079 h 2323145"/>
              <a:gd name="connsiteX99" fmla="*/ 6152798 w 11269336"/>
              <a:gd name="connsiteY99" fmla="*/ 1894920 h 2323145"/>
              <a:gd name="connsiteX100" fmla="*/ 6145388 w 11269336"/>
              <a:gd name="connsiteY100" fmla="*/ 1897990 h 2323145"/>
              <a:gd name="connsiteX101" fmla="*/ 6141014 w 11269336"/>
              <a:gd name="connsiteY101" fmla="*/ 1901155 h 2323145"/>
              <a:gd name="connsiteX102" fmla="*/ 6128122 w 11269336"/>
              <a:gd name="connsiteY102" fmla="*/ 1907623 h 2323145"/>
              <a:gd name="connsiteX103" fmla="*/ 6122351 w 11269336"/>
              <a:gd name="connsiteY103" fmla="*/ 1908359 h 2323145"/>
              <a:gd name="connsiteX104" fmla="*/ 6064750 w 11269336"/>
              <a:gd name="connsiteY104" fmla="*/ 1896394 h 2323145"/>
              <a:gd name="connsiteX105" fmla="*/ 5964230 w 11269336"/>
              <a:gd name="connsiteY105" fmla="*/ 1910038 h 2323145"/>
              <a:gd name="connsiteX106" fmla="*/ 5865399 w 11269336"/>
              <a:gd name="connsiteY106" fmla="*/ 1926966 h 2323145"/>
              <a:gd name="connsiteX107" fmla="*/ 5829951 w 11269336"/>
              <a:gd name="connsiteY107" fmla="*/ 1934755 h 2323145"/>
              <a:gd name="connsiteX108" fmla="*/ 5765285 w 11269336"/>
              <a:gd name="connsiteY108" fmla="*/ 1941322 h 2323145"/>
              <a:gd name="connsiteX109" fmla="*/ 5734750 w 11269336"/>
              <a:gd name="connsiteY109" fmla="*/ 1939793 h 2323145"/>
              <a:gd name="connsiteX110" fmla="*/ 5733569 w 11269336"/>
              <a:gd name="connsiteY110" fmla="*/ 1940505 h 2323145"/>
              <a:gd name="connsiteX111" fmla="*/ 5730329 w 11269336"/>
              <a:gd name="connsiteY111" fmla="*/ 1937845 h 2323145"/>
              <a:gd name="connsiteX112" fmla="*/ 5724661 w 11269336"/>
              <a:gd name="connsiteY112" fmla="*/ 1937455 h 2323145"/>
              <a:gd name="connsiteX113" fmla="*/ 5710186 w 11269336"/>
              <a:gd name="connsiteY113" fmla="*/ 1941370 h 2323145"/>
              <a:gd name="connsiteX114" fmla="*/ 5704910 w 11269336"/>
              <a:gd name="connsiteY114" fmla="*/ 1943663 h 2323145"/>
              <a:gd name="connsiteX115" fmla="*/ 5696836 w 11269336"/>
              <a:gd name="connsiteY115" fmla="*/ 1945271 h 2323145"/>
              <a:gd name="connsiteX116" fmla="*/ 5696583 w 11269336"/>
              <a:gd name="connsiteY116" fmla="*/ 1945050 h 2323145"/>
              <a:gd name="connsiteX117" fmla="*/ 5689123 w 11269336"/>
              <a:gd name="connsiteY117" fmla="*/ 1947067 h 2323145"/>
              <a:gd name="connsiteX118" fmla="*/ 5653291 w 11269336"/>
              <a:gd name="connsiteY118" fmla="*/ 1960245 h 2323145"/>
              <a:gd name="connsiteX119" fmla="*/ 5599385 w 11269336"/>
              <a:gd name="connsiteY119" fmla="*/ 1945198 h 2323145"/>
              <a:gd name="connsiteX120" fmla="*/ 5578300 w 11269336"/>
              <a:gd name="connsiteY120" fmla="*/ 1944963 h 2323145"/>
              <a:gd name="connsiteX121" fmla="*/ 5566758 w 11269336"/>
              <a:gd name="connsiteY121" fmla="*/ 1943441 h 2323145"/>
              <a:gd name="connsiteX122" fmla="*/ 5565857 w 11269336"/>
              <a:gd name="connsiteY122" fmla="*/ 1942445 h 2323145"/>
              <a:gd name="connsiteX123" fmla="*/ 5531534 w 11269336"/>
              <a:gd name="connsiteY123" fmla="*/ 1955208 h 2323145"/>
              <a:gd name="connsiteX124" fmla="*/ 5526552 w 11269336"/>
              <a:gd name="connsiteY124" fmla="*/ 1954799 h 2323145"/>
              <a:gd name="connsiteX125" fmla="*/ 5504723 w 11269336"/>
              <a:gd name="connsiteY125" fmla="*/ 1965811 h 2323145"/>
              <a:gd name="connsiteX126" fmla="*/ 5493156 w 11269336"/>
              <a:gd name="connsiteY126" fmla="*/ 1970063 h 2323145"/>
              <a:gd name="connsiteX127" fmla="*/ 5490486 w 11269336"/>
              <a:gd name="connsiteY127" fmla="*/ 1974227 h 2323145"/>
              <a:gd name="connsiteX128" fmla="*/ 5473107 w 11269336"/>
              <a:gd name="connsiteY128" fmla="*/ 1979001 h 2323145"/>
              <a:gd name="connsiteX129" fmla="*/ 5470885 w 11269336"/>
              <a:gd name="connsiteY129" fmla="*/ 1978432 h 2323145"/>
              <a:gd name="connsiteX130" fmla="*/ 5457393 w 11269336"/>
              <a:gd name="connsiteY130" fmla="*/ 1986525 h 2323145"/>
              <a:gd name="connsiteX131" fmla="*/ 5447102 w 11269336"/>
              <a:gd name="connsiteY131" fmla="*/ 1998329 h 2323145"/>
              <a:gd name="connsiteX132" fmla="*/ 5159151 w 11269336"/>
              <a:gd name="connsiteY132" fmla="*/ 2029640 h 2323145"/>
              <a:gd name="connsiteX133" fmla="*/ 5098838 w 11269336"/>
              <a:gd name="connsiteY133" fmla="*/ 2062961 h 2323145"/>
              <a:gd name="connsiteX134" fmla="*/ 4860988 w 11269336"/>
              <a:gd name="connsiteY134" fmla="*/ 2135698 h 2323145"/>
              <a:gd name="connsiteX135" fmla="*/ 4765388 w 11269336"/>
              <a:gd name="connsiteY135" fmla="*/ 2162525 h 2323145"/>
              <a:gd name="connsiteX136" fmla="*/ 4745033 w 11269336"/>
              <a:gd name="connsiteY136" fmla="*/ 2158859 h 2323145"/>
              <a:gd name="connsiteX137" fmla="*/ 4741475 w 11269336"/>
              <a:gd name="connsiteY137" fmla="*/ 2157998 h 2323145"/>
              <a:gd name="connsiteX138" fmla="*/ 4728247 w 11269336"/>
              <a:gd name="connsiteY138" fmla="*/ 2159526 h 2323145"/>
              <a:gd name="connsiteX139" fmla="*/ 4723263 w 11269336"/>
              <a:gd name="connsiteY139" fmla="*/ 2153742 h 2323145"/>
              <a:gd name="connsiteX140" fmla="*/ 4593061 w 11269336"/>
              <a:gd name="connsiteY140" fmla="*/ 2171597 h 2323145"/>
              <a:gd name="connsiteX141" fmla="*/ 4533444 w 11269336"/>
              <a:gd name="connsiteY141" fmla="*/ 2181200 h 2323145"/>
              <a:gd name="connsiteX142" fmla="*/ 4492832 w 11269336"/>
              <a:gd name="connsiteY142" fmla="*/ 2188033 h 2323145"/>
              <a:gd name="connsiteX143" fmla="*/ 4467257 w 11269336"/>
              <a:gd name="connsiteY143" fmla="*/ 2196121 h 2323145"/>
              <a:gd name="connsiteX144" fmla="*/ 4405765 w 11269336"/>
              <a:gd name="connsiteY144" fmla="*/ 2199902 h 2323145"/>
              <a:gd name="connsiteX145" fmla="*/ 4401354 w 11269336"/>
              <a:gd name="connsiteY145" fmla="*/ 2194745 h 2323145"/>
              <a:gd name="connsiteX146" fmla="*/ 4366646 w 11269336"/>
              <a:gd name="connsiteY146" fmla="*/ 2198564 h 2323145"/>
              <a:gd name="connsiteX147" fmla="*/ 4354009 w 11269336"/>
              <a:gd name="connsiteY147" fmla="*/ 2204984 h 2323145"/>
              <a:gd name="connsiteX148" fmla="*/ 4348284 w 11269336"/>
              <a:gd name="connsiteY148" fmla="*/ 2205270 h 2323145"/>
              <a:gd name="connsiteX149" fmla="*/ 4333906 w 11269336"/>
              <a:gd name="connsiteY149" fmla="*/ 2205251 h 2323145"/>
              <a:gd name="connsiteX150" fmla="*/ 4308819 w 11269336"/>
              <a:gd name="connsiteY150" fmla="*/ 2203822 h 2323145"/>
              <a:gd name="connsiteX151" fmla="*/ 4301210 w 11269336"/>
              <a:gd name="connsiteY151" fmla="*/ 2204456 h 2323145"/>
              <a:gd name="connsiteX152" fmla="*/ 4283095 w 11269336"/>
              <a:gd name="connsiteY152" fmla="*/ 2198177 h 2323145"/>
              <a:gd name="connsiteX153" fmla="*/ 4250119 w 11269336"/>
              <a:gd name="connsiteY153" fmla="*/ 2196342 h 2323145"/>
              <a:gd name="connsiteX154" fmla="*/ 4189203 w 11269336"/>
              <a:gd name="connsiteY154" fmla="*/ 2178994 h 2323145"/>
              <a:gd name="connsiteX155" fmla="*/ 4154035 w 11269336"/>
              <a:gd name="connsiteY155" fmla="*/ 2171950 h 2323145"/>
              <a:gd name="connsiteX156" fmla="*/ 4129569 w 11269336"/>
              <a:gd name="connsiteY156" fmla="*/ 2163850 h 2323145"/>
              <a:gd name="connsiteX157" fmla="*/ 4061250 w 11269336"/>
              <a:gd name="connsiteY157" fmla="*/ 2159236 h 2323145"/>
              <a:gd name="connsiteX158" fmla="*/ 3945480 w 11269336"/>
              <a:gd name="connsiteY158" fmla="*/ 2158279 h 2323145"/>
              <a:gd name="connsiteX159" fmla="*/ 3921468 w 11269336"/>
              <a:gd name="connsiteY159" fmla="*/ 2156588 h 2323145"/>
              <a:gd name="connsiteX160" fmla="*/ 3903348 w 11269336"/>
              <a:gd name="connsiteY160" fmla="*/ 2149220 h 2323145"/>
              <a:gd name="connsiteX161" fmla="*/ 3901342 w 11269336"/>
              <a:gd name="connsiteY161" fmla="*/ 2142355 h 2323145"/>
              <a:gd name="connsiteX162" fmla="*/ 3888539 w 11269336"/>
              <a:gd name="connsiteY162" fmla="*/ 2140476 h 2323145"/>
              <a:gd name="connsiteX163" fmla="*/ 3885662 w 11269336"/>
              <a:gd name="connsiteY163" fmla="*/ 2138740 h 2323145"/>
              <a:gd name="connsiteX164" fmla="*/ 3868627 w 11269336"/>
              <a:gd name="connsiteY164" fmla="*/ 2130023 h 2323145"/>
              <a:gd name="connsiteX165" fmla="*/ 3819177 w 11269336"/>
              <a:gd name="connsiteY165" fmla="*/ 2142111 h 2323145"/>
              <a:gd name="connsiteX166" fmla="*/ 3769100 w 11269336"/>
              <a:gd name="connsiteY166" fmla="*/ 2131731 h 2323145"/>
              <a:gd name="connsiteX167" fmla="*/ 3562752 w 11269336"/>
              <a:gd name="connsiteY167" fmla="*/ 2131785 h 2323145"/>
              <a:gd name="connsiteX168" fmla="*/ 3541402 w 11269336"/>
              <a:gd name="connsiteY168" fmla="*/ 2106821 h 2323145"/>
              <a:gd name="connsiteX169" fmla="*/ 3365341 w 11269336"/>
              <a:gd name="connsiteY169" fmla="*/ 2077638 h 2323145"/>
              <a:gd name="connsiteX170" fmla="*/ 3170922 w 11269336"/>
              <a:gd name="connsiteY170" fmla="*/ 2115957 h 2323145"/>
              <a:gd name="connsiteX171" fmla="*/ 3156256 w 11269336"/>
              <a:gd name="connsiteY171" fmla="*/ 2124773 h 2323145"/>
              <a:gd name="connsiteX172" fmla="*/ 3140298 w 11269336"/>
              <a:gd name="connsiteY172" fmla="*/ 2129182 h 2323145"/>
              <a:gd name="connsiteX173" fmla="*/ 3138514 w 11269336"/>
              <a:gd name="connsiteY173" fmla="*/ 2128069 h 2323145"/>
              <a:gd name="connsiteX174" fmla="*/ 3120467 w 11269336"/>
              <a:gd name="connsiteY174" fmla="*/ 2128281 h 2323145"/>
              <a:gd name="connsiteX175" fmla="*/ 3116175 w 11269336"/>
              <a:gd name="connsiteY175" fmla="*/ 2131633 h 2323145"/>
              <a:gd name="connsiteX176" fmla="*/ 3103685 w 11269336"/>
              <a:gd name="connsiteY176" fmla="*/ 2132814 h 2323145"/>
              <a:gd name="connsiteX177" fmla="*/ 3078794 w 11269336"/>
              <a:gd name="connsiteY177" fmla="*/ 2137935 h 2323145"/>
              <a:gd name="connsiteX178" fmla="*/ 3074407 w 11269336"/>
              <a:gd name="connsiteY178" fmla="*/ 2136274 h 2323145"/>
              <a:gd name="connsiteX179" fmla="*/ 3037285 w 11269336"/>
              <a:gd name="connsiteY179" fmla="*/ 2139919 h 2323145"/>
              <a:gd name="connsiteX180" fmla="*/ 3036901 w 11269336"/>
              <a:gd name="connsiteY180" fmla="*/ 2138726 h 2323145"/>
              <a:gd name="connsiteX181" fmla="*/ 3026996 w 11269336"/>
              <a:gd name="connsiteY181" fmla="*/ 2134322 h 2323145"/>
              <a:gd name="connsiteX182" fmla="*/ 3007772 w 11269336"/>
              <a:gd name="connsiteY182" fmla="*/ 2128742 h 2323145"/>
              <a:gd name="connsiteX183" fmla="*/ 2965030 w 11269336"/>
              <a:gd name="connsiteY183" fmla="*/ 2100494 h 2323145"/>
              <a:gd name="connsiteX184" fmla="*/ 2926342 w 11269336"/>
              <a:gd name="connsiteY184" fmla="*/ 2104155 h 2323145"/>
              <a:gd name="connsiteX185" fmla="*/ 2918608 w 11269336"/>
              <a:gd name="connsiteY185" fmla="*/ 2104215 h 2323145"/>
              <a:gd name="connsiteX186" fmla="*/ 2918475 w 11269336"/>
              <a:gd name="connsiteY186" fmla="*/ 2103937 h 2323145"/>
              <a:gd name="connsiteX187" fmla="*/ 2910360 w 11269336"/>
              <a:gd name="connsiteY187" fmla="*/ 2103444 h 2323145"/>
              <a:gd name="connsiteX188" fmla="*/ 2904507 w 11269336"/>
              <a:gd name="connsiteY188" fmla="*/ 2104326 h 2323145"/>
              <a:gd name="connsiteX189" fmla="*/ 2889503 w 11269336"/>
              <a:gd name="connsiteY189" fmla="*/ 2104443 h 2323145"/>
              <a:gd name="connsiteX190" fmla="*/ 2884480 w 11269336"/>
              <a:gd name="connsiteY190" fmla="*/ 2102626 h 2323145"/>
              <a:gd name="connsiteX191" fmla="*/ 2882689 w 11269336"/>
              <a:gd name="connsiteY191" fmla="*/ 2099228 h 2323145"/>
              <a:gd name="connsiteX192" fmla="*/ 2881291 w 11269336"/>
              <a:gd name="connsiteY192" fmla="*/ 2099618 h 2323145"/>
              <a:gd name="connsiteX193" fmla="*/ 2853979 w 11269336"/>
              <a:gd name="connsiteY193" fmla="*/ 2090388 h 2323145"/>
              <a:gd name="connsiteX194" fmla="*/ 2791790 w 11269336"/>
              <a:gd name="connsiteY194" fmla="*/ 2080332 h 2323145"/>
              <a:gd name="connsiteX195" fmla="*/ 2755844 w 11269336"/>
              <a:gd name="connsiteY195" fmla="*/ 2078874 h 2323145"/>
              <a:gd name="connsiteX196" fmla="*/ 2657742 w 11269336"/>
              <a:gd name="connsiteY196" fmla="*/ 2070179 h 2323145"/>
              <a:gd name="connsiteX197" fmla="*/ 2559549 w 11269336"/>
              <a:gd name="connsiteY197" fmla="*/ 2057873 h 2323145"/>
              <a:gd name="connsiteX198" fmla="*/ 2512054 w 11269336"/>
              <a:gd name="connsiteY198" fmla="*/ 2031671 h 2323145"/>
              <a:gd name="connsiteX199" fmla="*/ 2506437 w 11269336"/>
              <a:gd name="connsiteY199" fmla="*/ 2030918 h 2323145"/>
              <a:gd name="connsiteX200" fmla="*/ 2491752 w 11269336"/>
              <a:gd name="connsiteY200" fmla="*/ 2033906 h 2323145"/>
              <a:gd name="connsiteX201" fmla="*/ 2486338 w 11269336"/>
              <a:gd name="connsiteY201" fmla="*/ 2035862 h 2323145"/>
              <a:gd name="connsiteX202" fmla="*/ 2478186 w 11269336"/>
              <a:gd name="connsiteY202" fmla="*/ 2036953 h 2323145"/>
              <a:gd name="connsiteX203" fmla="*/ 2477950 w 11269336"/>
              <a:gd name="connsiteY203" fmla="*/ 2036715 h 2323145"/>
              <a:gd name="connsiteX204" fmla="*/ 2470381 w 11269336"/>
              <a:gd name="connsiteY204" fmla="*/ 2038256 h 2323145"/>
              <a:gd name="connsiteX205" fmla="*/ 2433781 w 11269336"/>
              <a:gd name="connsiteY205" fmla="*/ 2049140 h 2323145"/>
              <a:gd name="connsiteX206" fmla="*/ 2381172 w 11269336"/>
              <a:gd name="connsiteY206" fmla="*/ 2030645 h 2323145"/>
              <a:gd name="connsiteX207" fmla="*/ 2360198 w 11269336"/>
              <a:gd name="connsiteY207" fmla="*/ 2029059 h 2323145"/>
              <a:gd name="connsiteX208" fmla="*/ 2348815 w 11269336"/>
              <a:gd name="connsiteY208" fmla="*/ 2026798 h 2323145"/>
              <a:gd name="connsiteX209" fmla="*/ 2347988 w 11269336"/>
              <a:gd name="connsiteY209" fmla="*/ 2025745 h 2323145"/>
              <a:gd name="connsiteX210" fmla="*/ 2312920 w 11269336"/>
              <a:gd name="connsiteY210" fmla="*/ 2036311 h 2323145"/>
              <a:gd name="connsiteX211" fmla="*/ 2307986 w 11269336"/>
              <a:gd name="connsiteY211" fmla="*/ 2035583 h 2323145"/>
              <a:gd name="connsiteX212" fmla="*/ 2285481 w 11269336"/>
              <a:gd name="connsiteY212" fmla="*/ 2045197 h 2323145"/>
              <a:gd name="connsiteX213" fmla="*/ 2273666 w 11269336"/>
              <a:gd name="connsiteY213" fmla="*/ 2048710 h 2323145"/>
              <a:gd name="connsiteX214" fmla="*/ 2270719 w 11269336"/>
              <a:gd name="connsiteY214" fmla="*/ 2052702 h 2323145"/>
              <a:gd name="connsiteX215" fmla="*/ 2253080 w 11269336"/>
              <a:gd name="connsiteY215" fmla="*/ 2056363 h 2323145"/>
              <a:gd name="connsiteX216" fmla="*/ 2250906 w 11269336"/>
              <a:gd name="connsiteY216" fmla="*/ 2055654 h 2323145"/>
              <a:gd name="connsiteX217" fmla="*/ 2236905 w 11269336"/>
              <a:gd name="connsiteY217" fmla="*/ 2062882 h 2323145"/>
              <a:gd name="connsiteX218" fmla="*/ 2225830 w 11269336"/>
              <a:gd name="connsiteY218" fmla="*/ 2074027 h 2323145"/>
              <a:gd name="connsiteX219" fmla="*/ 2073776 w 11269336"/>
              <a:gd name="connsiteY219" fmla="*/ 2089244 h 2323145"/>
              <a:gd name="connsiteX220" fmla="*/ 1948256 w 11269336"/>
              <a:gd name="connsiteY220" fmla="*/ 2146616 h 2323145"/>
              <a:gd name="connsiteX221" fmla="*/ 1865582 w 11269336"/>
              <a:gd name="connsiteY221" fmla="*/ 2153738 h 2323145"/>
              <a:gd name="connsiteX222" fmla="*/ 1835210 w 11269336"/>
              <a:gd name="connsiteY222" fmla="*/ 2134244 h 2323145"/>
              <a:gd name="connsiteX223" fmla="*/ 1632661 w 11269336"/>
              <a:gd name="connsiteY223" fmla="*/ 2173882 h 2323145"/>
              <a:gd name="connsiteX224" fmla="*/ 1579590 w 11269336"/>
              <a:gd name="connsiteY224" fmla="*/ 2173680 h 2323145"/>
              <a:gd name="connsiteX225" fmla="*/ 1535601 w 11269336"/>
              <a:gd name="connsiteY225" fmla="*/ 2194590 h 2323145"/>
              <a:gd name="connsiteX226" fmla="*/ 1515594 w 11269336"/>
              <a:gd name="connsiteY226" fmla="*/ 2189622 h 2323145"/>
              <a:gd name="connsiteX227" fmla="*/ 1512113 w 11269336"/>
              <a:gd name="connsiteY227" fmla="*/ 2188534 h 2323145"/>
              <a:gd name="connsiteX228" fmla="*/ 1498838 w 11269336"/>
              <a:gd name="connsiteY228" fmla="*/ 2189213 h 2323145"/>
              <a:gd name="connsiteX229" fmla="*/ 1494279 w 11269336"/>
              <a:gd name="connsiteY229" fmla="*/ 2183112 h 2323145"/>
              <a:gd name="connsiteX230" fmla="*/ 1473714 w 11269336"/>
              <a:gd name="connsiteY230" fmla="*/ 2179625 h 2323145"/>
              <a:gd name="connsiteX231" fmla="*/ 1449503 w 11269336"/>
              <a:gd name="connsiteY231" fmla="*/ 2182633 h 2323145"/>
              <a:gd name="connsiteX232" fmla="*/ 1266687 w 11269336"/>
              <a:gd name="connsiteY232" fmla="*/ 2212688 h 2323145"/>
              <a:gd name="connsiteX233" fmla="*/ 1239614 w 11269336"/>
              <a:gd name="connsiteY233" fmla="*/ 2209727 h 2323145"/>
              <a:gd name="connsiteX234" fmla="*/ 1202436 w 11269336"/>
              <a:gd name="connsiteY234" fmla="*/ 2209817 h 2323145"/>
              <a:gd name="connsiteX235" fmla="*/ 1136097 w 11269336"/>
              <a:gd name="connsiteY235" fmla="*/ 2205112 h 2323145"/>
              <a:gd name="connsiteX236" fmla="*/ 988232 w 11269336"/>
              <a:gd name="connsiteY236" fmla="*/ 2235635 h 2323145"/>
              <a:gd name="connsiteX237" fmla="*/ 981959 w 11269336"/>
              <a:gd name="connsiteY237" fmla="*/ 2231607 h 2323145"/>
              <a:gd name="connsiteX238" fmla="*/ 938600 w 11269336"/>
              <a:gd name="connsiteY238" fmla="*/ 2238113 h 2323145"/>
              <a:gd name="connsiteX239" fmla="*/ 791788 w 11269336"/>
              <a:gd name="connsiteY239" fmla="*/ 2293224 h 2323145"/>
              <a:gd name="connsiteX240" fmla="*/ 706914 w 11269336"/>
              <a:gd name="connsiteY240" fmla="*/ 2305046 h 2323145"/>
              <a:gd name="connsiteX241" fmla="*/ 675971 w 11269336"/>
              <a:gd name="connsiteY241" fmla="*/ 2304030 h 2323145"/>
              <a:gd name="connsiteX242" fmla="*/ 624180 w 11269336"/>
              <a:gd name="connsiteY242" fmla="*/ 2302650 h 2323145"/>
              <a:gd name="connsiteX243" fmla="*/ 583453 w 11269336"/>
              <a:gd name="connsiteY243" fmla="*/ 2288788 h 2323145"/>
              <a:gd name="connsiteX244" fmla="*/ 540946 w 11269336"/>
              <a:gd name="connsiteY244" fmla="*/ 2292721 h 2323145"/>
              <a:gd name="connsiteX245" fmla="*/ 533680 w 11269336"/>
              <a:gd name="connsiteY245" fmla="*/ 2310233 h 2323145"/>
              <a:gd name="connsiteX246" fmla="*/ 487366 w 11269336"/>
              <a:gd name="connsiteY246" fmla="*/ 2309053 h 2323145"/>
              <a:gd name="connsiteX247" fmla="*/ 416820 w 11269336"/>
              <a:gd name="connsiteY247" fmla="*/ 2305443 h 2323145"/>
              <a:gd name="connsiteX248" fmla="*/ 376805 w 11269336"/>
              <a:gd name="connsiteY248" fmla="*/ 2307647 h 2323145"/>
              <a:gd name="connsiteX249" fmla="*/ 266777 w 11269336"/>
              <a:gd name="connsiteY249" fmla="*/ 2309012 h 2323145"/>
              <a:gd name="connsiteX250" fmla="*/ 156013 w 11269336"/>
              <a:gd name="connsiteY250" fmla="*/ 2306832 h 2323145"/>
              <a:gd name="connsiteX251" fmla="*/ 87258 w 11269336"/>
              <a:gd name="connsiteY251" fmla="*/ 2285511 h 2323145"/>
              <a:gd name="connsiteX252" fmla="*/ 23798 w 11269336"/>
              <a:gd name="connsiteY252" fmla="*/ 2281822 h 2323145"/>
              <a:gd name="connsiteX253" fmla="*/ 0 w 11269336"/>
              <a:gd name="connsiteY253" fmla="*/ 2285369 h 2323145"/>
              <a:gd name="connsiteX254" fmla="*/ 0 w 11269336"/>
              <a:gd name="connsiteY254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656836 w 11269336"/>
              <a:gd name="connsiteY18" fmla="*/ 469967 h 2323145"/>
              <a:gd name="connsiteX19" fmla="*/ 9561575 w 11269336"/>
              <a:gd name="connsiteY19" fmla="*/ 559978 h 2323145"/>
              <a:gd name="connsiteX20" fmla="*/ 9162278 w 11269336"/>
              <a:gd name="connsiteY20" fmla="*/ 704724 h 2323145"/>
              <a:gd name="connsiteX21" fmla="*/ 9062863 w 11269336"/>
              <a:gd name="connsiteY21" fmla="*/ 754656 h 2323145"/>
              <a:gd name="connsiteX22" fmla="*/ 8914746 w 11269336"/>
              <a:gd name="connsiteY22" fmla="*/ 826428 h 2323145"/>
              <a:gd name="connsiteX23" fmla="*/ 8917778 w 11269336"/>
              <a:gd name="connsiteY23" fmla="*/ 835198 h 2323145"/>
              <a:gd name="connsiteX24" fmla="*/ 8905560 w 11269336"/>
              <a:gd name="connsiteY24" fmla="*/ 838358 h 2323145"/>
              <a:gd name="connsiteX25" fmla="*/ 8897564 w 11269336"/>
              <a:gd name="connsiteY25" fmla="*/ 834287 h 2323145"/>
              <a:gd name="connsiteX26" fmla="*/ 8878040 w 11269336"/>
              <a:gd name="connsiteY26" fmla="*/ 844150 h 2323145"/>
              <a:gd name="connsiteX27" fmla="*/ 8795998 w 11269336"/>
              <a:gd name="connsiteY27" fmla="*/ 863337 h 2323145"/>
              <a:gd name="connsiteX28" fmla="*/ 8776970 w 11269336"/>
              <a:gd name="connsiteY28" fmla="*/ 885177 h 2323145"/>
              <a:gd name="connsiteX29" fmla="*/ 8755719 w 11269336"/>
              <a:gd name="connsiteY29" fmla="*/ 889754 h 2323145"/>
              <a:gd name="connsiteX30" fmla="*/ 8743257 w 11269336"/>
              <a:gd name="connsiteY30" fmla="*/ 904723 h 2323145"/>
              <a:gd name="connsiteX31" fmla="*/ 8721366 w 11269336"/>
              <a:gd name="connsiteY31" fmla="*/ 904711 h 2323145"/>
              <a:gd name="connsiteX32" fmla="*/ 8678353 w 11269336"/>
              <a:gd name="connsiteY32" fmla="*/ 926318 h 2323145"/>
              <a:gd name="connsiteX33" fmla="*/ 8636849 w 11269336"/>
              <a:gd name="connsiteY33" fmla="*/ 937900 h 2323145"/>
              <a:gd name="connsiteX34" fmla="*/ 8620213 w 11269336"/>
              <a:gd name="connsiteY34" fmla="*/ 943068 h 2323145"/>
              <a:gd name="connsiteX35" fmla="*/ 8612581 w 11269336"/>
              <a:gd name="connsiteY35" fmla="*/ 952695 h 2323145"/>
              <a:gd name="connsiteX36" fmla="*/ 8589038 w 11269336"/>
              <a:gd name="connsiteY36" fmla="*/ 963892 h 2323145"/>
              <a:gd name="connsiteX37" fmla="*/ 8579950 w 11269336"/>
              <a:gd name="connsiteY37" fmla="*/ 960899 h 2323145"/>
              <a:gd name="connsiteX38" fmla="*/ 8579319 w 11269336"/>
              <a:gd name="connsiteY38" fmla="*/ 965630 h 2323145"/>
              <a:gd name="connsiteX39" fmla="*/ 8547429 w 11269336"/>
              <a:gd name="connsiteY39" fmla="*/ 984506 h 2323145"/>
              <a:gd name="connsiteX40" fmla="*/ 8478704 w 11269336"/>
              <a:gd name="connsiteY40" fmla="*/ 1025490 h 2323145"/>
              <a:gd name="connsiteX41" fmla="*/ 8461421 w 11269336"/>
              <a:gd name="connsiteY41" fmla="*/ 1035512 h 2323145"/>
              <a:gd name="connsiteX42" fmla="*/ 8445003 w 11269336"/>
              <a:gd name="connsiteY42" fmla="*/ 1036851 h 2323145"/>
              <a:gd name="connsiteX43" fmla="*/ 8357350 w 11269336"/>
              <a:gd name="connsiteY43" fmla="*/ 1060213 h 2323145"/>
              <a:gd name="connsiteX44" fmla="*/ 8335565 w 11269336"/>
              <a:gd name="connsiteY44" fmla="*/ 1061151 h 2323145"/>
              <a:gd name="connsiteX45" fmla="*/ 8325267 w 11269336"/>
              <a:gd name="connsiteY45" fmla="*/ 1055919 h 2323145"/>
              <a:gd name="connsiteX46" fmla="*/ 8293586 w 11269336"/>
              <a:gd name="connsiteY46" fmla="*/ 1076144 h 2323145"/>
              <a:gd name="connsiteX47" fmla="*/ 8242405 w 11269336"/>
              <a:gd name="connsiteY47" fmla="*/ 1095960 h 2323145"/>
              <a:gd name="connsiteX48" fmla="*/ 8197391 w 11269336"/>
              <a:gd name="connsiteY48" fmla="*/ 1107746 h 2323145"/>
              <a:gd name="connsiteX49" fmla="*/ 8081474 w 11269336"/>
              <a:gd name="connsiteY49" fmla="*/ 1130125 h 2323145"/>
              <a:gd name="connsiteX50" fmla="*/ 8053585 w 11269336"/>
              <a:gd name="connsiteY50" fmla="*/ 1129169 h 2323145"/>
              <a:gd name="connsiteX51" fmla="*/ 8038422 w 11269336"/>
              <a:gd name="connsiteY51" fmla="*/ 1119092 h 2323145"/>
              <a:gd name="connsiteX52" fmla="*/ 8029450 w 11269336"/>
              <a:gd name="connsiteY52" fmla="*/ 1125592 h 2323145"/>
              <a:gd name="connsiteX53" fmla="*/ 7959552 w 11269336"/>
              <a:gd name="connsiteY53" fmla="*/ 1140188 h 2323145"/>
              <a:gd name="connsiteX54" fmla="*/ 7914188 w 11269336"/>
              <a:gd name="connsiteY54" fmla="*/ 1150862 h 2323145"/>
              <a:gd name="connsiteX55" fmla="*/ 7914918 w 11269336"/>
              <a:gd name="connsiteY55" fmla="*/ 1168758 h 2323145"/>
              <a:gd name="connsiteX56" fmla="*/ 7875510 w 11269336"/>
              <a:gd name="connsiteY56" fmla="*/ 1183153 h 2323145"/>
              <a:gd name="connsiteX57" fmla="*/ 7829932 w 11269336"/>
              <a:gd name="connsiteY57" fmla="*/ 1180782 h 2323145"/>
              <a:gd name="connsiteX58" fmla="*/ 7779182 w 11269336"/>
              <a:gd name="connsiteY58" fmla="*/ 1192665 h 2323145"/>
              <a:gd name="connsiteX59" fmla="*/ 7748774 w 11269336"/>
              <a:gd name="connsiteY59" fmla="*/ 1199586 h 2323145"/>
              <a:gd name="connsiteX60" fmla="*/ 7671846 w 11269336"/>
              <a:gd name="connsiteY60" fmla="*/ 1231966 h 2323145"/>
              <a:gd name="connsiteX61" fmla="*/ 7554146 w 11269336"/>
              <a:gd name="connsiteY61" fmla="*/ 1319748 h 2323145"/>
              <a:gd name="connsiteX62" fmla="*/ 7515052 w 11269336"/>
              <a:gd name="connsiteY62" fmla="*/ 1336718 h 2323145"/>
              <a:gd name="connsiteX63" fmla="*/ 7507193 w 11269336"/>
              <a:gd name="connsiteY63" fmla="*/ 1334617 h 2323145"/>
              <a:gd name="connsiteX64" fmla="*/ 7461694 w 11269336"/>
              <a:gd name="connsiteY64" fmla="*/ 1375866 h 2323145"/>
              <a:gd name="connsiteX65" fmla="*/ 7377571 w 11269336"/>
              <a:gd name="connsiteY65" fmla="*/ 1400128 h 2323145"/>
              <a:gd name="connsiteX66" fmla="*/ 7311261 w 11269336"/>
              <a:gd name="connsiteY66" fmla="*/ 1412652 h 2323145"/>
              <a:gd name="connsiteX67" fmla="*/ 7275307 w 11269336"/>
              <a:gd name="connsiteY67" fmla="*/ 1422171 h 2323145"/>
              <a:gd name="connsiteX68" fmla="*/ 7247783 w 11269336"/>
              <a:gd name="connsiteY68" fmla="*/ 1426330 h 2323145"/>
              <a:gd name="connsiteX69" fmla="*/ 7185047 w 11269336"/>
              <a:gd name="connsiteY69" fmla="*/ 1451812 h 2323145"/>
              <a:gd name="connsiteX70" fmla="*/ 7084117 w 11269336"/>
              <a:gd name="connsiteY70" fmla="*/ 1500281 h 2323145"/>
              <a:gd name="connsiteX71" fmla="*/ 7062011 w 11269336"/>
              <a:gd name="connsiteY71" fmla="*/ 1509183 h 2323145"/>
              <a:gd name="connsiteX72" fmla="*/ 7040555 w 11269336"/>
              <a:gd name="connsiteY72" fmla="*/ 1511207 h 2323145"/>
              <a:gd name="connsiteX73" fmla="*/ 7033438 w 11269336"/>
              <a:gd name="connsiteY73" fmla="*/ 1506772 h 2323145"/>
              <a:gd name="connsiteX74" fmla="*/ 7020886 w 11269336"/>
              <a:gd name="connsiteY74" fmla="*/ 1510764 h 2323145"/>
              <a:gd name="connsiteX75" fmla="*/ 7017033 w 11269336"/>
              <a:gd name="connsiteY75" fmla="*/ 1510650 h 2323145"/>
              <a:gd name="connsiteX76" fmla="*/ 6995460 w 11269336"/>
              <a:gd name="connsiteY76" fmla="*/ 1511173 h 2323145"/>
              <a:gd name="connsiteX77" fmla="*/ 6962144 w 11269336"/>
              <a:gd name="connsiteY77" fmla="*/ 1541508 h 2323145"/>
              <a:gd name="connsiteX78" fmla="*/ 6910674 w 11269336"/>
              <a:gd name="connsiteY78" fmla="*/ 1554793 h 2323145"/>
              <a:gd name="connsiteX79" fmla="*/ 6732152 w 11269336"/>
              <a:gd name="connsiteY79" fmla="*/ 1642538 h 2323145"/>
              <a:gd name="connsiteX80" fmla="*/ 6694106 w 11269336"/>
              <a:gd name="connsiteY80" fmla="*/ 1632377 h 2323145"/>
              <a:gd name="connsiteX81" fmla="*/ 6617223 w 11269336"/>
              <a:gd name="connsiteY81" fmla="*/ 1659889 h 2323145"/>
              <a:gd name="connsiteX82" fmla="*/ 6521138 w 11269336"/>
              <a:gd name="connsiteY82" fmla="*/ 1744340 h 2323145"/>
              <a:gd name="connsiteX83" fmla="*/ 6380677 w 11269336"/>
              <a:gd name="connsiteY83" fmla="*/ 1796883 h 2323145"/>
              <a:gd name="connsiteX84" fmla="*/ 6374897 w 11269336"/>
              <a:gd name="connsiteY84" fmla="*/ 1809910 h 2323145"/>
              <a:gd name="connsiteX85" fmla="*/ 6364545 w 11269336"/>
              <a:gd name="connsiteY85" fmla="*/ 1820090 h 2323145"/>
              <a:gd name="connsiteX86" fmla="*/ 6362126 w 11269336"/>
              <a:gd name="connsiteY86" fmla="*/ 1819991 h 2323145"/>
              <a:gd name="connsiteX87" fmla="*/ 6346673 w 11269336"/>
              <a:gd name="connsiteY87" fmla="*/ 1827824 h 2323145"/>
              <a:gd name="connsiteX88" fmla="*/ 6345588 w 11269336"/>
              <a:gd name="connsiteY88" fmla="*/ 1832232 h 2323145"/>
              <a:gd name="connsiteX89" fmla="*/ 6335708 w 11269336"/>
              <a:gd name="connsiteY89" fmla="*/ 1838451 h 2323145"/>
              <a:gd name="connsiteX90" fmla="*/ 6318182 w 11269336"/>
              <a:gd name="connsiteY90" fmla="*/ 1852975 h 2323145"/>
              <a:gd name="connsiteX91" fmla="*/ 6313084 w 11269336"/>
              <a:gd name="connsiteY91" fmla="*/ 1853561 h 2323145"/>
              <a:gd name="connsiteX92" fmla="*/ 6283816 w 11269336"/>
              <a:gd name="connsiteY92" fmla="*/ 1872148 h 2323145"/>
              <a:gd name="connsiteX93" fmla="*/ 6282550 w 11269336"/>
              <a:gd name="connsiteY93" fmla="*/ 1871392 h 2323145"/>
              <a:gd name="connsiteX94" fmla="*/ 6270527 w 11269336"/>
              <a:gd name="connsiteY94" fmla="*/ 1872208 h 2323145"/>
              <a:gd name="connsiteX95" fmla="*/ 6249518 w 11269336"/>
              <a:gd name="connsiteY95" fmla="*/ 1876079 h 2323145"/>
              <a:gd name="connsiteX96" fmla="*/ 6190386 w 11269336"/>
              <a:gd name="connsiteY96" fmla="*/ 1872478 h 2323145"/>
              <a:gd name="connsiteX97" fmla="*/ 6159777 w 11269336"/>
              <a:gd name="connsiteY97" fmla="*/ 1891745 h 2323145"/>
              <a:gd name="connsiteX98" fmla="*/ 6153131 w 11269336"/>
              <a:gd name="connsiteY98" fmla="*/ 1895079 h 2323145"/>
              <a:gd name="connsiteX99" fmla="*/ 6152798 w 11269336"/>
              <a:gd name="connsiteY99" fmla="*/ 1894920 h 2323145"/>
              <a:gd name="connsiteX100" fmla="*/ 6145388 w 11269336"/>
              <a:gd name="connsiteY100" fmla="*/ 1897990 h 2323145"/>
              <a:gd name="connsiteX101" fmla="*/ 6141014 w 11269336"/>
              <a:gd name="connsiteY101" fmla="*/ 1901155 h 2323145"/>
              <a:gd name="connsiteX102" fmla="*/ 6128122 w 11269336"/>
              <a:gd name="connsiteY102" fmla="*/ 1907623 h 2323145"/>
              <a:gd name="connsiteX103" fmla="*/ 6122351 w 11269336"/>
              <a:gd name="connsiteY103" fmla="*/ 1908359 h 2323145"/>
              <a:gd name="connsiteX104" fmla="*/ 6064750 w 11269336"/>
              <a:gd name="connsiteY104" fmla="*/ 1896394 h 2323145"/>
              <a:gd name="connsiteX105" fmla="*/ 5964230 w 11269336"/>
              <a:gd name="connsiteY105" fmla="*/ 1910038 h 2323145"/>
              <a:gd name="connsiteX106" fmla="*/ 5865399 w 11269336"/>
              <a:gd name="connsiteY106" fmla="*/ 1926966 h 2323145"/>
              <a:gd name="connsiteX107" fmla="*/ 5829951 w 11269336"/>
              <a:gd name="connsiteY107" fmla="*/ 1934755 h 2323145"/>
              <a:gd name="connsiteX108" fmla="*/ 5765285 w 11269336"/>
              <a:gd name="connsiteY108" fmla="*/ 1941322 h 2323145"/>
              <a:gd name="connsiteX109" fmla="*/ 5734750 w 11269336"/>
              <a:gd name="connsiteY109" fmla="*/ 1939793 h 2323145"/>
              <a:gd name="connsiteX110" fmla="*/ 5733569 w 11269336"/>
              <a:gd name="connsiteY110" fmla="*/ 1940505 h 2323145"/>
              <a:gd name="connsiteX111" fmla="*/ 5730329 w 11269336"/>
              <a:gd name="connsiteY111" fmla="*/ 1937845 h 2323145"/>
              <a:gd name="connsiteX112" fmla="*/ 5724661 w 11269336"/>
              <a:gd name="connsiteY112" fmla="*/ 1937455 h 2323145"/>
              <a:gd name="connsiteX113" fmla="*/ 5710186 w 11269336"/>
              <a:gd name="connsiteY113" fmla="*/ 1941370 h 2323145"/>
              <a:gd name="connsiteX114" fmla="*/ 5704910 w 11269336"/>
              <a:gd name="connsiteY114" fmla="*/ 1943663 h 2323145"/>
              <a:gd name="connsiteX115" fmla="*/ 5696836 w 11269336"/>
              <a:gd name="connsiteY115" fmla="*/ 1945271 h 2323145"/>
              <a:gd name="connsiteX116" fmla="*/ 5696583 w 11269336"/>
              <a:gd name="connsiteY116" fmla="*/ 1945050 h 2323145"/>
              <a:gd name="connsiteX117" fmla="*/ 5689123 w 11269336"/>
              <a:gd name="connsiteY117" fmla="*/ 1947067 h 2323145"/>
              <a:gd name="connsiteX118" fmla="*/ 5653291 w 11269336"/>
              <a:gd name="connsiteY118" fmla="*/ 1960245 h 2323145"/>
              <a:gd name="connsiteX119" fmla="*/ 5599385 w 11269336"/>
              <a:gd name="connsiteY119" fmla="*/ 1945198 h 2323145"/>
              <a:gd name="connsiteX120" fmla="*/ 5578300 w 11269336"/>
              <a:gd name="connsiteY120" fmla="*/ 1944963 h 2323145"/>
              <a:gd name="connsiteX121" fmla="*/ 5566758 w 11269336"/>
              <a:gd name="connsiteY121" fmla="*/ 1943441 h 2323145"/>
              <a:gd name="connsiteX122" fmla="*/ 5565857 w 11269336"/>
              <a:gd name="connsiteY122" fmla="*/ 1942445 h 2323145"/>
              <a:gd name="connsiteX123" fmla="*/ 5531534 w 11269336"/>
              <a:gd name="connsiteY123" fmla="*/ 1955208 h 2323145"/>
              <a:gd name="connsiteX124" fmla="*/ 5526552 w 11269336"/>
              <a:gd name="connsiteY124" fmla="*/ 1954799 h 2323145"/>
              <a:gd name="connsiteX125" fmla="*/ 5504723 w 11269336"/>
              <a:gd name="connsiteY125" fmla="*/ 1965811 h 2323145"/>
              <a:gd name="connsiteX126" fmla="*/ 5493156 w 11269336"/>
              <a:gd name="connsiteY126" fmla="*/ 1970063 h 2323145"/>
              <a:gd name="connsiteX127" fmla="*/ 5490486 w 11269336"/>
              <a:gd name="connsiteY127" fmla="*/ 1974227 h 2323145"/>
              <a:gd name="connsiteX128" fmla="*/ 5473107 w 11269336"/>
              <a:gd name="connsiteY128" fmla="*/ 1979001 h 2323145"/>
              <a:gd name="connsiteX129" fmla="*/ 5470885 w 11269336"/>
              <a:gd name="connsiteY129" fmla="*/ 1978432 h 2323145"/>
              <a:gd name="connsiteX130" fmla="*/ 5457393 w 11269336"/>
              <a:gd name="connsiteY130" fmla="*/ 1986525 h 2323145"/>
              <a:gd name="connsiteX131" fmla="*/ 5447102 w 11269336"/>
              <a:gd name="connsiteY131" fmla="*/ 1998329 h 2323145"/>
              <a:gd name="connsiteX132" fmla="*/ 5159151 w 11269336"/>
              <a:gd name="connsiteY132" fmla="*/ 2029640 h 2323145"/>
              <a:gd name="connsiteX133" fmla="*/ 5098838 w 11269336"/>
              <a:gd name="connsiteY133" fmla="*/ 2062961 h 2323145"/>
              <a:gd name="connsiteX134" fmla="*/ 4860988 w 11269336"/>
              <a:gd name="connsiteY134" fmla="*/ 2135698 h 2323145"/>
              <a:gd name="connsiteX135" fmla="*/ 4765388 w 11269336"/>
              <a:gd name="connsiteY135" fmla="*/ 2162525 h 2323145"/>
              <a:gd name="connsiteX136" fmla="*/ 4745033 w 11269336"/>
              <a:gd name="connsiteY136" fmla="*/ 2158859 h 2323145"/>
              <a:gd name="connsiteX137" fmla="*/ 4741475 w 11269336"/>
              <a:gd name="connsiteY137" fmla="*/ 2157998 h 2323145"/>
              <a:gd name="connsiteX138" fmla="*/ 4728247 w 11269336"/>
              <a:gd name="connsiteY138" fmla="*/ 2159526 h 2323145"/>
              <a:gd name="connsiteX139" fmla="*/ 4723263 w 11269336"/>
              <a:gd name="connsiteY139" fmla="*/ 2153742 h 2323145"/>
              <a:gd name="connsiteX140" fmla="*/ 4593061 w 11269336"/>
              <a:gd name="connsiteY140" fmla="*/ 2171597 h 2323145"/>
              <a:gd name="connsiteX141" fmla="*/ 4533444 w 11269336"/>
              <a:gd name="connsiteY141" fmla="*/ 2181200 h 2323145"/>
              <a:gd name="connsiteX142" fmla="*/ 4467257 w 11269336"/>
              <a:gd name="connsiteY142" fmla="*/ 2196121 h 2323145"/>
              <a:gd name="connsiteX143" fmla="*/ 4405765 w 11269336"/>
              <a:gd name="connsiteY143" fmla="*/ 2199902 h 2323145"/>
              <a:gd name="connsiteX144" fmla="*/ 4401354 w 11269336"/>
              <a:gd name="connsiteY144" fmla="*/ 2194745 h 2323145"/>
              <a:gd name="connsiteX145" fmla="*/ 4366646 w 11269336"/>
              <a:gd name="connsiteY145" fmla="*/ 2198564 h 2323145"/>
              <a:gd name="connsiteX146" fmla="*/ 4354009 w 11269336"/>
              <a:gd name="connsiteY146" fmla="*/ 2204984 h 2323145"/>
              <a:gd name="connsiteX147" fmla="*/ 4348284 w 11269336"/>
              <a:gd name="connsiteY147" fmla="*/ 2205270 h 2323145"/>
              <a:gd name="connsiteX148" fmla="*/ 4333906 w 11269336"/>
              <a:gd name="connsiteY148" fmla="*/ 2205251 h 2323145"/>
              <a:gd name="connsiteX149" fmla="*/ 4308819 w 11269336"/>
              <a:gd name="connsiteY149" fmla="*/ 2203822 h 2323145"/>
              <a:gd name="connsiteX150" fmla="*/ 4301210 w 11269336"/>
              <a:gd name="connsiteY150" fmla="*/ 2204456 h 2323145"/>
              <a:gd name="connsiteX151" fmla="*/ 4283095 w 11269336"/>
              <a:gd name="connsiteY151" fmla="*/ 2198177 h 2323145"/>
              <a:gd name="connsiteX152" fmla="*/ 4250119 w 11269336"/>
              <a:gd name="connsiteY152" fmla="*/ 2196342 h 2323145"/>
              <a:gd name="connsiteX153" fmla="*/ 4189203 w 11269336"/>
              <a:gd name="connsiteY153" fmla="*/ 2178994 h 2323145"/>
              <a:gd name="connsiteX154" fmla="*/ 4154035 w 11269336"/>
              <a:gd name="connsiteY154" fmla="*/ 2171950 h 2323145"/>
              <a:gd name="connsiteX155" fmla="*/ 4129569 w 11269336"/>
              <a:gd name="connsiteY155" fmla="*/ 2163850 h 2323145"/>
              <a:gd name="connsiteX156" fmla="*/ 4061250 w 11269336"/>
              <a:gd name="connsiteY156" fmla="*/ 2159236 h 2323145"/>
              <a:gd name="connsiteX157" fmla="*/ 3945480 w 11269336"/>
              <a:gd name="connsiteY157" fmla="*/ 2158279 h 2323145"/>
              <a:gd name="connsiteX158" fmla="*/ 3921468 w 11269336"/>
              <a:gd name="connsiteY158" fmla="*/ 2156588 h 2323145"/>
              <a:gd name="connsiteX159" fmla="*/ 3903348 w 11269336"/>
              <a:gd name="connsiteY159" fmla="*/ 2149220 h 2323145"/>
              <a:gd name="connsiteX160" fmla="*/ 3901342 w 11269336"/>
              <a:gd name="connsiteY160" fmla="*/ 2142355 h 2323145"/>
              <a:gd name="connsiteX161" fmla="*/ 3888539 w 11269336"/>
              <a:gd name="connsiteY161" fmla="*/ 2140476 h 2323145"/>
              <a:gd name="connsiteX162" fmla="*/ 3885662 w 11269336"/>
              <a:gd name="connsiteY162" fmla="*/ 2138740 h 2323145"/>
              <a:gd name="connsiteX163" fmla="*/ 3868627 w 11269336"/>
              <a:gd name="connsiteY163" fmla="*/ 2130023 h 2323145"/>
              <a:gd name="connsiteX164" fmla="*/ 3819177 w 11269336"/>
              <a:gd name="connsiteY164" fmla="*/ 2142111 h 2323145"/>
              <a:gd name="connsiteX165" fmla="*/ 3769100 w 11269336"/>
              <a:gd name="connsiteY165" fmla="*/ 2131731 h 2323145"/>
              <a:gd name="connsiteX166" fmla="*/ 3562752 w 11269336"/>
              <a:gd name="connsiteY166" fmla="*/ 2131785 h 2323145"/>
              <a:gd name="connsiteX167" fmla="*/ 3541402 w 11269336"/>
              <a:gd name="connsiteY167" fmla="*/ 2106821 h 2323145"/>
              <a:gd name="connsiteX168" fmla="*/ 3365341 w 11269336"/>
              <a:gd name="connsiteY168" fmla="*/ 2077638 h 2323145"/>
              <a:gd name="connsiteX169" fmla="*/ 3170922 w 11269336"/>
              <a:gd name="connsiteY169" fmla="*/ 2115957 h 2323145"/>
              <a:gd name="connsiteX170" fmla="*/ 3156256 w 11269336"/>
              <a:gd name="connsiteY170" fmla="*/ 2124773 h 2323145"/>
              <a:gd name="connsiteX171" fmla="*/ 3140298 w 11269336"/>
              <a:gd name="connsiteY171" fmla="*/ 2129182 h 2323145"/>
              <a:gd name="connsiteX172" fmla="*/ 3138514 w 11269336"/>
              <a:gd name="connsiteY172" fmla="*/ 2128069 h 2323145"/>
              <a:gd name="connsiteX173" fmla="*/ 3120467 w 11269336"/>
              <a:gd name="connsiteY173" fmla="*/ 2128281 h 2323145"/>
              <a:gd name="connsiteX174" fmla="*/ 3116175 w 11269336"/>
              <a:gd name="connsiteY174" fmla="*/ 2131633 h 2323145"/>
              <a:gd name="connsiteX175" fmla="*/ 3103685 w 11269336"/>
              <a:gd name="connsiteY175" fmla="*/ 2132814 h 2323145"/>
              <a:gd name="connsiteX176" fmla="*/ 3078794 w 11269336"/>
              <a:gd name="connsiteY176" fmla="*/ 2137935 h 2323145"/>
              <a:gd name="connsiteX177" fmla="*/ 3074407 w 11269336"/>
              <a:gd name="connsiteY177" fmla="*/ 2136274 h 2323145"/>
              <a:gd name="connsiteX178" fmla="*/ 3037285 w 11269336"/>
              <a:gd name="connsiteY178" fmla="*/ 2139919 h 2323145"/>
              <a:gd name="connsiteX179" fmla="*/ 3036901 w 11269336"/>
              <a:gd name="connsiteY179" fmla="*/ 2138726 h 2323145"/>
              <a:gd name="connsiteX180" fmla="*/ 3026996 w 11269336"/>
              <a:gd name="connsiteY180" fmla="*/ 2134322 h 2323145"/>
              <a:gd name="connsiteX181" fmla="*/ 3007772 w 11269336"/>
              <a:gd name="connsiteY181" fmla="*/ 2128742 h 2323145"/>
              <a:gd name="connsiteX182" fmla="*/ 2965030 w 11269336"/>
              <a:gd name="connsiteY182" fmla="*/ 2100494 h 2323145"/>
              <a:gd name="connsiteX183" fmla="*/ 2926342 w 11269336"/>
              <a:gd name="connsiteY183" fmla="*/ 2104155 h 2323145"/>
              <a:gd name="connsiteX184" fmla="*/ 2918608 w 11269336"/>
              <a:gd name="connsiteY184" fmla="*/ 2104215 h 2323145"/>
              <a:gd name="connsiteX185" fmla="*/ 2918475 w 11269336"/>
              <a:gd name="connsiteY185" fmla="*/ 2103937 h 2323145"/>
              <a:gd name="connsiteX186" fmla="*/ 2910360 w 11269336"/>
              <a:gd name="connsiteY186" fmla="*/ 2103444 h 2323145"/>
              <a:gd name="connsiteX187" fmla="*/ 2904507 w 11269336"/>
              <a:gd name="connsiteY187" fmla="*/ 2104326 h 2323145"/>
              <a:gd name="connsiteX188" fmla="*/ 2889503 w 11269336"/>
              <a:gd name="connsiteY188" fmla="*/ 2104443 h 2323145"/>
              <a:gd name="connsiteX189" fmla="*/ 2884480 w 11269336"/>
              <a:gd name="connsiteY189" fmla="*/ 2102626 h 2323145"/>
              <a:gd name="connsiteX190" fmla="*/ 2882689 w 11269336"/>
              <a:gd name="connsiteY190" fmla="*/ 2099228 h 2323145"/>
              <a:gd name="connsiteX191" fmla="*/ 2881291 w 11269336"/>
              <a:gd name="connsiteY191" fmla="*/ 2099618 h 2323145"/>
              <a:gd name="connsiteX192" fmla="*/ 2853979 w 11269336"/>
              <a:gd name="connsiteY192" fmla="*/ 2090388 h 2323145"/>
              <a:gd name="connsiteX193" fmla="*/ 2791790 w 11269336"/>
              <a:gd name="connsiteY193" fmla="*/ 2080332 h 2323145"/>
              <a:gd name="connsiteX194" fmla="*/ 2755844 w 11269336"/>
              <a:gd name="connsiteY194" fmla="*/ 2078874 h 2323145"/>
              <a:gd name="connsiteX195" fmla="*/ 2657742 w 11269336"/>
              <a:gd name="connsiteY195" fmla="*/ 2070179 h 2323145"/>
              <a:gd name="connsiteX196" fmla="*/ 2559549 w 11269336"/>
              <a:gd name="connsiteY196" fmla="*/ 2057873 h 2323145"/>
              <a:gd name="connsiteX197" fmla="*/ 2512054 w 11269336"/>
              <a:gd name="connsiteY197" fmla="*/ 2031671 h 2323145"/>
              <a:gd name="connsiteX198" fmla="*/ 2506437 w 11269336"/>
              <a:gd name="connsiteY198" fmla="*/ 2030918 h 2323145"/>
              <a:gd name="connsiteX199" fmla="*/ 2491752 w 11269336"/>
              <a:gd name="connsiteY199" fmla="*/ 2033906 h 2323145"/>
              <a:gd name="connsiteX200" fmla="*/ 2486338 w 11269336"/>
              <a:gd name="connsiteY200" fmla="*/ 2035862 h 2323145"/>
              <a:gd name="connsiteX201" fmla="*/ 2478186 w 11269336"/>
              <a:gd name="connsiteY201" fmla="*/ 2036953 h 2323145"/>
              <a:gd name="connsiteX202" fmla="*/ 2477950 w 11269336"/>
              <a:gd name="connsiteY202" fmla="*/ 2036715 h 2323145"/>
              <a:gd name="connsiteX203" fmla="*/ 2470381 w 11269336"/>
              <a:gd name="connsiteY203" fmla="*/ 2038256 h 2323145"/>
              <a:gd name="connsiteX204" fmla="*/ 2433781 w 11269336"/>
              <a:gd name="connsiteY204" fmla="*/ 2049140 h 2323145"/>
              <a:gd name="connsiteX205" fmla="*/ 2381172 w 11269336"/>
              <a:gd name="connsiteY205" fmla="*/ 2030645 h 2323145"/>
              <a:gd name="connsiteX206" fmla="*/ 2360198 w 11269336"/>
              <a:gd name="connsiteY206" fmla="*/ 2029059 h 2323145"/>
              <a:gd name="connsiteX207" fmla="*/ 2348815 w 11269336"/>
              <a:gd name="connsiteY207" fmla="*/ 2026798 h 2323145"/>
              <a:gd name="connsiteX208" fmla="*/ 2347988 w 11269336"/>
              <a:gd name="connsiteY208" fmla="*/ 2025745 h 2323145"/>
              <a:gd name="connsiteX209" fmla="*/ 2312920 w 11269336"/>
              <a:gd name="connsiteY209" fmla="*/ 2036311 h 2323145"/>
              <a:gd name="connsiteX210" fmla="*/ 2307986 w 11269336"/>
              <a:gd name="connsiteY210" fmla="*/ 2035583 h 2323145"/>
              <a:gd name="connsiteX211" fmla="*/ 2285481 w 11269336"/>
              <a:gd name="connsiteY211" fmla="*/ 2045197 h 2323145"/>
              <a:gd name="connsiteX212" fmla="*/ 2273666 w 11269336"/>
              <a:gd name="connsiteY212" fmla="*/ 2048710 h 2323145"/>
              <a:gd name="connsiteX213" fmla="*/ 2270719 w 11269336"/>
              <a:gd name="connsiteY213" fmla="*/ 2052702 h 2323145"/>
              <a:gd name="connsiteX214" fmla="*/ 2253080 w 11269336"/>
              <a:gd name="connsiteY214" fmla="*/ 2056363 h 2323145"/>
              <a:gd name="connsiteX215" fmla="*/ 2250906 w 11269336"/>
              <a:gd name="connsiteY215" fmla="*/ 2055654 h 2323145"/>
              <a:gd name="connsiteX216" fmla="*/ 2236905 w 11269336"/>
              <a:gd name="connsiteY216" fmla="*/ 2062882 h 2323145"/>
              <a:gd name="connsiteX217" fmla="*/ 2225830 w 11269336"/>
              <a:gd name="connsiteY217" fmla="*/ 2074027 h 2323145"/>
              <a:gd name="connsiteX218" fmla="*/ 2073776 w 11269336"/>
              <a:gd name="connsiteY218" fmla="*/ 2089244 h 2323145"/>
              <a:gd name="connsiteX219" fmla="*/ 1948256 w 11269336"/>
              <a:gd name="connsiteY219" fmla="*/ 2146616 h 2323145"/>
              <a:gd name="connsiteX220" fmla="*/ 1865582 w 11269336"/>
              <a:gd name="connsiteY220" fmla="*/ 2153738 h 2323145"/>
              <a:gd name="connsiteX221" fmla="*/ 1835210 w 11269336"/>
              <a:gd name="connsiteY221" fmla="*/ 2134244 h 2323145"/>
              <a:gd name="connsiteX222" fmla="*/ 1632661 w 11269336"/>
              <a:gd name="connsiteY222" fmla="*/ 2173882 h 2323145"/>
              <a:gd name="connsiteX223" fmla="*/ 1579590 w 11269336"/>
              <a:gd name="connsiteY223" fmla="*/ 2173680 h 2323145"/>
              <a:gd name="connsiteX224" fmla="*/ 1535601 w 11269336"/>
              <a:gd name="connsiteY224" fmla="*/ 2194590 h 2323145"/>
              <a:gd name="connsiteX225" fmla="*/ 1515594 w 11269336"/>
              <a:gd name="connsiteY225" fmla="*/ 2189622 h 2323145"/>
              <a:gd name="connsiteX226" fmla="*/ 1512113 w 11269336"/>
              <a:gd name="connsiteY226" fmla="*/ 2188534 h 2323145"/>
              <a:gd name="connsiteX227" fmla="*/ 1498838 w 11269336"/>
              <a:gd name="connsiteY227" fmla="*/ 2189213 h 2323145"/>
              <a:gd name="connsiteX228" fmla="*/ 1494279 w 11269336"/>
              <a:gd name="connsiteY228" fmla="*/ 2183112 h 2323145"/>
              <a:gd name="connsiteX229" fmla="*/ 1473714 w 11269336"/>
              <a:gd name="connsiteY229" fmla="*/ 2179625 h 2323145"/>
              <a:gd name="connsiteX230" fmla="*/ 1449503 w 11269336"/>
              <a:gd name="connsiteY230" fmla="*/ 2182633 h 2323145"/>
              <a:gd name="connsiteX231" fmla="*/ 1266687 w 11269336"/>
              <a:gd name="connsiteY231" fmla="*/ 2212688 h 2323145"/>
              <a:gd name="connsiteX232" fmla="*/ 1239614 w 11269336"/>
              <a:gd name="connsiteY232" fmla="*/ 2209727 h 2323145"/>
              <a:gd name="connsiteX233" fmla="*/ 1202436 w 11269336"/>
              <a:gd name="connsiteY233" fmla="*/ 2209817 h 2323145"/>
              <a:gd name="connsiteX234" fmla="*/ 1136097 w 11269336"/>
              <a:gd name="connsiteY234" fmla="*/ 2205112 h 2323145"/>
              <a:gd name="connsiteX235" fmla="*/ 988232 w 11269336"/>
              <a:gd name="connsiteY235" fmla="*/ 2235635 h 2323145"/>
              <a:gd name="connsiteX236" fmla="*/ 981959 w 11269336"/>
              <a:gd name="connsiteY236" fmla="*/ 2231607 h 2323145"/>
              <a:gd name="connsiteX237" fmla="*/ 938600 w 11269336"/>
              <a:gd name="connsiteY237" fmla="*/ 2238113 h 2323145"/>
              <a:gd name="connsiteX238" fmla="*/ 791788 w 11269336"/>
              <a:gd name="connsiteY238" fmla="*/ 2293224 h 2323145"/>
              <a:gd name="connsiteX239" fmla="*/ 706914 w 11269336"/>
              <a:gd name="connsiteY239" fmla="*/ 2305046 h 2323145"/>
              <a:gd name="connsiteX240" fmla="*/ 675971 w 11269336"/>
              <a:gd name="connsiteY240" fmla="*/ 2304030 h 2323145"/>
              <a:gd name="connsiteX241" fmla="*/ 624180 w 11269336"/>
              <a:gd name="connsiteY241" fmla="*/ 2302650 h 2323145"/>
              <a:gd name="connsiteX242" fmla="*/ 583453 w 11269336"/>
              <a:gd name="connsiteY242" fmla="*/ 2288788 h 2323145"/>
              <a:gd name="connsiteX243" fmla="*/ 540946 w 11269336"/>
              <a:gd name="connsiteY243" fmla="*/ 2292721 h 2323145"/>
              <a:gd name="connsiteX244" fmla="*/ 533680 w 11269336"/>
              <a:gd name="connsiteY244" fmla="*/ 2310233 h 2323145"/>
              <a:gd name="connsiteX245" fmla="*/ 487366 w 11269336"/>
              <a:gd name="connsiteY245" fmla="*/ 2309053 h 2323145"/>
              <a:gd name="connsiteX246" fmla="*/ 416820 w 11269336"/>
              <a:gd name="connsiteY246" fmla="*/ 2305443 h 2323145"/>
              <a:gd name="connsiteX247" fmla="*/ 376805 w 11269336"/>
              <a:gd name="connsiteY247" fmla="*/ 2307647 h 2323145"/>
              <a:gd name="connsiteX248" fmla="*/ 266777 w 11269336"/>
              <a:gd name="connsiteY248" fmla="*/ 2309012 h 2323145"/>
              <a:gd name="connsiteX249" fmla="*/ 156013 w 11269336"/>
              <a:gd name="connsiteY249" fmla="*/ 2306832 h 2323145"/>
              <a:gd name="connsiteX250" fmla="*/ 87258 w 11269336"/>
              <a:gd name="connsiteY250" fmla="*/ 2285511 h 2323145"/>
              <a:gd name="connsiteX251" fmla="*/ 23798 w 11269336"/>
              <a:gd name="connsiteY251" fmla="*/ 2281822 h 2323145"/>
              <a:gd name="connsiteX252" fmla="*/ 0 w 11269336"/>
              <a:gd name="connsiteY252" fmla="*/ 2285369 h 2323145"/>
              <a:gd name="connsiteX253" fmla="*/ 0 w 11269336"/>
              <a:gd name="connsiteY253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656836 w 11269336"/>
              <a:gd name="connsiteY18" fmla="*/ 469967 h 2323145"/>
              <a:gd name="connsiteX19" fmla="*/ 9561575 w 11269336"/>
              <a:gd name="connsiteY19" fmla="*/ 559978 h 2323145"/>
              <a:gd name="connsiteX20" fmla="*/ 9162278 w 11269336"/>
              <a:gd name="connsiteY20" fmla="*/ 704724 h 2323145"/>
              <a:gd name="connsiteX21" fmla="*/ 9062863 w 11269336"/>
              <a:gd name="connsiteY21" fmla="*/ 754656 h 2323145"/>
              <a:gd name="connsiteX22" fmla="*/ 8914746 w 11269336"/>
              <a:gd name="connsiteY22" fmla="*/ 826428 h 2323145"/>
              <a:gd name="connsiteX23" fmla="*/ 8917778 w 11269336"/>
              <a:gd name="connsiteY23" fmla="*/ 835198 h 2323145"/>
              <a:gd name="connsiteX24" fmla="*/ 8905560 w 11269336"/>
              <a:gd name="connsiteY24" fmla="*/ 838358 h 2323145"/>
              <a:gd name="connsiteX25" fmla="*/ 8897564 w 11269336"/>
              <a:gd name="connsiteY25" fmla="*/ 834287 h 2323145"/>
              <a:gd name="connsiteX26" fmla="*/ 8878040 w 11269336"/>
              <a:gd name="connsiteY26" fmla="*/ 844150 h 2323145"/>
              <a:gd name="connsiteX27" fmla="*/ 8795998 w 11269336"/>
              <a:gd name="connsiteY27" fmla="*/ 863337 h 2323145"/>
              <a:gd name="connsiteX28" fmla="*/ 8776970 w 11269336"/>
              <a:gd name="connsiteY28" fmla="*/ 885177 h 2323145"/>
              <a:gd name="connsiteX29" fmla="*/ 8755719 w 11269336"/>
              <a:gd name="connsiteY29" fmla="*/ 889754 h 2323145"/>
              <a:gd name="connsiteX30" fmla="*/ 8743257 w 11269336"/>
              <a:gd name="connsiteY30" fmla="*/ 904723 h 2323145"/>
              <a:gd name="connsiteX31" fmla="*/ 8721366 w 11269336"/>
              <a:gd name="connsiteY31" fmla="*/ 904711 h 2323145"/>
              <a:gd name="connsiteX32" fmla="*/ 8678353 w 11269336"/>
              <a:gd name="connsiteY32" fmla="*/ 926318 h 2323145"/>
              <a:gd name="connsiteX33" fmla="*/ 8636849 w 11269336"/>
              <a:gd name="connsiteY33" fmla="*/ 937900 h 2323145"/>
              <a:gd name="connsiteX34" fmla="*/ 8620213 w 11269336"/>
              <a:gd name="connsiteY34" fmla="*/ 943068 h 2323145"/>
              <a:gd name="connsiteX35" fmla="*/ 8612581 w 11269336"/>
              <a:gd name="connsiteY35" fmla="*/ 952695 h 2323145"/>
              <a:gd name="connsiteX36" fmla="*/ 8589038 w 11269336"/>
              <a:gd name="connsiteY36" fmla="*/ 963892 h 2323145"/>
              <a:gd name="connsiteX37" fmla="*/ 8579950 w 11269336"/>
              <a:gd name="connsiteY37" fmla="*/ 960899 h 2323145"/>
              <a:gd name="connsiteX38" fmla="*/ 8579319 w 11269336"/>
              <a:gd name="connsiteY38" fmla="*/ 965630 h 2323145"/>
              <a:gd name="connsiteX39" fmla="*/ 8547429 w 11269336"/>
              <a:gd name="connsiteY39" fmla="*/ 984506 h 2323145"/>
              <a:gd name="connsiteX40" fmla="*/ 8478704 w 11269336"/>
              <a:gd name="connsiteY40" fmla="*/ 1025490 h 2323145"/>
              <a:gd name="connsiteX41" fmla="*/ 8461421 w 11269336"/>
              <a:gd name="connsiteY41" fmla="*/ 1035512 h 2323145"/>
              <a:gd name="connsiteX42" fmla="*/ 8445003 w 11269336"/>
              <a:gd name="connsiteY42" fmla="*/ 1036851 h 2323145"/>
              <a:gd name="connsiteX43" fmla="*/ 8357350 w 11269336"/>
              <a:gd name="connsiteY43" fmla="*/ 1060213 h 2323145"/>
              <a:gd name="connsiteX44" fmla="*/ 8335565 w 11269336"/>
              <a:gd name="connsiteY44" fmla="*/ 1061151 h 2323145"/>
              <a:gd name="connsiteX45" fmla="*/ 8325267 w 11269336"/>
              <a:gd name="connsiteY45" fmla="*/ 1055919 h 2323145"/>
              <a:gd name="connsiteX46" fmla="*/ 8293586 w 11269336"/>
              <a:gd name="connsiteY46" fmla="*/ 1076144 h 2323145"/>
              <a:gd name="connsiteX47" fmla="*/ 8242405 w 11269336"/>
              <a:gd name="connsiteY47" fmla="*/ 1095960 h 2323145"/>
              <a:gd name="connsiteX48" fmla="*/ 8197391 w 11269336"/>
              <a:gd name="connsiteY48" fmla="*/ 1107746 h 2323145"/>
              <a:gd name="connsiteX49" fmla="*/ 8081474 w 11269336"/>
              <a:gd name="connsiteY49" fmla="*/ 1130125 h 2323145"/>
              <a:gd name="connsiteX50" fmla="*/ 8053585 w 11269336"/>
              <a:gd name="connsiteY50" fmla="*/ 1129169 h 2323145"/>
              <a:gd name="connsiteX51" fmla="*/ 8038422 w 11269336"/>
              <a:gd name="connsiteY51" fmla="*/ 1119092 h 2323145"/>
              <a:gd name="connsiteX52" fmla="*/ 8029450 w 11269336"/>
              <a:gd name="connsiteY52" fmla="*/ 1125592 h 2323145"/>
              <a:gd name="connsiteX53" fmla="*/ 7959552 w 11269336"/>
              <a:gd name="connsiteY53" fmla="*/ 1140188 h 2323145"/>
              <a:gd name="connsiteX54" fmla="*/ 7914188 w 11269336"/>
              <a:gd name="connsiteY54" fmla="*/ 1150862 h 2323145"/>
              <a:gd name="connsiteX55" fmla="*/ 7914918 w 11269336"/>
              <a:gd name="connsiteY55" fmla="*/ 1168758 h 2323145"/>
              <a:gd name="connsiteX56" fmla="*/ 7875510 w 11269336"/>
              <a:gd name="connsiteY56" fmla="*/ 1183153 h 2323145"/>
              <a:gd name="connsiteX57" fmla="*/ 7829932 w 11269336"/>
              <a:gd name="connsiteY57" fmla="*/ 1180782 h 2323145"/>
              <a:gd name="connsiteX58" fmla="*/ 7779182 w 11269336"/>
              <a:gd name="connsiteY58" fmla="*/ 1192665 h 2323145"/>
              <a:gd name="connsiteX59" fmla="*/ 7748774 w 11269336"/>
              <a:gd name="connsiteY59" fmla="*/ 1199586 h 2323145"/>
              <a:gd name="connsiteX60" fmla="*/ 7671846 w 11269336"/>
              <a:gd name="connsiteY60" fmla="*/ 1231966 h 2323145"/>
              <a:gd name="connsiteX61" fmla="*/ 7554146 w 11269336"/>
              <a:gd name="connsiteY61" fmla="*/ 1319748 h 2323145"/>
              <a:gd name="connsiteX62" fmla="*/ 7515052 w 11269336"/>
              <a:gd name="connsiteY62" fmla="*/ 1336718 h 2323145"/>
              <a:gd name="connsiteX63" fmla="*/ 7507193 w 11269336"/>
              <a:gd name="connsiteY63" fmla="*/ 1334617 h 2323145"/>
              <a:gd name="connsiteX64" fmla="*/ 7461694 w 11269336"/>
              <a:gd name="connsiteY64" fmla="*/ 1375866 h 2323145"/>
              <a:gd name="connsiteX65" fmla="*/ 7377571 w 11269336"/>
              <a:gd name="connsiteY65" fmla="*/ 1400128 h 2323145"/>
              <a:gd name="connsiteX66" fmla="*/ 7311261 w 11269336"/>
              <a:gd name="connsiteY66" fmla="*/ 1412652 h 2323145"/>
              <a:gd name="connsiteX67" fmla="*/ 7275307 w 11269336"/>
              <a:gd name="connsiteY67" fmla="*/ 1422171 h 2323145"/>
              <a:gd name="connsiteX68" fmla="*/ 7247783 w 11269336"/>
              <a:gd name="connsiteY68" fmla="*/ 1426330 h 2323145"/>
              <a:gd name="connsiteX69" fmla="*/ 7185047 w 11269336"/>
              <a:gd name="connsiteY69" fmla="*/ 1451812 h 2323145"/>
              <a:gd name="connsiteX70" fmla="*/ 7084117 w 11269336"/>
              <a:gd name="connsiteY70" fmla="*/ 1500281 h 2323145"/>
              <a:gd name="connsiteX71" fmla="*/ 7062011 w 11269336"/>
              <a:gd name="connsiteY71" fmla="*/ 1509183 h 2323145"/>
              <a:gd name="connsiteX72" fmla="*/ 7040555 w 11269336"/>
              <a:gd name="connsiteY72" fmla="*/ 1511207 h 2323145"/>
              <a:gd name="connsiteX73" fmla="*/ 7033438 w 11269336"/>
              <a:gd name="connsiteY73" fmla="*/ 1506772 h 2323145"/>
              <a:gd name="connsiteX74" fmla="*/ 7020886 w 11269336"/>
              <a:gd name="connsiteY74" fmla="*/ 1510764 h 2323145"/>
              <a:gd name="connsiteX75" fmla="*/ 7017033 w 11269336"/>
              <a:gd name="connsiteY75" fmla="*/ 1510650 h 2323145"/>
              <a:gd name="connsiteX76" fmla="*/ 6995460 w 11269336"/>
              <a:gd name="connsiteY76" fmla="*/ 1511173 h 2323145"/>
              <a:gd name="connsiteX77" fmla="*/ 6962144 w 11269336"/>
              <a:gd name="connsiteY77" fmla="*/ 1541508 h 2323145"/>
              <a:gd name="connsiteX78" fmla="*/ 6910674 w 11269336"/>
              <a:gd name="connsiteY78" fmla="*/ 1554793 h 2323145"/>
              <a:gd name="connsiteX79" fmla="*/ 6732152 w 11269336"/>
              <a:gd name="connsiteY79" fmla="*/ 1642538 h 2323145"/>
              <a:gd name="connsiteX80" fmla="*/ 6694106 w 11269336"/>
              <a:gd name="connsiteY80" fmla="*/ 1632377 h 2323145"/>
              <a:gd name="connsiteX81" fmla="*/ 6617223 w 11269336"/>
              <a:gd name="connsiteY81" fmla="*/ 1659889 h 2323145"/>
              <a:gd name="connsiteX82" fmla="*/ 6521138 w 11269336"/>
              <a:gd name="connsiteY82" fmla="*/ 1744340 h 2323145"/>
              <a:gd name="connsiteX83" fmla="*/ 6380677 w 11269336"/>
              <a:gd name="connsiteY83" fmla="*/ 1796883 h 2323145"/>
              <a:gd name="connsiteX84" fmla="*/ 6374897 w 11269336"/>
              <a:gd name="connsiteY84" fmla="*/ 1809910 h 2323145"/>
              <a:gd name="connsiteX85" fmla="*/ 6364545 w 11269336"/>
              <a:gd name="connsiteY85" fmla="*/ 1820090 h 2323145"/>
              <a:gd name="connsiteX86" fmla="*/ 6362126 w 11269336"/>
              <a:gd name="connsiteY86" fmla="*/ 1819991 h 2323145"/>
              <a:gd name="connsiteX87" fmla="*/ 6346673 w 11269336"/>
              <a:gd name="connsiteY87" fmla="*/ 1827824 h 2323145"/>
              <a:gd name="connsiteX88" fmla="*/ 6345588 w 11269336"/>
              <a:gd name="connsiteY88" fmla="*/ 1832232 h 2323145"/>
              <a:gd name="connsiteX89" fmla="*/ 6335708 w 11269336"/>
              <a:gd name="connsiteY89" fmla="*/ 1838451 h 2323145"/>
              <a:gd name="connsiteX90" fmla="*/ 6318182 w 11269336"/>
              <a:gd name="connsiteY90" fmla="*/ 1852975 h 2323145"/>
              <a:gd name="connsiteX91" fmla="*/ 6313084 w 11269336"/>
              <a:gd name="connsiteY91" fmla="*/ 1853561 h 2323145"/>
              <a:gd name="connsiteX92" fmla="*/ 6283816 w 11269336"/>
              <a:gd name="connsiteY92" fmla="*/ 1872148 h 2323145"/>
              <a:gd name="connsiteX93" fmla="*/ 6282550 w 11269336"/>
              <a:gd name="connsiteY93" fmla="*/ 1871392 h 2323145"/>
              <a:gd name="connsiteX94" fmla="*/ 6270527 w 11269336"/>
              <a:gd name="connsiteY94" fmla="*/ 1872208 h 2323145"/>
              <a:gd name="connsiteX95" fmla="*/ 6249518 w 11269336"/>
              <a:gd name="connsiteY95" fmla="*/ 1876079 h 2323145"/>
              <a:gd name="connsiteX96" fmla="*/ 6190386 w 11269336"/>
              <a:gd name="connsiteY96" fmla="*/ 1872478 h 2323145"/>
              <a:gd name="connsiteX97" fmla="*/ 6159777 w 11269336"/>
              <a:gd name="connsiteY97" fmla="*/ 1891745 h 2323145"/>
              <a:gd name="connsiteX98" fmla="*/ 6153131 w 11269336"/>
              <a:gd name="connsiteY98" fmla="*/ 1895079 h 2323145"/>
              <a:gd name="connsiteX99" fmla="*/ 6152798 w 11269336"/>
              <a:gd name="connsiteY99" fmla="*/ 1894920 h 2323145"/>
              <a:gd name="connsiteX100" fmla="*/ 6145388 w 11269336"/>
              <a:gd name="connsiteY100" fmla="*/ 1897990 h 2323145"/>
              <a:gd name="connsiteX101" fmla="*/ 6141014 w 11269336"/>
              <a:gd name="connsiteY101" fmla="*/ 1901155 h 2323145"/>
              <a:gd name="connsiteX102" fmla="*/ 6128122 w 11269336"/>
              <a:gd name="connsiteY102" fmla="*/ 1907623 h 2323145"/>
              <a:gd name="connsiteX103" fmla="*/ 6122351 w 11269336"/>
              <a:gd name="connsiteY103" fmla="*/ 1908359 h 2323145"/>
              <a:gd name="connsiteX104" fmla="*/ 6064750 w 11269336"/>
              <a:gd name="connsiteY104" fmla="*/ 1896394 h 2323145"/>
              <a:gd name="connsiteX105" fmla="*/ 5964230 w 11269336"/>
              <a:gd name="connsiteY105" fmla="*/ 1910038 h 2323145"/>
              <a:gd name="connsiteX106" fmla="*/ 5865399 w 11269336"/>
              <a:gd name="connsiteY106" fmla="*/ 1926966 h 2323145"/>
              <a:gd name="connsiteX107" fmla="*/ 5829951 w 11269336"/>
              <a:gd name="connsiteY107" fmla="*/ 1934755 h 2323145"/>
              <a:gd name="connsiteX108" fmla="*/ 5765285 w 11269336"/>
              <a:gd name="connsiteY108" fmla="*/ 1941322 h 2323145"/>
              <a:gd name="connsiteX109" fmla="*/ 5734750 w 11269336"/>
              <a:gd name="connsiteY109" fmla="*/ 1939793 h 2323145"/>
              <a:gd name="connsiteX110" fmla="*/ 5733569 w 11269336"/>
              <a:gd name="connsiteY110" fmla="*/ 1940505 h 2323145"/>
              <a:gd name="connsiteX111" fmla="*/ 5730329 w 11269336"/>
              <a:gd name="connsiteY111" fmla="*/ 1937845 h 2323145"/>
              <a:gd name="connsiteX112" fmla="*/ 5724661 w 11269336"/>
              <a:gd name="connsiteY112" fmla="*/ 1937455 h 2323145"/>
              <a:gd name="connsiteX113" fmla="*/ 5710186 w 11269336"/>
              <a:gd name="connsiteY113" fmla="*/ 1941370 h 2323145"/>
              <a:gd name="connsiteX114" fmla="*/ 5704910 w 11269336"/>
              <a:gd name="connsiteY114" fmla="*/ 1943663 h 2323145"/>
              <a:gd name="connsiteX115" fmla="*/ 5696836 w 11269336"/>
              <a:gd name="connsiteY115" fmla="*/ 1945271 h 2323145"/>
              <a:gd name="connsiteX116" fmla="*/ 5696583 w 11269336"/>
              <a:gd name="connsiteY116" fmla="*/ 1945050 h 2323145"/>
              <a:gd name="connsiteX117" fmla="*/ 5689123 w 11269336"/>
              <a:gd name="connsiteY117" fmla="*/ 1947067 h 2323145"/>
              <a:gd name="connsiteX118" fmla="*/ 5653291 w 11269336"/>
              <a:gd name="connsiteY118" fmla="*/ 1960245 h 2323145"/>
              <a:gd name="connsiteX119" fmla="*/ 5599385 w 11269336"/>
              <a:gd name="connsiteY119" fmla="*/ 1945198 h 2323145"/>
              <a:gd name="connsiteX120" fmla="*/ 5578300 w 11269336"/>
              <a:gd name="connsiteY120" fmla="*/ 1944963 h 2323145"/>
              <a:gd name="connsiteX121" fmla="*/ 5566758 w 11269336"/>
              <a:gd name="connsiteY121" fmla="*/ 1943441 h 2323145"/>
              <a:gd name="connsiteX122" fmla="*/ 5565857 w 11269336"/>
              <a:gd name="connsiteY122" fmla="*/ 1942445 h 2323145"/>
              <a:gd name="connsiteX123" fmla="*/ 5531534 w 11269336"/>
              <a:gd name="connsiteY123" fmla="*/ 1955208 h 2323145"/>
              <a:gd name="connsiteX124" fmla="*/ 5526552 w 11269336"/>
              <a:gd name="connsiteY124" fmla="*/ 1954799 h 2323145"/>
              <a:gd name="connsiteX125" fmla="*/ 5504723 w 11269336"/>
              <a:gd name="connsiteY125" fmla="*/ 1965811 h 2323145"/>
              <a:gd name="connsiteX126" fmla="*/ 5493156 w 11269336"/>
              <a:gd name="connsiteY126" fmla="*/ 1970063 h 2323145"/>
              <a:gd name="connsiteX127" fmla="*/ 5490486 w 11269336"/>
              <a:gd name="connsiteY127" fmla="*/ 1974227 h 2323145"/>
              <a:gd name="connsiteX128" fmla="*/ 5473107 w 11269336"/>
              <a:gd name="connsiteY128" fmla="*/ 1979001 h 2323145"/>
              <a:gd name="connsiteX129" fmla="*/ 5470885 w 11269336"/>
              <a:gd name="connsiteY129" fmla="*/ 1978432 h 2323145"/>
              <a:gd name="connsiteX130" fmla="*/ 5457393 w 11269336"/>
              <a:gd name="connsiteY130" fmla="*/ 1986525 h 2323145"/>
              <a:gd name="connsiteX131" fmla="*/ 5447102 w 11269336"/>
              <a:gd name="connsiteY131" fmla="*/ 1998329 h 2323145"/>
              <a:gd name="connsiteX132" fmla="*/ 5159151 w 11269336"/>
              <a:gd name="connsiteY132" fmla="*/ 2029640 h 2323145"/>
              <a:gd name="connsiteX133" fmla="*/ 5098838 w 11269336"/>
              <a:gd name="connsiteY133" fmla="*/ 2062961 h 2323145"/>
              <a:gd name="connsiteX134" fmla="*/ 4860988 w 11269336"/>
              <a:gd name="connsiteY134" fmla="*/ 2135698 h 2323145"/>
              <a:gd name="connsiteX135" fmla="*/ 4765388 w 11269336"/>
              <a:gd name="connsiteY135" fmla="*/ 2162525 h 2323145"/>
              <a:gd name="connsiteX136" fmla="*/ 4745033 w 11269336"/>
              <a:gd name="connsiteY136" fmla="*/ 2158859 h 2323145"/>
              <a:gd name="connsiteX137" fmla="*/ 4741475 w 11269336"/>
              <a:gd name="connsiteY137" fmla="*/ 2157998 h 2323145"/>
              <a:gd name="connsiteX138" fmla="*/ 4728247 w 11269336"/>
              <a:gd name="connsiteY138" fmla="*/ 2159526 h 2323145"/>
              <a:gd name="connsiteX139" fmla="*/ 4723263 w 11269336"/>
              <a:gd name="connsiteY139" fmla="*/ 2153742 h 2323145"/>
              <a:gd name="connsiteX140" fmla="*/ 4593061 w 11269336"/>
              <a:gd name="connsiteY140" fmla="*/ 2171597 h 2323145"/>
              <a:gd name="connsiteX141" fmla="*/ 4467257 w 11269336"/>
              <a:gd name="connsiteY141" fmla="*/ 2196121 h 2323145"/>
              <a:gd name="connsiteX142" fmla="*/ 4405765 w 11269336"/>
              <a:gd name="connsiteY142" fmla="*/ 2199902 h 2323145"/>
              <a:gd name="connsiteX143" fmla="*/ 4401354 w 11269336"/>
              <a:gd name="connsiteY143" fmla="*/ 2194745 h 2323145"/>
              <a:gd name="connsiteX144" fmla="*/ 4366646 w 11269336"/>
              <a:gd name="connsiteY144" fmla="*/ 2198564 h 2323145"/>
              <a:gd name="connsiteX145" fmla="*/ 4354009 w 11269336"/>
              <a:gd name="connsiteY145" fmla="*/ 2204984 h 2323145"/>
              <a:gd name="connsiteX146" fmla="*/ 4348284 w 11269336"/>
              <a:gd name="connsiteY146" fmla="*/ 2205270 h 2323145"/>
              <a:gd name="connsiteX147" fmla="*/ 4333906 w 11269336"/>
              <a:gd name="connsiteY147" fmla="*/ 2205251 h 2323145"/>
              <a:gd name="connsiteX148" fmla="*/ 4308819 w 11269336"/>
              <a:gd name="connsiteY148" fmla="*/ 2203822 h 2323145"/>
              <a:gd name="connsiteX149" fmla="*/ 4301210 w 11269336"/>
              <a:gd name="connsiteY149" fmla="*/ 2204456 h 2323145"/>
              <a:gd name="connsiteX150" fmla="*/ 4283095 w 11269336"/>
              <a:gd name="connsiteY150" fmla="*/ 2198177 h 2323145"/>
              <a:gd name="connsiteX151" fmla="*/ 4250119 w 11269336"/>
              <a:gd name="connsiteY151" fmla="*/ 2196342 h 2323145"/>
              <a:gd name="connsiteX152" fmla="*/ 4189203 w 11269336"/>
              <a:gd name="connsiteY152" fmla="*/ 2178994 h 2323145"/>
              <a:gd name="connsiteX153" fmla="*/ 4154035 w 11269336"/>
              <a:gd name="connsiteY153" fmla="*/ 2171950 h 2323145"/>
              <a:gd name="connsiteX154" fmla="*/ 4129569 w 11269336"/>
              <a:gd name="connsiteY154" fmla="*/ 2163850 h 2323145"/>
              <a:gd name="connsiteX155" fmla="*/ 4061250 w 11269336"/>
              <a:gd name="connsiteY155" fmla="*/ 2159236 h 2323145"/>
              <a:gd name="connsiteX156" fmla="*/ 3945480 w 11269336"/>
              <a:gd name="connsiteY156" fmla="*/ 2158279 h 2323145"/>
              <a:gd name="connsiteX157" fmla="*/ 3921468 w 11269336"/>
              <a:gd name="connsiteY157" fmla="*/ 2156588 h 2323145"/>
              <a:gd name="connsiteX158" fmla="*/ 3903348 w 11269336"/>
              <a:gd name="connsiteY158" fmla="*/ 2149220 h 2323145"/>
              <a:gd name="connsiteX159" fmla="*/ 3901342 w 11269336"/>
              <a:gd name="connsiteY159" fmla="*/ 2142355 h 2323145"/>
              <a:gd name="connsiteX160" fmla="*/ 3888539 w 11269336"/>
              <a:gd name="connsiteY160" fmla="*/ 2140476 h 2323145"/>
              <a:gd name="connsiteX161" fmla="*/ 3885662 w 11269336"/>
              <a:gd name="connsiteY161" fmla="*/ 2138740 h 2323145"/>
              <a:gd name="connsiteX162" fmla="*/ 3868627 w 11269336"/>
              <a:gd name="connsiteY162" fmla="*/ 2130023 h 2323145"/>
              <a:gd name="connsiteX163" fmla="*/ 3819177 w 11269336"/>
              <a:gd name="connsiteY163" fmla="*/ 2142111 h 2323145"/>
              <a:gd name="connsiteX164" fmla="*/ 3769100 w 11269336"/>
              <a:gd name="connsiteY164" fmla="*/ 2131731 h 2323145"/>
              <a:gd name="connsiteX165" fmla="*/ 3562752 w 11269336"/>
              <a:gd name="connsiteY165" fmla="*/ 2131785 h 2323145"/>
              <a:gd name="connsiteX166" fmla="*/ 3541402 w 11269336"/>
              <a:gd name="connsiteY166" fmla="*/ 2106821 h 2323145"/>
              <a:gd name="connsiteX167" fmla="*/ 3365341 w 11269336"/>
              <a:gd name="connsiteY167" fmla="*/ 2077638 h 2323145"/>
              <a:gd name="connsiteX168" fmla="*/ 3170922 w 11269336"/>
              <a:gd name="connsiteY168" fmla="*/ 2115957 h 2323145"/>
              <a:gd name="connsiteX169" fmla="*/ 3156256 w 11269336"/>
              <a:gd name="connsiteY169" fmla="*/ 2124773 h 2323145"/>
              <a:gd name="connsiteX170" fmla="*/ 3140298 w 11269336"/>
              <a:gd name="connsiteY170" fmla="*/ 2129182 h 2323145"/>
              <a:gd name="connsiteX171" fmla="*/ 3138514 w 11269336"/>
              <a:gd name="connsiteY171" fmla="*/ 2128069 h 2323145"/>
              <a:gd name="connsiteX172" fmla="*/ 3120467 w 11269336"/>
              <a:gd name="connsiteY172" fmla="*/ 2128281 h 2323145"/>
              <a:gd name="connsiteX173" fmla="*/ 3116175 w 11269336"/>
              <a:gd name="connsiteY173" fmla="*/ 2131633 h 2323145"/>
              <a:gd name="connsiteX174" fmla="*/ 3103685 w 11269336"/>
              <a:gd name="connsiteY174" fmla="*/ 2132814 h 2323145"/>
              <a:gd name="connsiteX175" fmla="*/ 3078794 w 11269336"/>
              <a:gd name="connsiteY175" fmla="*/ 2137935 h 2323145"/>
              <a:gd name="connsiteX176" fmla="*/ 3074407 w 11269336"/>
              <a:gd name="connsiteY176" fmla="*/ 2136274 h 2323145"/>
              <a:gd name="connsiteX177" fmla="*/ 3037285 w 11269336"/>
              <a:gd name="connsiteY177" fmla="*/ 2139919 h 2323145"/>
              <a:gd name="connsiteX178" fmla="*/ 3036901 w 11269336"/>
              <a:gd name="connsiteY178" fmla="*/ 2138726 h 2323145"/>
              <a:gd name="connsiteX179" fmla="*/ 3026996 w 11269336"/>
              <a:gd name="connsiteY179" fmla="*/ 2134322 h 2323145"/>
              <a:gd name="connsiteX180" fmla="*/ 3007772 w 11269336"/>
              <a:gd name="connsiteY180" fmla="*/ 2128742 h 2323145"/>
              <a:gd name="connsiteX181" fmla="*/ 2965030 w 11269336"/>
              <a:gd name="connsiteY181" fmla="*/ 2100494 h 2323145"/>
              <a:gd name="connsiteX182" fmla="*/ 2926342 w 11269336"/>
              <a:gd name="connsiteY182" fmla="*/ 2104155 h 2323145"/>
              <a:gd name="connsiteX183" fmla="*/ 2918608 w 11269336"/>
              <a:gd name="connsiteY183" fmla="*/ 2104215 h 2323145"/>
              <a:gd name="connsiteX184" fmla="*/ 2918475 w 11269336"/>
              <a:gd name="connsiteY184" fmla="*/ 2103937 h 2323145"/>
              <a:gd name="connsiteX185" fmla="*/ 2910360 w 11269336"/>
              <a:gd name="connsiteY185" fmla="*/ 2103444 h 2323145"/>
              <a:gd name="connsiteX186" fmla="*/ 2904507 w 11269336"/>
              <a:gd name="connsiteY186" fmla="*/ 2104326 h 2323145"/>
              <a:gd name="connsiteX187" fmla="*/ 2889503 w 11269336"/>
              <a:gd name="connsiteY187" fmla="*/ 2104443 h 2323145"/>
              <a:gd name="connsiteX188" fmla="*/ 2884480 w 11269336"/>
              <a:gd name="connsiteY188" fmla="*/ 2102626 h 2323145"/>
              <a:gd name="connsiteX189" fmla="*/ 2882689 w 11269336"/>
              <a:gd name="connsiteY189" fmla="*/ 2099228 h 2323145"/>
              <a:gd name="connsiteX190" fmla="*/ 2881291 w 11269336"/>
              <a:gd name="connsiteY190" fmla="*/ 2099618 h 2323145"/>
              <a:gd name="connsiteX191" fmla="*/ 2853979 w 11269336"/>
              <a:gd name="connsiteY191" fmla="*/ 2090388 h 2323145"/>
              <a:gd name="connsiteX192" fmla="*/ 2791790 w 11269336"/>
              <a:gd name="connsiteY192" fmla="*/ 2080332 h 2323145"/>
              <a:gd name="connsiteX193" fmla="*/ 2755844 w 11269336"/>
              <a:gd name="connsiteY193" fmla="*/ 2078874 h 2323145"/>
              <a:gd name="connsiteX194" fmla="*/ 2657742 w 11269336"/>
              <a:gd name="connsiteY194" fmla="*/ 2070179 h 2323145"/>
              <a:gd name="connsiteX195" fmla="*/ 2559549 w 11269336"/>
              <a:gd name="connsiteY195" fmla="*/ 2057873 h 2323145"/>
              <a:gd name="connsiteX196" fmla="*/ 2512054 w 11269336"/>
              <a:gd name="connsiteY196" fmla="*/ 2031671 h 2323145"/>
              <a:gd name="connsiteX197" fmla="*/ 2506437 w 11269336"/>
              <a:gd name="connsiteY197" fmla="*/ 2030918 h 2323145"/>
              <a:gd name="connsiteX198" fmla="*/ 2491752 w 11269336"/>
              <a:gd name="connsiteY198" fmla="*/ 2033906 h 2323145"/>
              <a:gd name="connsiteX199" fmla="*/ 2486338 w 11269336"/>
              <a:gd name="connsiteY199" fmla="*/ 2035862 h 2323145"/>
              <a:gd name="connsiteX200" fmla="*/ 2478186 w 11269336"/>
              <a:gd name="connsiteY200" fmla="*/ 2036953 h 2323145"/>
              <a:gd name="connsiteX201" fmla="*/ 2477950 w 11269336"/>
              <a:gd name="connsiteY201" fmla="*/ 2036715 h 2323145"/>
              <a:gd name="connsiteX202" fmla="*/ 2470381 w 11269336"/>
              <a:gd name="connsiteY202" fmla="*/ 2038256 h 2323145"/>
              <a:gd name="connsiteX203" fmla="*/ 2433781 w 11269336"/>
              <a:gd name="connsiteY203" fmla="*/ 2049140 h 2323145"/>
              <a:gd name="connsiteX204" fmla="*/ 2381172 w 11269336"/>
              <a:gd name="connsiteY204" fmla="*/ 2030645 h 2323145"/>
              <a:gd name="connsiteX205" fmla="*/ 2360198 w 11269336"/>
              <a:gd name="connsiteY205" fmla="*/ 2029059 h 2323145"/>
              <a:gd name="connsiteX206" fmla="*/ 2348815 w 11269336"/>
              <a:gd name="connsiteY206" fmla="*/ 2026798 h 2323145"/>
              <a:gd name="connsiteX207" fmla="*/ 2347988 w 11269336"/>
              <a:gd name="connsiteY207" fmla="*/ 2025745 h 2323145"/>
              <a:gd name="connsiteX208" fmla="*/ 2312920 w 11269336"/>
              <a:gd name="connsiteY208" fmla="*/ 2036311 h 2323145"/>
              <a:gd name="connsiteX209" fmla="*/ 2307986 w 11269336"/>
              <a:gd name="connsiteY209" fmla="*/ 2035583 h 2323145"/>
              <a:gd name="connsiteX210" fmla="*/ 2285481 w 11269336"/>
              <a:gd name="connsiteY210" fmla="*/ 2045197 h 2323145"/>
              <a:gd name="connsiteX211" fmla="*/ 2273666 w 11269336"/>
              <a:gd name="connsiteY211" fmla="*/ 2048710 h 2323145"/>
              <a:gd name="connsiteX212" fmla="*/ 2270719 w 11269336"/>
              <a:gd name="connsiteY212" fmla="*/ 2052702 h 2323145"/>
              <a:gd name="connsiteX213" fmla="*/ 2253080 w 11269336"/>
              <a:gd name="connsiteY213" fmla="*/ 2056363 h 2323145"/>
              <a:gd name="connsiteX214" fmla="*/ 2250906 w 11269336"/>
              <a:gd name="connsiteY214" fmla="*/ 2055654 h 2323145"/>
              <a:gd name="connsiteX215" fmla="*/ 2236905 w 11269336"/>
              <a:gd name="connsiteY215" fmla="*/ 2062882 h 2323145"/>
              <a:gd name="connsiteX216" fmla="*/ 2225830 w 11269336"/>
              <a:gd name="connsiteY216" fmla="*/ 2074027 h 2323145"/>
              <a:gd name="connsiteX217" fmla="*/ 2073776 w 11269336"/>
              <a:gd name="connsiteY217" fmla="*/ 2089244 h 2323145"/>
              <a:gd name="connsiteX218" fmla="*/ 1948256 w 11269336"/>
              <a:gd name="connsiteY218" fmla="*/ 2146616 h 2323145"/>
              <a:gd name="connsiteX219" fmla="*/ 1865582 w 11269336"/>
              <a:gd name="connsiteY219" fmla="*/ 2153738 h 2323145"/>
              <a:gd name="connsiteX220" fmla="*/ 1835210 w 11269336"/>
              <a:gd name="connsiteY220" fmla="*/ 2134244 h 2323145"/>
              <a:gd name="connsiteX221" fmla="*/ 1632661 w 11269336"/>
              <a:gd name="connsiteY221" fmla="*/ 2173882 h 2323145"/>
              <a:gd name="connsiteX222" fmla="*/ 1579590 w 11269336"/>
              <a:gd name="connsiteY222" fmla="*/ 2173680 h 2323145"/>
              <a:gd name="connsiteX223" fmla="*/ 1535601 w 11269336"/>
              <a:gd name="connsiteY223" fmla="*/ 2194590 h 2323145"/>
              <a:gd name="connsiteX224" fmla="*/ 1515594 w 11269336"/>
              <a:gd name="connsiteY224" fmla="*/ 2189622 h 2323145"/>
              <a:gd name="connsiteX225" fmla="*/ 1512113 w 11269336"/>
              <a:gd name="connsiteY225" fmla="*/ 2188534 h 2323145"/>
              <a:gd name="connsiteX226" fmla="*/ 1498838 w 11269336"/>
              <a:gd name="connsiteY226" fmla="*/ 2189213 h 2323145"/>
              <a:gd name="connsiteX227" fmla="*/ 1494279 w 11269336"/>
              <a:gd name="connsiteY227" fmla="*/ 2183112 h 2323145"/>
              <a:gd name="connsiteX228" fmla="*/ 1473714 w 11269336"/>
              <a:gd name="connsiteY228" fmla="*/ 2179625 h 2323145"/>
              <a:gd name="connsiteX229" fmla="*/ 1449503 w 11269336"/>
              <a:gd name="connsiteY229" fmla="*/ 2182633 h 2323145"/>
              <a:gd name="connsiteX230" fmla="*/ 1266687 w 11269336"/>
              <a:gd name="connsiteY230" fmla="*/ 2212688 h 2323145"/>
              <a:gd name="connsiteX231" fmla="*/ 1239614 w 11269336"/>
              <a:gd name="connsiteY231" fmla="*/ 2209727 h 2323145"/>
              <a:gd name="connsiteX232" fmla="*/ 1202436 w 11269336"/>
              <a:gd name="connsiteY232" fmla="*/ 2209817 h 2323145"/>
              <a:gd name="connsiteX233" fmla="*/ 1136097 w 11269336"/>
              <a:gd name="connsiteY233" fmla="*/ 2205112 h 2323145"/>
              <a:gd name="connsiteX234" fmla="*/ 988232 w 11269336"/>
              <a:gd name="connsiteY234" fmla="*/ 2235635 h 2323145"/>
              <a:gd name="connsiteX235" fmla="*/ 981959 w 11269336"/>
              <a:gd name="connsiteY235" fmla="*/ 2231607 h 2323145"/>
              <a:gd name="connsiteX236" fmla="*/ 938600 w 11269336"/>
              <a:gd name="connsiteY236" fmla="*/ 2238113 h 2323145"/>
              <a:gd name="connsiteX237" fmla="*/ 791788 w 11269336"/>
              <a:gd name="connsiteY237" fmla="*/ 2293224 h 2323145"/>
              <a:gd name="connsiteX238" fmla="*/ 706914 w 11269336"/>
              <a:gd name="connsiteY238" fmla="*/ 2305046 h 2323145"/>
              <a:gd name="connsiteX239" fmla="*/ 675971 w 11269336"/>
              <a:gd name="connsiteY239" fmla="*/ 2304030 h 2323145"/>
              <a:gd name="connsiteX240" fmla="*/ 624180 w 11269336"/>
              <a:gd name="connsiteY240" fmla="*/ 2302650 h 2323145"/>
              <a:gd name="connsiteX241" fmla="*/ 583453 w 11269336"/>
              <a:gd name="connsiteY241" fmla="*/ 2288788 h 2323145"/>
              <a:gd name="connsiteX242" fmla="*/ 540946 w 11269336"/>
              <a:gd name="connsiteY242" fmla="*/ 2292721 h 2323145"/>
              <a:gd name="connsiteX243" fmla="*/ 533680 w 11269336"/>
              <a:gd name="connsiteY243" fmla="*/ 2310233 h 2323145"/>
              <a:gd name="connsiteX244" fmla="*/ 487366 w 11269336"/>
              <a:gd name="connsiteY244" fmla="*/ 2309053 h 2323145"/>
              <a:gd name="connsiteX245" fmla="*/ 416820 w 11269336"/>
              <a:gd name="connsiteY245" fmla="*/ 2305443 h 2323145"/>
              <a:gd name="connsiteX246" fmla="*/ 376805 w 11269336"/>
              <a:gd name="connsiteY246" fmla="*/ 2307647 h 2323145"/>
              <a:gd name="connsiteX247" fmla="*/ 266777 w 11269336"/>
              <a:gd name="connsiteY247" fmla="*/ 2309012 h 2323145"/>
              <a:gd name="connsiteX248" fmla="*/ 156013 w 11269336"/>
              <a:gd name="connsiteY248" fmla="*/ 2306832 h 2323145"/>
              <a:gd name="connsiteX249" fmla="*/ 87258 w 11269336"/>
              <a:gd name="connsiteY249" fmla="*/ 2285511 h 2323145"/>
              <a:gd name="connsiteX250" fmla="*/ 23798 w 11269336"/>
              <a:gd name="connsiteY250" fmla="*/ 2281822 h 2323145"/>
              <a:gd name="connsiteX251" fmla="*/ 0 w 11269336"/>
              <a:gd name="connsiteY251" fmla="*/ 2285369 h 2323145"/>
              <a:gd name="connsiteX252" fmla="*/ 0 w 11269336"/>
              <a:gd name="connsiteY252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656836 w 11269336"/>
              <a:gd name="connsiteY18" fmla="*/ 469967 h 2323145"/>
              <a:gd name="connsiteX19" fmla="*/ 9561575 w 11269336"/>
              <a:gd name="connsiteY19" fmla="*/ 559978 h 2323145"/>
              <a:gd name="connsiteX20" fmla="*/ 9162278 w 11269336"/>
              <a:gd name="connsiteY20" fmla="*/ 704724 h 2323145"/>
              <a:gd name="connsiteX21" fmla="*/ 9062863 w 11269336"/>
              <a:gd name="connsiteY21" fmla="*/ 754656 h 2323145"/>
              <a:gd name="connsiteX22" fmla="*/ 8914746 w 11269336"/>
              <a:gd name="connsiteY22" fmla="*/ 826428 h 2323145"/>
              <a:gd name="connsiteX23" fmla="*/ 8917778 w 11269336"/>
              <a:gd name="connsiteY23" fmla="*/ 835198 h 2323145"/>
              <a:gd name="connsiteX24" fmla="*/ 8905560 w 11269336"/>
              <a:gd name="connsiteY24" fmla="*/ 838358 h 2323145"/>
              <a:gd name="connsiteX25" fmla="*/ 8897564 w 11269336"/>
              <a:gd name="connsiteY25" fmla="*/ 834287 h 2323145"/>
              <a:gd name="connsiteX26" fmla="*/ 8878040 w 11269336"/>
              <a:gd name="connsiteY26" fmla="*/ 844150 h 2323145"/>
              <a:gd name="connsiteX27" fmla="*/ 8795998 w 11269336"/>
              <a:gd name="connsiteY27" fmla="*/ 863337 h 2323145"/>
              <a:gd name="connsiteX28" fmla="*/ 8776970 w 11269336"/>
              <a:gd name="connsiteY28" fmla="*/ 885177 h 2323145"/>
              <a:gd name="connsiteX29" fmla="*/ 8755719 w 11269336"/>
              <a:gd name="connsiteY29" fmla="*/ 889754 h 2323145"/>
              <a:gd name="connsiteX30" fmla="*/ 8743257 w 11269336"/>
              <a:gd name="connsiteY30" fmla="*/ 904723 h 2323145"/>
              <a:gd name="connsiteX31" fmla="*/ 8721366 w 11269336"/>
              <a:gd name="connsiteY31" fmla="*/ 904711 h 2323145"/>
              <a:gd name="connsiteX32" fmla="*/ 8678353 w 11269336"/>
              <a:gd name="connsiteY32" fmla="*/ 926318 h 2323145"/>
              <a:gd name="connsiteX33" fmla="*/ 8636849 w 11269336"/>
              <a:gd name="connsiteY33" fmla="*/ 937900 h 2323145"/>
              <a:gd name="connsiteX34" fmla="*/ 8620213 w 11269336"/>
              <a:gd name="connsiteY34" fmla="*/ 943068 h 2323145"/>
              <a:gd name="connsiteX35" fmla="*/ 8612581 w 11269336"/>
              <a:gd name="connsiteY35" fmla="*/ 952695 h 2323145"/>
              <a:gd name="connsiteX36" fmla="*/ 8589038 w 11269336"/>
              <a:gd name="connsiteY36" fmla="*/ 963892 h 2323145"/>
              <a:gd name="connsiteX37" fmla="*/ 8579950 w 11269336"/>
              <a:gd name="connsiteY37" fmla="*/ 960899 h 2323145"/>
              <a:gd name="connsiteX38" fmla="*/ 8579319 w 11269336"/>
              <a:gd name="connsiteY38" fmla="*/ 965630 h 2323145"/>
              <a:gd name="connsiteX39" fmla="*/ 8547429 w 11269336"/>
              <a:gd name="connsiteY39" fmla="*/ 984506 h 2323145"/>
              <a:gd name="connsiteX40" fmla="*/ 8478704 w 11269336"/>
              <a:gd name="connsiteY40" fmla="*/ 1025490 h 2323145"/>
              <a:gd name="connsiteX41" fmla="*/ 8461421 w 11269336"/>
              <a:gd name="connsiteY41" fmla="*/ 1035512 h 2323145"/>
              <a:gd name="connsiteX42" fmla="*/ 8445003 w 11269336"/>
              <a:gd name="connsiteY42" fmla="*/ 1036851 h 2323145"/>
              <a:gd name="connsiteX43" fmla="*/ 8357350 w 11269336"/>
              <a:gd name="connsiteY43" fmla="*/ 1060213 h 2323145"/>
              <a:gd name="connsiteX44" fmla="*/ 8335565 w 11269336"/>
              <a:gd name="connsiteY44" fmla="*/ 1061151 h 2323145"/>
              <a:gd name="connsiteX45" fmla="*/ 8325267 w 11269336"/>
              <a:gd name="connsiteY45" fmla="*/ 1055919 h 2323145"/>
              <a:gd name="connsiteX46" fmla="*/ 8293586 w 11269336"/>
              <a:gd name="connsiteY46" fmla="*/ 1076144 h 2323145"/>
              <a:gd name="connsiteX47" fmla="*/ 8242405 w 11269336"/>
              <a:gd name="connsiteY47" fmla="*/ 1095960 h 2323145"/>
              <a:gd name="connsiteX48" fmla="*/ 8197391 w 11269336"/>
              <a:gd name="connsiteY48" fmla="*/ 1107746 h 2323145"/>
              <a:gd name="connsiteX49" fmla="*/ 8081474 w 11269336"/>
              <a:gd name="connsiteY49" fmla="*/ 1130125 h 2323145"/>
              <a:gd name="connsiteX50" fmla="*/ 8053585 w 11269336"/>
              <a:gd name="connsiteY50" fmla="*/ 1129169 h 2323145"/>
              <a:gd name="connsiteX51" fmla="*/ 8038422 w 11269336"/>
              <a:gd name="connsiteY51" fmla="*/ 1119092 h 2323145"/>
              <a:gd name="connsiteX52" fmla="*/ 8029450 w 11269336"/>
              <a:gd name="connsiteY52" fmla="*/ 1125592 h 2323145"/>
              <a:gd name="connsiteX53" fmla="*/ 7959552 w 11269336"/>
              <a:gd name="connsiteY53" fmla="*/ 1140188 h 2323145"/>
              <a:gd name="connsiteX54" fmla="*/ 7914188 w 11269336"/>
              <a:gd name="connsiteY54" fmla="*/ 1150862 h 2323145"/>
              <a:gd name="connsiteX55" fmla="*/ 7914918 w 11269336"/>
              <a:gd name="connsiteY55" fmla="*/ 1168758 h 2323145"/>
              <a:gd name="connsiteX56" fmla="*/ 7875510 w 11269336"/>
              <a:gd name="connsiteY56" fmla="*/ 1183153 h 2323145"/>
              <a:gd name="connsiteX57" fmla="*/ 7829932 w 11269336"/>
              <a:gd name="connsiteY57" fmla="*/ 1180782 h 2323145"/>
              <a:gd name="connsiteX58" fmla="*/ 7779182 w 11269336"/>
              <a:gd name="connsiteY58" fmla="*/ 1192665 h 2323145"/>
              <a:gd name="connsiteX59" fmla="*/ 7748774 w 11269336"/>
              <a:gd name="connsiteY59" fmla="*/ 1199586 h 2323145"/>
              <a:gd name="connsiteX60" fmla="*/ 7671846 w 11269336"/>
              <a:gd name="connsiteY60" fmla="*/ 1231966 h 2323145"/>
              <a:gd name="connsiteX61" fmla="*/ 7554146 w 11269336"/>
              <a:gd name="connsiteY61" fmla="*/ 1319748 h 2323145"/>
              <a:gd name="connsiteX62" fmla="*/ 7515052 w 11269336"/>
              <a:gd name="connsiteY62" fmla="*/ 1336718 h 2323145"/>
              <a:gd name="connsiteX63" fmla="*/ 7507193 w 11269336"/>
              <a:gd name="connsiteY63" fmla="*/ 1334617 h 2323145"/>
              <a:gd name="connsiteX64" fmla="*/ 7461694 w 11269336"/>
              <a:gd name="connsiteY64" fmla="*/ 1375866 h 2323145"/>
              <a:gd name="connsiteX65" fmla="*/ 7377571 w 11269336"/>
              <a:gd name="connsiteY65" fmla="*/ 1400128 h 2323145"/>
              <a:gd name="connsiteX66" fmla="*/ 7311261 w 11269336"/>
              <a:gd name="connsiteY66" fmla="*/ 1412652 h 2323145"/>
              <a:gd name="connsiteX67" fmla="*/ 7275307 w 11269336"/>
              <a:gd name="connsiteY67" fmla="*/ 1422171 h 2323145"/>
              <a:gd name="connsiteX68" fmla="*/ 7247783 w 11269336"/>
              <a:gd name="connsiteY68" fmla="*/ 1426330 h 2323145"/>
              <a:gd name="connsiteX69" fmla="*/ 7185047 w 11269336"/>
              <a:gd name="connsiteY69" fmla="*/ 1451812 h 2323145"/>
              <a:gd name="connsiteX70" fmla="*/ 7084117 w 11269336"/>
              <a:gd name="connsiteY70" fmla="*/ 1500281 h 2323145"/>
              <a:gd name="connsiteX71" fmla="*/ 7062011 w 11269336"/>
              <a:gd name="connsiteY71" fmla="*/ 1509183 h 2323145"/>
              <a:gd name="connsiteX72" fmla="*/ 7040555 w 11269336"/>
              <a:gd name="connsiteY72" fmla="*/ 1511207 h 2323145"/>
              <a:gd name="connsiteX73" fmla="*/ 7033438 w 11269336"/>
              <a:gd name="connsiteY73" fmla="*/ 1506772 h 2323145"/>
              <a:gd name="connsiteX74" fmla="*/ 7020886 w 11269336"/>
              <a:gd name="connsiteY74" fmla="*/ 1510764 h 2323145"/>
              <a:gd name="connsiteX75" fmla="*/ 7017033 w 11269336"/>
              <a:gd name="connsiteY75" fmla="*/ 1510650 h 2323145"/>
              <a:gd name="connsiteX76" fmla="*/ 6995460 w 11269336"/>
              <a:gd name="connsiteY76" fmla="*/ 1511173 h 2323145"/>
              <a:gd name="connsiteX77" fmla="*/ 6962144 w 11269336"/>
              <a:gd name="connsiteY77" fmla="*/ 1541508 h 2323145"/>
              <a:gd name="connsiteX78" fmla="*/ 6910674 w 11269336"/>
              <a:gd name="connsiteY78" fmla="*/ 1554793 h 2323145"/>
              <a:gd name="connsiteX79" fmla="*/ 6732152 w 11269336"/>
              <a:gd name="connsiteY79" fmla="*/ 1642538 h 2323145"/>
              <a:gd name="connsiteX80" fmla="*/ 6694106 w 11269336"/>
              <a:gd name="connsiteY80" fmla="*/ 1632377 h 2323145"/>
              <a:gd name="connsiteX81" fmla="*/ 6617223 w 11269336"/>
              <a:gd name="connsiteY81" fmla="*/ 1659889 h 2323145"/>
              <a:gd name="connsiteX82" fmla="*/ 6521138 w 11269336"/>
              <a:gd name="connsiteY82" fmla="*/ 1744340 h 2323145"/>
              <a:gd name="connsiteX83" fmla="*/ 6380677 w 11269336"/>
              <a:gd name="connsiteY83" fmla="*/ 1796883 h 2323145"/>
              <a:gd name="connsiteX84" fmla="*/ 6374897 w 11269336"/>
              <a:gd name="connsiteY84" fmla="*/ 1809910 h 2323145"/>
              <a:gd name="connsiteX85" fmla="*/ 6364545 w 11269336"/>
              <a:gd name="connsiteY85" fmla="*/ 1820090 h 2323145"/>
              <a:gd name="connsiteX86" fmla="*/ 6362126 w 11269336"/>
              <a:gd name="connsiteY86" fmla="*/ 1819991 h 2323145"/>
              <a:gd name="connsiteX87" fmla="*/ 6346673 w 11269336"/>
              <a:gd name="connsiteY87" fmla="*/ 1827824 h 2323145"/>
              <a:gd name="connsiteX88" fmla="*/ 6345588 w 11269336"/>
              <a:gd name="connsiteY88" fmla="*/ 1832232 h 2323145"/>
              <a:gd name="connsiteX89" fmla="*/ 6335708 w 11269336"/>
              <a:gd name="connsiteY89" fmla="*/ 1838451 h 2323145"/>
              <a:gd name="connsiteX90" fmla="*/ 6318182 w 11269336"/>
              <a:gd name="connsiteY90" fmla="*/ 1852975 h 2323145"/>
              <a:gd name="connsiteX91" fmla="*/ 6313084 w 11269336"/>
              <a:gd name="connsiteY91" fmla="*/ 1853561 h 2323145"/>
              <a:gd name="connsiteX92" fmla="*/ 6283816 w 11269336"/>
              <a:gd name="connsiteY92" fmla="*/ 1872148 h 2323145"/>
              <a:gd name="connsiteX93" fmla="*/ 6282550 w 11269336"/>
              <a:gd name="connsiteY93" fmla="*/ 1871392 h 2323145"/>
              <a:gd name="connsiteX94" fmla="*/ 6270527 w 11269336"/>
              <a:gd name="connsiteY94" fmla="*/ 1872208 h 2323145"/>
              <a:gd name="connsiteX95" fmla="*/ 6249518 w 11269336"/>
              <a:gd name="connsiteY95" fmla="*/ 1876079 h 2323145"/>
              <a:gd name="connsiteX96" fmla="*/ 6190386 w 11269336"/>
              <a:gd name="connsiteY96" fmla="*/ 1872478 h 2323145"/>
              <a:gd name="connsiteX97" fmla="*/ 6159777 w 11269336"/>
              <a:gd name="connsiteY97" fmla="*/ 1891745 h 2323145"/>
              <a:gd name="connsiteX98" fmla="*/ 6153131 w 11269336"/>
              <a:gd name="connsiteY98" fmla="*/ 1895079 h 2323145"/>
              <a:gd name="connsiteX99" fmla="*/ 6152798 w 11269336"/>
              <a:gd name="connsiteY99" fmla="*/ 1894920 h 2323145"/>
              <a:gd name="connsiteX100" fmla="*/ 6145388 w 11269336"/>
              <a:gd name="connsiteY100" fmla="*/ 1897990 h 2323145"/>
              <a:gd name="connsiteX101" fmla="*/ 6141014 w 11269336"/>
              <a:gd name="connsiteY101" fmla="*/ 1901155 h 2323145"/>
              <a:gd name="connsiteX102" fmla="*/ 6128122 w 11269336"/>
              <a:gd name="connsiteY102" fmla="*/ 1907623 h 2323145"/>
              <a:gd name="connsiteX103" fmla="*/ 6122351 w 11269336"/>
              <a:gd name="connsiteY103" fmla="*/ 1908359 h 2323145"/>
              <a:gd name="connsiteX104" fmla="*/ 6064750 w 11269336"/>
              <a:gd name="connsiteY104" fmla="*/ 1896394 h 2323145"/>
              <a:gd name="connsiteX105" fmla="*/ 5964230 w 11269336"/>
              <a:gd name="connsiteY105" fmla="*/ 1910038 h 2323145"/>
              <a:gd name="connsiteX106" fmla="*/ 5865399 w 11269336"/>
              <a:gd name="connsiteY106" fmla="*/ 1926966 h 2323145"/>
              <a:gd name="connsiteX107" fmla="*/ 5829951 w 11269336"/>
              <a:gd name="connsiteY107" fmla="*/ 1934755 h 2323145"/>
              <a:gd name="connsiteX108" fmla="*/ 5765285 w 11269336"/>
              <a:gd name="connsiteY108" fmla="*/ 1941322 h 2323145"/>
              <a:gd name="connsiteX109" fmla="*/ 5734750 w 11269336"/>
              <a:gd name="connsiteY109" fmla="*/ 1939793 h 2323145"/>
              <a:gd name="connsiteX110" fmla="*/ 5733569 w 11269336"/>
              <a:gd name="connsiteY110" fmla="*/ 1940505 h 2323145"/>
              <a:gd name="connsiteX111" fmla="*/ 5730329 w 11269336"/>
              <a:gd name="connsiteY111" fmla="*/ 1937845 h 2323145"/>
              <a:gd name="connsiteX112" fmla="*/ 5724661 w 11269336"/>
              <a:gd name="connsiteY112" fmla="*/ 1937455 h 2323145"/>
              <a:gd name="connsiteX113" fmla="*/ 5710186 w 11269336"/>
              <a:gd name="connsiteY113" fmla="*/ 1941370 h 2323145"/>
              <a:gd name="connsiteX114" fmla="*/ 5704910 w 11269336"/>
              <a:gd name="connsiteY114" fmla="*/ 1943663 h 2323145"/>
              <a:gd name="connsiteX115" fmla="*/ 5696836 w 11269336"/>
              <a:gd name="connsiteY115" fmla="*/ 1945271 h 2323145"/>
              <a:gd name="connsiteX116" fmla="*/ 5696583 w 11269336"/>
              <a:gd name="connsiteY116" fmla="*/ 1945050 h 2323145"/>
              <a:gd name="connsiteX117" fmla="*/ 5689123 w 11269336"/>
              <a:gd name="connsiteY117" fmla="*/ 1947067 h 2323145"/>
              <a:gd name="connsiteX118" fmla="*/ 5653291 w 11269336"/>
              <a:gd name="connsiteY118" fmla="*/ 1960245 h 2323145"/>
              <a:gd name="connsiteX119" fmla="*/ 5599385 w 11269336"/>
              <a:gd name="connsiteY119" fmla="*/ 1945198 h 2323145"/>
              <a:gd name="connsiteX120" fmla="*/ 5578300 w 11269336"/>
              <a:gd name="connsiteY120" fmla="*/ 1944963 h 2323145"/>
              <a:gd name="connsiteX121" fmla="*/ 5566758 w 11269336"/>
              <a:gd name="connsiteY121" fmla="*/ 1943441 h 2323145"/>
              <a:gd name="connsiteX122" fmla="*/ 5565857 w 11269336"/>
              <a:gd name="connsiteY122" fmla="*/ 1942445 h 2323145"/>
              <a:gd name="connsiteX123" fmla="*/ 5531534 w 11269336"/>
              <a:gd name="connsiteY123" fmla="*/ 1955208 h 2323145"/>
              <a:gd name="connsiteX124" fmla="*/ 5526552 w 11269336"/>
              <a:gd name="connsiteY124" fmla="*/ 1954799 h 2323145"/>
              <a:gd name="connsiteX125" fmla="*/ 5504723 w 11269336"/>
              <a:gd name="connsiteY125" fmla="*/ 1965811 h 2323145"/>
              <a:gd name="connsiteX126" fmla="*/ 5493156 w 11269336"/>
              <a:gd name="connsiteY126" fmla="*/ 1970063 h 2323145"/>
              <a:gd name="connsiteX127" fmla="*/ 5490486 w 11269336"/>
              <a:gd name="connsiteY127" fmla="*/ 1974227 h 2323145"/>
              <a:gd name="connsiteX128" fmla="*/ 5473107 w 11269336"/>
              <a:gd name="connsiteY128" fmla="*/ 1979001 h 2323145"/>
              <a:gd name="connsiteX129" fmla="*/ 5470885 w 11269336"/>
              <a:gd name="connsiteY129" fmla="*/ 1978432 h 2323145"/>
              <a:gd name="connsiteX130" fmla="*/ 5457393 w 11269336"/>
              <a:gd name="connsiteY130" fmla="*/ 1986525 h 2323145"/>
              <a:gd name="connsiteX131" fmla="*/ 5447102 w 11269336"/>
              <a:gd name="connsiteY131" fmla="*/ 1998329 h 2323145"/>
              <a:gd name="connsiteX132" fmla="*/ 5159151 w 11269336"/>
              <a:gd name="connsiteY132" fmla="*/ 2029640 h 2323145"/>
              <a:gd name="connsiteX133" fmla="*/ 5098838 w 11269336"/>
              <a:gd name="connsiteY133" fmla="*/ 2062961 h 2323145"/>
              <a:gd name="connsiteX134" fmla="*/ 4860988 w 11269336"/>
              <a:gd name="connsiteY134" fmla="*/ 2135698 h 2323145"/>
              <a:gd name="connsiteX135" fmla="*/ 4765388 w 11269336"/>
              <a:gd name="connsiteY135" fmla="*/ 2162525 h 2323145"/>
              <a:gd name="connsiteX136" fmla="*/ 4745033 w 11269336"/>
              <a:gd name="connsiteY136" fmla="*/ 2158859 h 2323145"/>
              <a:gd name="connsiteX137" fmla="*/ 4741475 w 11269336"/>
              <a:gd name="connsiteY137" fmla="*/ 2157998 h 2323145"/>
              <a:gd name="connsiteX138" fmla="*/ 4728247 w 11269336"/>
              <a:gd name="connsiteY138" fmla="*/ 2159526 h 2323145"/>
              <a:gd name="connsiteX139" fmla="*/ 4723263 w 11269336"/>
              <a:gd name="connsiteY139" fmla="*/ 2153742 h 2323145"/>
              <a:gd name="connsiteX140" fmla="*/ 4593061 w 11269336"/>
              <a:gd name="connsiteY140" fmla="*/ 2171597 h 2323145"/>
              <a:gd name="connsiteX141" fmla="*/ 4405765 w 11269336"/>
              <a:gd name="connsiteY141" fmla="*/ 2199902 h 2323145"/>
              <a:gd name="connsiteX142" fmla="*/ 4401354 w 11269336"/>
              <a:gd name="connsiteY142" fmla="*/ 2194745 h 2323145"/>
              <a:gd name="connsiteX143" fmla="*/ 4366646 w 11269336"/>
              <a:gd name="connsiteY143" fmla="*/ 2198564 h 2323145"/>
              <a:gd name="connsiteX144" fmla="*/ 4354009 w 11269336"/>
              <a:gd name="connsiteY144" fmla="*/ 2204984 h 2323145"/>
              <a:gd name="connsiteX145" fmla="*/ 4348284 w 11269336"/>
              <a:gd name="connsiteY145" fmla="*/ 2205270 h 2323145"/>
              <a:gd name="connsiteX146" fmla="*/ 4333906 w 11269336"/>
              <a:gd name="connsiteY146" fmla="*/ 2205251 h 2323145"/>
              <a:gd name="connsiteX147" fmla="*/ 4308819 w 11269336"/>
              <a:gd name="connsiteY147" fmla="*/ 2203822 h 2323145"/>
              <a:gd name="connsiteX148" fmla="*/ 4301210 w 11269336"/>
              <a:gd name="connsiteY148" fmla="*/ 2204456 h 2323145"/>
              <a:gd name="connsiteX149" fmla="*/ 4283095 w 11269336"/>
              <a:gd name="connsiteY149" fmla="*/ 2198177 h 2323145"/>
              <a:gd name="connsiteX150" fmla="*/ 4250119 w 11269336"/>
              <a:gd name="connsiteY150" fmla="*/ 2196342 h 2323145"/>
              <a:gd name="connsiteX151" fmla="*/ 4189203 w 11269336"/>
              <a:gd name="connsiteY151" fmla="*/ 2178994 h 2323145"/>
              <a:gd name="connsiteX152" fmla="*/ 4154035 w 11269336"/>
              <a:gd name="connsiteY152" fmla="*/ 2171950 h 2323145"/>
              <a:gd name="connsiteX153" fmla="*/ 4129569 w 11269336"/>
              <a:gd name="connsiteY153" fmla="*/ 2163850 h 2323145"/>
              <a:gd name="connsiteX154" fmla="*/ 4061250 w 11269336"/>
              <a:gd name="connsiteY154" fmla="*/ 2159236 h 2323145"/>
              <a:gd name="connsiteX155" fmla="*/ 3945480 w 11269336"/>
              <a:gd name="connsiteY155" fmla="*/ 2158279 h 2323145"/>
              <a:gd name="connsiteX156" fmla="*/ 3921468 w 11269336"/>
              <a:gd name="connsiteY156" fmla="*/ 2156588 h 2323145"/>
              <a:gd name="connsiteX157" fmla="*/ 3903348 w 11269336"/>
              <a:gd name="connsiteY157" fmla="*/ 2149220 h 2323145"/>
              <a:gd name="connsiteX158" fmla="*/ 3901342 w 11269336"/>
              <a:gd name="connsiteY158" fmla="*/ 2142355 h 2323145"/>
              <a:gd name="connsiteX159" fmla="*/ 3888539 w 11269336"/>
              <a:gd name="connsiteY159" fmla="*/ 2140476 h 2323145"/>
              <a:gd name="connsiteX160" fmla="*/ 3885662 w 11269336"/>
              <a:gd name="connsiteY160" fmla="*/ 2138740 h 2323145"/>
              <a:gd name="connsiteX161" fmla="*/ 3868627 w 11269336"/>
              <a:gd name="connsiteY161" fmla="*/ 2130023 h 2323145"/>
              <a:gd name="connsiteX162" fmla="*/ 3819177 w 11269336"/>
              <a:gd name="connsiteY162" fmla="*/ 2142111 h 2323145"/>
              <a:gd name="connsiteX163" fmla="*/ 3769100 w 11269336"/>
              <a:gd name="connsiteY163" fmla="*/ 2131731 h 2323145"/>
              <a:gd name="connsiteX164" fmla="*/ 3562752 w 11269336"/>
              <a:gd name="connsiteY164" fmla="*/ 2131785 h 2323145"/>
              <a:gd name="connsiteX165" fmla="*/ 3541402 w 11269336"/>
              <a:gd name="connsiteY165" fmla="*/ 2106821 h 2323145"/>
              <a:gd name="connsiteX166" fmla="*/ 3365341 w 11269336"/>
              <a:gd name="connsiteY166" fmla="*/ 2077638 h 2323145"/>
              <a:gd name="connsiteX167" fmla="*/ 3170922 w 11269336"/>
              <a:gd name="connsiteY167" fmla="*/ 2115957 h 2323145"/>
              <a:gd name="connsiteX168" fmla="*/ 3156256 w 11269336"/>
              <a:gd name="connsiteY168" fmla="*/ 2124773 h 2323145"/>
              <a:gd name="connsiteX169" fmla="*/ 3140298 w 11269336"/>
              <a:gd name="connsiteY169" fmla="*/ 2129182 h 2323145"/>
              <a:gd name="connsiteX170" fmla="*/ 3138514 w 11269336"/>
              <a:gd name="connsiteY170" fmla="*/ 2128069 h 2323145"/>
              <a:gd name="connsiteX171" fmla="*/ 3120467 w 11269336"/>
              <a:gd name="connsiteY171" fmla="*/ 2128281 h 2323145"/>
              <a:gd name="connsiteX172" fmla="*/ 3116175 w 11269336"/>
              <a:gd name="connsiteY172" fmla="*/ 2131633 h 2323145"/>
              <a:gd name="connsiteX173" fmla="*/ 3103685 w 11269336"/>
              <a:gd name="connsiteY173" fmla="*/ 2132814 h 2323145"/>
              <a:gd name="connsiteX174" fmla="*/ 3078794 w 11269336"/>
              <a:gd name="connsiteY174" fmla="*/ 2137935 h 2323145"/>
              <a:gd name="connsiteX175" fmla="*/ 3074407 w 11269336"/>
              <a:gd name="connsiteY175" fmla="*/ 2136274 h 2323145"/>
              <a:gd name="connsiteX176" fmla="*/ 3037285 w 11269336"/>
              <a:gd name="connsiteY176" fmla="*/ 2139919 h 2323145"/>
              <a:gd name="connsiteX177" fmla="*/ 3036901 w 11269336"/>
              <a:gd name="connsiteY177" fmla="*/ 2138726 h 2323145"/>
              <a:gd name="connsiteX178" fmla="*/ 3026996 w 11269336"/>
              <a:gd name="connsiteY178" fmla="*/ 2134322 h 2323145"/>
              <a:gd name="connsiteX179" fmla="*/ 3007772 w 11269336"/>
              <a:gd name="connsiteY179" fmla="*/ 2128742 h 2323145"/>
              <a:gd name="connsiteX180" fmla="*/ 2965030 w 11269336"/>
              <a:gd name="connsiteY180" fmla="*/ 2100494 h 2323145"/>
              <a:gd name="connsiteX181" fmla="*/ 2926342 w 11269336"/>
              <a:gd name="connsiteY181" fmla="*/ 2104155 h 2323145"/>
              <a:gd name="connsiteX182" fmla="*/ 2918608 w 11269336"/>
              <a:gd name="connsiteY182" fmla="*/ 2104215 h 2323145"/>
              <a:gd name="connsiteX183" fmla="*/ 2918475 w 11269336"/>
              <a:gd name="connsiteY183" fmla="*/ 2103937 h 2323145"/>
              <a:gd name="connsiteX184" fmla="*/ 2910360 w 11269336"/>
              <a:gd name="connsiteY184" fmla="*/ 2103444 h 2323145"/>
              <a:gd name="connsiteX185" fmla="*/ 2904507 w 11269336"/>
              <a:gd name="connsiteY185" fmla="*/ 2104326 h 2323145"/>
              <a:gd name="connsiteX186" fmla="*/ 2889503 w 11269336"/>
              <a:gd name="connsiteY186" fmla="*/ 2104443 h 2323145"/>
              <a:gd name="connsiteX187" fmla="*/ 2884480 w 11269336"/>
              <a:gd name="connsiteY187" fmla="*/ 2102626 h 2323145"/>
              <a:gd name="connsiteX188" fmla="*/ 2882689 w 11269336"/>
              <a:gd name="connsiteY188" fmla="*/ 2099228 h 2323145"/>
              <a:gd name="connsiteX189" fmla="*/ 2881291 w 11269336"/>
              <a:gd name="connsiteY189" fmla="*/ 2099618 h 2323145"/>
              <a:gd name="connsiteX190" fmla="*/ 2853979 w 11269336"/>
              <a:gd name="connsiteY190" fmla="*/ 2090388 h 2323145"/>
              <a:gd name="connsiteX191" fmla="*/ 2791790 w 11269336"/>
              <a:gd name="connsiteY191" fmla="*/ 2080332 h 2323145"/>
              <a:gd name="connsiteX192" fmla="*/ 2755844 w 11269336"/>
              <a:gd name="connsiteY192" fmla="*/ 2078874 h 2323145"/>
              <a:gd name="connsiteX193" fmla="*/ 2657742 w 11269336"/>
              <a:gd name="connsiteY193" fmla="*/ 2070179 h 2323145"/>
              <a:gd name="connsiteX194" fmla="*/ 2559549 w 11269336"/>
              <a:gd name="connsiteY194" fmla="*/ 2057873 h 2323145"/>
              <a:gd name="connsiteX195" fmla="*/ 2512054 w 11269336"/>
              <a:gd name="connsiteY195" fmla="*/ 2031671 h 2323145"/>
              <a:gd name="connsiteX196" fmla="*/ 2506437 w 11269336"/>
              <a:gd name="connsiteY196" fmla="*/ 2030918 h 2323145"/>
              <a:gd name="connsiteX197" fmla="*/ 2491752 w 11269336"/>
              <a:gd name="connsiteY197" fmla="*/ 2033906 h 2323145"/>
              <a:gd name="connsiteX198" fmla="*/ 2486338 w 11269336"/>
              <a:gd name="connsiteY198" fmla="*/ 2035862 h 2323145"/>
              <a:gd name="connsiteX199" fmla="*/ 2478186 w 11269336"/>
              <a:gd name="connsiteY199" fmla="*/ 2036953 h 2323145"/>
              <a:gd name="connsiteX200" fmla="*/ 2477950 w 11269336"/>
              <a:gd name="connsiteY200" fmla="*/ 2036715 h 2323145"/>
              <a:gd name="connsiteX201" fmla="*/ 2470381 w 11269336"/>
              <a:gd name="connsiteY201" fmla="*/ 2038256 h 2323145"/>
              <a:gd name="connsiteX202" fmla="*/ 2433781 w 11269336"/>
              <a:gd name="connsiteY202" fmla="*/ 2049140 h 2323145"/>
              <a:gd name="connsiteX203" fmla="*/ 2381172 w 11269336"/>
              <a:gd name="connsiteY203" fmla="*/ 2030645 h 2323145"/>
              <a:gd name="connsiteX204" fmla="*/ 2360198 w 11269336"/>
              <a:gd name="connsiteY204" fmla="*/ 2029059 h 2323145"/>
              <a:gd name="connsiteX205" fmla="*/ 2348815 w 11269336"/>
              <a:gd name="connsiteY205" fmla="*/ 2026798 h 2323145"/>
              <a:gd name="connsiteX206" fmla="*/ 2347988 w 11269336"/>
              <a:gd name="connsiteY206" fmla="*/ 2025745 h 2323145"/>
              <a:gd name="connsiteX207" fmla="*/ 2312920 w 11269336"/>
              <a:gd name="connsiteY207" fmla="*/ 2036311 h 2323145"/>
              <a:gd name="connsiteX208" fmla="*/ 2307986 w 11269336"/>
              <a:gd name="connsiteY208" fmla="*/ 2035583 h 2323145"/>
              <a:gd name="connsiteX209" fmla="*/ 2285481 w 11269336"/>
              <a:gd name="connsiteY209" fmla="*/ 2045197 h 2323145"/>
              <a:gd name="connsiteX210" fmla="*/ 2273666 w 11269336"/>
              <a:gd name="connsiteY210" fmla="*/ 2048710 h 2323145"/>
              <a:gd name="connsiteX211" fmla="*/ 2270719 w 11269336"/>
              <a:gd name="connsiteY211" fmla="*/ 2052702 h 2323145"/>
              <a:gd name="connsiteX212" fmla="*/ 2253080 w 11269336"/>
              <a:gd name="connsiteY212" fmla="*/ 2056363 h 2323145"/>
              <a:gd name="connsiteX213" fmla="*/ 2250906 w 11269336"/>
              <a:gd name="connsiteY213" fmla="*/ 2055654 h 2323145"/>
              <a:gd name="connsiteX214" fmla="*/ 2236905 w 11269336"/>
              <a:gd name="connsiteY214" fmla="*/ 2062882 h 2323145"/>
              <a:gd name="connsiteX215" fmla="*/ 2225830 w 11269336"/>
              <a:gd name="connsiteY215" fmla="*/ 2074027 h 2323145"/>
              <a:gd name="connsiteX216" fmla="*/ 2073776 w 11269336"/>
              <a:gd name="connsiteY216" fmla="*/ 2089244 h 2323145"/>
              <a:gd name="connsiteX217" fmla="*/ 1948256 w 11269336"/>
              <a:gd name="connsiteY217" fmla="*/ 2146616 h 2323145"/>
              <a:gd name="connsiteX218" fmla="*/ 1865582 w 11269336"/>
              <a:gd name="connsiteY218" fmla="*/ 2153738 h 2323145"/>
              <a:gd name="connsiteX219" fmla="*/ 1835210 w 11269336"/>
              <a:gd name="connsiteY219" fmla="*/ 2134244 h 2323145"/>
              <a:gd name="connsiteX220" fmla="*/ 1632661 w 11269336"/>
              <a:gd name="connsiteY220" fmla="*/ 2173882 h 2323145"/>
              <a:gd name="connsiteX221" fmla="*/ 1579590 w 11269336"/>
              <a:gd name="connsiteY221" fmla="*/ 2173680 h 2323145"/>
              <a:gd name="connsiteX222" fmla="*/ 1535601 w 11269336"/>
              <a:gd name="connsiteY222" fmla="*/ 2194590 h 2323145"/>
              <a:gd name="connsiteX223" fmla="*/ 1515594 w 11269336"/>
              <a:gd name="connsiteY223" fmla="*/ 2189622 h 2323145"/>
              <a:gd name="connsiteX224" fmla="*/ 1512113 w 11269336"/>
              <a:gd name="connsiteY224" fmla="*/ 2188534 h 2323145"/>
              <a:gd name="connsiteX225" fmla="*/ 1498838 w 11269336"/>
              <a:gd name="connsiteY225" fmla="*/ 2189213 h 2323145"/>
              <a:gd name="connsiteX226" fmla="*/ 1494279 w 11269336"/>
              <a:gd name="connsiteY226" fmla="*/ 2183112 h 2323145"/>
              <a:gd name="connsiteX227" fmla="*/ 1473714 w 11269336"/>
              <a:gd name="connsiteY227" fmla="*/ 2179625 h 2323145"/>
              <a:gd name="connsiteX228" fmla="*/ 1449503 w 11269336"/>
              <a:gd name="connsiteY228" fmla="*/ 2182633 h 2323145"/>
              <a:gd name="connsiteX229" fmla="*/ 1266687 w 11269336"/>
              <a:gd name="connsiteY229" fmla="*/ 2212688 h 2323145"/>
              <a:gd name="connsiteX230" fmla="*/ 1239614 w 11269336"/>
              <a:gd name="connsiteY230" fmla="*/ 2209727 h 2323145"/>
              <a:gd name="connsiteX231" fmla="*/ 1202436 w 11269336"/>
              <a:gd name="connsiteY231" fmla="*/ 2209817 h 2323145"/>
              <a:gd name="connsiteX232" fmla="*/ 1136097 w 11269336"/>
              <a:gd name="connsiteY232" fmla="*/ 2205112 h 2323145"/>
              <a:gd name="connsiteX233" fmla="*/ 988232 w 11269336"/>
              <a:gd name="connsiteY233" fmla="*/ 2235635 h 2323145"/>
              <a:gd name="connsiteX234" fmla="*/ 981959 w 11269336"/>
              <a:gd name="connsiteY234" fmla="*/ 2231607 h 2323145"/>
              <a:gd name="connsiteX235" fmla="*/ 938600 w 11269336"/>
              <a:gd name="connsiteY235" fmla="*/ 2238113 h 2323145"/>
              <a:gd name="connsiteX236" fmla="*/ 791788 w 11269336"/>
              <a:gd name="connsiteY236" fmla="*/ 2293224 h 2323145"/>
              <a:gd name="connsiteX237" fmla="*/ 706914 w 11269336"/>
              <a:gd name="connsiteY237" fmla="*/ 2305046 h 2323145"/>
              <a:gd name="connsiteX238" fmla="*/ 675971 w 11269336"/>
              <a:gd name="connsiteY238" fmla="*/ 2304030 h 2323145"/>
              <a:gd name="connsiteX239" fmla="*/ 624180 w 11269336"/>
              <a:gd name="connsiteY239" fmla="*/ 2302650 h 2323145"/>
              <a:gd name="connsiteX240" fmla="*/ 583453 w 11269336"/>
              <a:gd name="connsiteY240" fmla="*/ 2288788 h 2323145"/>
              <a:gd name="connsiteX241" fmla="*/ 540946 w 11269336"/>
              <a:gd name="connsiteY241" fmla="*/ 2292721 h 2323145"/>
              <a:gd name="connsiteX242" fmla="*/ 533680 w 11269336"/>
              <a:gd name="connsiteY242" fmla="*/ 2310233 h 2323145"/>
              <a:gd name="connsiteX243" fmla="*/ 487366 w 11269336"/>
              <a:gd name="connsiteY243" fmla="*/ 2309053 h 2323145"/>
              <a:gd name="connsiteX244" fmla="*/ 416820 w 11269336"/>
              <a:gd name="connsiteY244" fmla="*/ 2305443 h 2323145"/>
              <a:gd name="connsiteX245" fmla="*/ 376805 w 11269336"/>
              <a:gd name="connsiteY245" fmla="*/ 2307647 h 2323145"/>
              <a:gd name="connsiteX246" fmla="*/ 266777 w 11269336"/>
              <a:gd name="connsiteY246" fmla="*/ 2309012 h 2323145"/>
              <a:gd name="connsiteX247" fmla="*/ 156013 w 11269336"/>
              <a:gd name="connsiteY247" fmla="*/ 2306832 h 2323145"/>
              <a:gd name="connsiteX248" fmla="*/ 87258 w 11269336"/>
              <a:gd name="connsiteY248" fmla="*/ 2285511 h 2323145"/>
              <a:gd name="connsiteX249" fmla="*/ 23798 w 11269336"/>
              <a:gd name="connsiteY249" fmla="*/ 2281822 h 2323145"/>
              <a:gd name="connsiteX250" fmla="*/ 0 w 11269336"/>
              <a:gd name="connsiteY250" fmla="*/ 2285369 h 2323145"/>
              <a:gd name="connsiteX251" fmla="*/ 0 w 11269336"/>
              <a:gd name="connsiteY251" fmla="*/ 0 h 232314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</a:cxnLst>
            <a:rect l="l" t="t" r="r" b="b"/>
            <a:pathLst>
              <a:path w="11269336" h="2323145">
                <a:moveTo>
                  <a:pt x="0" y="0"/>
                </a:moveTo>
                <a:lnTo>
                  <a:pt x="11269336" y="0"/>
                </a:lnTo>
                <a:lnTo>
                  <a:pt x="11268645" y="511"/>
                </a:lnTo>
                <a:cubicBezTo>
                  <a:pt x="11257520" y="14091"/>
                  <a:pt x="11248967" y="32073"/>
                  <a:pt x="11230739" y="37096"/>
                </a:cubicBezTo>
                <a:cubicBezTo>
                  <a:pt x="11194283" y="47141"/>
                  <a:pt x="11124351" y="55013"/>
                  <a:pt x="11082485" y="78590"/>
                </a:cubicBezTo>
                <a:cubicBezTo>
                  <a:pt x="11064655" y="69818"/>
                  <a:pt x="11049588" y="97621"/>
                  <a:pt x="11031776" y="79197"/>
                </a:cubicBezTo>
                <a:cubicBezTo>
                  <a:pt x="11016683" y="85023"/>
                  <a:pt x="11009945" y="92832"/>
                  <a:pt x="10995894" y="83459"/>
                </a:cubicBezTo>
                <a:cubicBezTo>
                  <a:pt x="10971843" y="134740"/>
                  <a:pt x="10888992" y="106042"/>
                  <a:pt x="10861177" y="147419"/>
                </a:cubicBezTo>
                <a:cubicBezTo>
                  <a:pt x="10850370" y="129415"/>
                  <a:pt x="10807086" y="138624"/>
                  <a:pt x="10782732" y="135645"/>
                </a:cubicBezTo>
                <a:cubicBezTo>
                  <a:pt x="10869014" y="196205"/>
                  <a:pt x="10693356" y="147304"/>
                  <a:pt x="10660773" y="179312"/>
                </a:cubicBezTo>
                <a:cubicBezTo>
                  <a:pt x="10667385" y="121467"/>
                  <a:pt x="10595265" y="182241"/>
                  <a:pt x="10564442" y="160738"/>
                </a:cubicBezTo>
                <a:cubicBezTo>
                  <a:pt x="10544419" y="190949"/>
                  <a:pt x="10518436" y="167191"/>
                  <a:pt x="10490200" y="183533"/>
                </a:cubicBezTo>
                <a:cubicBezTo>
                  <a:pt x="10423905" y="202688"/>
                  <a:pt x="10362764" y="244779"/>
                  <a:pt x="10271351" y="243104"/>
                </a:cubicBezTo>
                <a:cubicBezTo>
                  <a:pt x="10247818" y="329775"/>
                  <a:pt x="10135674" y="303068"/>
                  <a:pt x="10061033" y="364937"/>
                </a:cubicBezTo>
                <a:cubicBezTo>
                  <a:pt x="10014289" y="383940"/>
                  <a:pt x="9930032" y="360289"/>
                  <a:pt x="9921770" y="406154"/>
                </a:cubicBezTo>
                <a:cubicBezTo>
                  <a:pt x="9894276" y="384665"/>
                  <a:pt x="9881945" y="430851"/>
                  <a:pt x="9858388" y="439489"/>
                </a:cubicBezTo>
                <a:cubicBezTo>
                  <a:pt x="9835642" y="426888"/>
                  <a:pt x="9828901" y="443125"/>
                  <a:pt x="9811914" y="449865"/>
                </a:cubicBezTo>
                <a:cubicBezTo>
                  <a:pt x="9801869" y="441287"/>
                  <a:pt x="9787055" y="444835"/>
                  <a:pt x="9784394" y="457816"/>
                </a:cubicBezTo>
                <a:cubicBezTo>
                  <a:pt x="9797169" y="483924"/>
                  <a:pt x="9656844" y="450179"/>
                  <a:pt x="9656836" y="469967"/>
                </a:cubicBezTo>
                <a:cubicBezTo>
                  <a:pt x="9589537" y="485301"/>
                  <a:pt x="9662097" y="527310"/>
                  <a:pt x="9561575" y="559978"/>
                </a:cubicBezTo>
                <a:cubicBezTo>
                  <a:pt x="9479149" y="599104"/>
                  <a:pt x="9215234" y="670585"/>
                  <a:pt x="9162278" y="704724"/>
                </a:cubicBezTo>
                <a:cubicBezTo>
                  <a:pt x="9173017" y="730567"/>
                  <a:pt x="9063215" y="727685"/>
                  <a:pt x="9062863" y="754656"/>
                </a:cubicBezTo>
                <a:cubicBezTo>
                  <a:pt x="9021608" y="774940"/>
                  <a:pt x="8924639" y="816390"/>
                  <a:pt x="8914746" y="826428"/>
                </a:cubicBezTo>
                <a:lnTo>
                  <a:pt x="8917778" y="835198"/>
                </a:lnTo>
                <a:lnTo>
                  <a:pt x="8905560" y="838358"/>
                </a:lnTo>
                <a:lnTo>
                  <a:pt x="8897564" y="834287"/>
                </a:lnTo>
                <a:lnTo>
                  <a:pt x="8878040" y="844150"/>
                </a:lnTo>
                <a:cubicBezTo>
                  <a:pt x="8861112" y="848992"/>
                  <a:pt x="8812843" y="856499"/>
                  <a:pt x="8795998" y="863337"/>
                </a:cubicBezTo>
                <a:cubicBezTo>
                  <a:pt x="8792888" y="873975"/>
                  <a:pt x="8786153" y="880792"/>
                  <a:pt x="8776970" y="885177"/>
                </a:cubicBezTo>
                <a:lnTo>
                  <a:pt x="8755719" y="889754"/>
                </a:lnTo>
                <a:lnTo>
                  <a:pt x="8743257" y="904723"/>
                </a:lnTo>
                <a:cubicBezTo>
                  <a:pt x="8737642" y="908108"/>
                  <a:pt x="8730651" y="908759"/>
                  <a:pt x="8721366" y="904711"/>
                </a:cubicBezTo>
                <a:cubicBezTo>
                  <a:pt x="8711895" y="915873"/>
                  <a:pt x="8676250" y="900745"/>
                  <a:pt x="8678353" y="926318"/>
                </a:cubicBezTo>
                <a:cubicBezTo>
                  <a:pt x="8658506" y="928813"/>
                  <a:pt x="8647569" y="933735"/>
                  <a:pt x="8636849" y="937900"/>
                </a:cubicBezTo>
                <a:lnTo>
                  <a:pt x="8620213" y="943068"/>
                </a:lnTo>
                <a:lnTo>
                  <a:pt x="8612581" y="952695"/>
                </a:lnTo>
                <a:cubicBezTo>
                  <a:pt x="8605836" y="959769"/>
                  <a:pt x="8598255" y="964412"/>
                  <a:pt x="8589038" y="963892"/>
                </a:cubicBezTo>
                <a:lnTo>
                  <a:pt x="8579950" y="960899"/>
                </a:lnTo>
                <a:cubicBezTo>
                  <a:pt x="8579740" y="962476"/>
                  <a:pt x="8579529" y="964053"/>
                  <a:pt x="8579319" y="965630"/>
                </a:cubicBezTo>
                <a:cubicBezTo>
                  <a:pt x="8579138" y="972972"/>
                  <a:pt x="8576531" y="980010"/>
                  <a:pt x="8547429" y="984506"/>
                </a:cubicBezTo>
                <a:cubicBezTo>
                  <a:pt x="8529238" y="1001725"/>
                  <a:pt x="8505565" y="1015840"/>
                  <a:pt x="8478704" y="1025490"/>
                </a:cubicBezTo>
                <a:cubicBezTo>
                  <a:pt x="8473109" y="1019545"/>
                  <a:pt x="8465819" y="1032194"/>
                  <a:pt x="8461421" y="1035512"/>
                </a:cubicBezTo>
                <a:cubicBezTo>
                  <a:pt x="8459739" y="1031087"/>
                  <a:pt x="8447663" y="1032074"/>
                  <a:pt x="8445003" y="1036851"/>
                </a:cubicBezTo>
                <a:cubicBezTo>
                  <a:pt x="8366593" y="1075951"/>
                  <a:pt x="8398773" y="1021402"/>
                  <a:pt x="8357350" y="1060213"/>
                </a:cubicBezTo>
                <a:cubicBezTo>
                  <a:pt x="8349366" y="1063843"/>
                  <a:pt x="8342208" y="1063367"/>
                  <a:pt x="8335565" y="1061151"/>
                </a:cubicBezTo>
                <a:lnTo>
                  <a:pt x="8325267" y="1055919"/>
                </a:lnTo>
                <a:lnTo>
                  <a:pt x="8293586" y="1076144"/>
                </a:lnTo>
                <a:cubicBezTo>
                  <a:pt x="8277595" y="1084193"/>
                  <a:pt x="8260401" y="1090863"/>
                  <a:pt x="8242405" y="1095960"/>
                </a:cubicBezTo>
                <a:cubicBezTo>
                  <a:pt x="8226373" y="1101227"/>
                  <a:pt x="8224213" y="1102052"/>
                  <a:pt x="8197391" y="1107746"/>
                </a:cubicBezTo>
                <a:cubicBezTo>
                  <a:pt x="8090266" y="1152133"/>
                  <a:pt x="8141491" y="1082372"/>
                  <a:pt x="8081474" y="1130125"/>
                </a:cubicBezTo>
                <a:cubicBezTo>
                  <a:pt x="8070634" y="1134173"/>
                  <a:pt x="8061619" y="1132810"/>
                  <a:pt x="8053585" y="1129169"/>
                </a:cubicBezTo>
                <a:lnTo>
                  <a:pt x="8038422" y="1119092"/>
                </a:lnTo>
                <a:lnTo>
                  <a:pt x="8029450" y="1125592"/>
                </a:lnTo>
                <a:cubicBezTo>
                  <a:pt x="7992226" y="1133484"/>
                  <a:pt x="7978616" y="1122765"/>
                  <a:pt x="7959552" y="1140188"/>
                </a:cubicBezTo>
                <a:cubicBezTo>
                  <a:pt x="7922008" y="1119572"/>
                  <a:pt x="7937737" y="1141786"/>
                  <a:pt x="7914188" y="1150862"/>
                </a:cubicBezTo>
                <a:cubicBezTo>
                  <a:pt x="7896037" y="1160155"/>
                  <a:pt x="7933463" y="1163411"/>
                  <a:pt x="7914918" y="1168758"/>
                </a:cubicBezTo>
                <a:cubicBezTo>
                  <a:pt x="7893102" y="1165887"/>
                  <a:pt x="7898453" y="1187420"/>
                  <a:pt x="7875510" y="1183153"/>
                </a:cubicBezTo>
                <a:cubicBezTo>
                  <a:pt x="7877354" y="1165743"/>
                  <a:pt x="7834286" y="1194789"/>
                  <a:pt x="7829932" y="1180782"/>
                </a:cubicBezTo>
                <a:cubicBezTo>
                  <a:pt x="7816047" y="1204874"/>
                  <a:pt x="7801901" y="1181513"/>
                  <a:pt x="7779182" y="1192665"/>
                </a:cubicBezTo>
                <a:cubicBezTo>
                  <a:pt x="7769446" y="1202686"/>
                  <a:pt x="7761564" y="1205661"/>
                  <a:pt x="7748774" y="1199586"/>
                </a:cubicBezTo>
                <a:cubicBezTo>
                  <a:pt x="7704339" y="1247771"/>
                  <a:pt x="7717626" y="1207638"/>
                  <a:pt x="7671846" y="1231966"/>
                </a:cubicBezTo>
                <a:cubicBezTo>
                  <a:pt x="7632956" y="1255682"/>
                  <a:pt x="7587383" y="1275180"/>
                  <a:pt x="7554146" y="1319748"/>
                </a:cubicBezTo>
                <a:cubicBezTo>
                  <a:pt x="7548775" y="1331557"/>
                  <a:pt x="7531272" y="1339155"/>
                  <a:pt x="7515052" y="1336718"/>
                </a:cubicBezTo>
                <a:cubicBezTo>
                  <a:pt x="7512260" y="1336298"/>
                  <a:pt x="7509613" y="1335590"/>
                  <a:pt x="7507193" y="1334617"/>
                </a:cubicBezTo>
                <a:cubicBezTo>
                  <a:pt x="7488273" y="1365207"/>
                  <a:pt x="7468925" y="1356298"/>
                  <a:pt x="7461694" y="1375866"/>
                </a:cubicBezTo>
                <a:cubicBezTo>
                  <a:pt x="7422434" y="1391917"/>
                  <a:pt x="7384603" y="1382819"/>
                  <a:pt x="7377571" y="1400128"/>
                </a:cubicBezTo>
                <a:cubicBezTo>
                  <a:pt x="7356236" y="1403926"/>
                  <a:pt x="7322509" y="1393138"/>
                  <a:pt x="7311261" y="1412652"/>
                </a:cubicBezTo>
                <a:cubicBezTo>
                  <a:pt x="7305349" y="1400071"/>
                  <a:pt x="7289966" y="1428039"/>
                  <a:pt x="7275307" y="1422171"/>
                </a:cubicBezTo>
                <a:cubicBezTo>
                  <a:pt x="7264529" y="1416601"/>
                  <a:pt x="7257348" y="1423786"/>
                  <a:pt x="7247783" y="1426330"/>
                </a:cubicBezTo>
                <a:cubicBezTo>
                  <a:pt x="7233839" y="1423056"/>
                  <a:pt x="7194363" y="1442037"/>
                  <a:pt x="7185047" y="1451812"/>
                </a:cubicBezTo>
                <a:cubicBezTo>
                  <a:pt x="7164447" y="1483396"/>
                  <a:pt x="7101577" y="1475742"/>
                  <a:pt x="7084117" y="1500281"/>
                </a:cubicBezTo>
                <a:cubicBezTo>
                  <a:pt x="7076899" y="1504821"/>
                  <a:pt x="7069494" y="1507565"/>
                  <a:pt x="7062011" y="1509183"/>
                </a:cubicBezTo>
                <a:lnTo>
                  <a:pt x="7040555" y="1511207"/>
                </a:lnTo>
                <a:lnTo>
                  <a:pt x="7033438" y="1506772"/>
                </a:lnTo>
                <a:lnTo>
                  <a:pt x="7020886" y="1510764"/>
                </a:lnTo>
                <a:lnTo>
                  <a:pt x="7017033" y="1510650"/>
                </a:lnTo>
                <a:lnTo>
                  <a:pt x="6995460" y="1511173"/>
                </a:lnTo>
                <a:cubicBezTo>
                  <a:pt x="7010208" y="1537643"/>
                  <a:pt x="6938512" y="1522467"/>
                  <a:pt x="6962144" y="1541508"/>
                </a:cubicBezTo>
                <a:cubicBezTo>
                  <a:pt x="6926351" y="1550586"/>
                  <a:pt x="6958236" y="1566326"/>
                  <a:pt x="6910674" y="1554793"/>
                </a:cubicBezTo>
                <a:cubicBezTo>
                  <a:pt x="6859225" y="1589274"/>
                  <a:pt x="6769015" y="1598548"/>
                  <a:pt x="6732152" y="1642538"/>
                </a:cubicBezTo>
                <a:cubicBezTo>
                  <a:pt x="6734901" y="1628031"/>
                  <a:pt x="6709146" y="1622413"/>
                  <a:pt x="6694106" y="1632377"/>
                </a:cubicBezTo>
                <a:cubicBezTo>
                  <a:pt x="6702628" y="1575914"/>
                  <a:pt x="6638899" y="1692862"/>
                  <a:pt x="6617223" y="1659889"/>
                </a:cubicBezTo>
                <a:cubicBezTo>
                  <a:pt x="6623246" y="1693349"/>
                  <a:pt x="6561228" y="1764690"/>
                  <a:pt x="6521138" y="1744340"/>
                </a:cubicBezTo>
                <a:cubicBezTo>
                  <a:pt x="6469831" y="1761656"/>
                  <a:pt x="6438109" y="1796731"/>
                  <a:pt x="6380677" y="1796883"/>
                </a:cubicBezTo>
                <a:cubicBezTo>
                  <a:pt x="6379865" y="1801686"/>
                  <a:pt x="6377810" y="1805986"/>
                  <a:pt x="6374897" y="1809910"/>
                </a:cubicBezTo>
                <a:lnTo>
                  <a:pt x="6364545" y="1820090"/>
                </a:lnTo>
                <a:lnTo>
                  <a:pt x="6362126" y="1819991"/>
                </a:lnTo>
                <a:cubicBezTo>
                  <a:pt x="6353055" y="1821720"/>
                  <a:pt x="6348796" y="1824537"/>
                  <a:pt x="6346673" y="1827824"/>
                </a:cubicBezTo>
                <a:lnTo>
                  <a:pt x="6345588" y="1832232"/>
                </a:lnTo>
                <a:lnTo>
                  <a:pt x="6335708" y="1838451"/>
                </a:lnTo>
                <a:lnTo>
                  <a:pt x="6318182" y="1852975"/>
                </a:lnTo>
                <a:lnTo>
                  <a:pt x="6313084" y="1853561"/>
                </a:lnTo>
                <a:lnTo>
                  <a:pt x="6283816" y="1872148"/>
                </a:lnTo>
                <a:lnTo>
                  <a:pt x="6282550" y="1871392"/>
                </a:lnTo>
                <a:cubicBezTo>
                  <a:pt x="6279041" y="1870121"/>
                  <a:pt x="6275192" y="1869982"/>
                  <a:pt x="6270527" y="1872208"/>
                </a:cubicBezTo>
                <a:cubicBezTo>
                  <a:pt x="6265029" y="1853962"/>
                  <a:pt x="6262790" y="1867903"/>
                  <a:pt x="6249518" y="1876079"/>
                </a:cubicBezTo>
                <a:cubicBezTo>
                  <a:pt x="6238019" y="1849564"/>
                  <a:pt x="6207959" y="1881750"/>
                  <a:pt x="6190386" y="1872478"/>
                </a:cubicBezTo>
                <a:cubicBezTo>
                  <a:pt x="6180893" y="1879083"/>
                  <a:pt x="6170646" y="1885584"/>
                  <a:pt x="6159777" y="1891745"/>
                </a:cubicBezTo>
                <a:lnTo>
                  <a:pt x="6153131" y="1895079"/>
                </a:lnTo>
                <a:lnTo>
                  <a:pt x="6152798" y="1894920"/>
                </a:lnTo>
                <a:cubicBezTo>
                  <a:pt x="6150925" y="1895166"/>
                  <a:pt x="6148578" y="1896082"/>
                  <a:pt x="6145388" y="1897990"/>
                </a:cubicBezTo>
                <a:lnTo>
                  <a:pt x="6141014" y="1901155"/>
                </a:lnTo>
                <a:lnTo>
                  <a:pt x="6128122" y="1907623"/>
                </a:lnTo>
                <a:lnTo>
                  <a:pt x="6122351" y="1908359"/>
                </a:lnTo>
                <a:cubicBezTo>
                  <a:pt x="6099508" y="1905910"/>
                  <a:pt x="6088334" y="1869006"/>
                  <a:pt x="6064750" y="1896394"/>
                </a:cubicBezTo>
                <a:cubicBezTo>
                  <a:pt x="6025977" y="1903785"/>
                  <a:pt x="5997095" y="1889190"/>
                  <a:pt x="5964230" y="1910038"/>
                </a:cubicBezTo>
                <a:cubicBezTo>
                  <a:pt x="5927910" y="1916874"/>
                  <a:pt x="5894873" y="1914928"/>
                  <a:pt x="5865399" y="1926966"/>
                </a:cubicBezTo>
                <a:cubicBezTo>
                  <a:pt x="5851644" y="1923038"/>
                  <a:pt x="5839380" y="1922808"/>
                  <a:pt x="5829951" y="1934755"/>
                </a:cubicBezTo>
                <a:cubicBezTo>
                  <a:pt x="5795498" y="1938369"/>
                  <a:pt x="5784532" y="1926246"/>
                  <a:pt x="5765285" y="1941322"/>
                </a:cubicBezTo>
                <a:cubicBezTo>
                  <a:pt x="5741789" y="1922874"/>
                  <a:pt x="5742385" y="1931607"/>
                  <a:pt x="5734750" y="1939793"/>
                </a:cubicBezTo>
                <a:lnTo>
                  <a:pt x="5733569" y="1940505"/>
                </a:lnTo>
                <a:lnTo>
                  <a:pt x="5730329" y="1937845"/>
                </a:lnTo>
                <a:lnTo>
                  <a:pt x="5724661" y="1937455"/>
                </a:lnTo>
                <a:lnTo>
                  <a:pt x="5710186" y="1941370"/>
                </a:lnTo>
                <a:lnTo>
                  <a:pt x="5704910" y="1943663"/>
                </a:lnTo>
                <a:cubicBezTo>
                  <a:pt x="5701213" y="1944937"/>
                  <a:pt x="5698678" y="1945391"/>
                  <a:pt x="5696836" y="1945271"/>
                </a:cubicBezTo>
                <a:lnTo>
                  <a:pt x="5696583" y="1945050"/>
                </a:lnTo>
                <a:lnTo>
                  <a:pt x="5689123" y="1947067"/>
                </a:lnTo>
                <a:cubicBezTo>
                  <a:pt x="5676655" y="1951072"/>
                  <a:pt x="5664639" y="1955533"/>
                  <a:pt x="5653291" y="1960245"/>
                </a:cubicBezTo>
                <a:cubicBezTo>
                  <a:pt x="5640346" y="1947636"/>
                  <a:pt x="5600180" y="1973739"/>
                  <a:pt x="5599385" y="1945198"/>
                </a:cubicBezTo>
                <a:cubicBezTo>
                  <a:pt x="5583913" y="1950736"/>
                  <a:pt x="5576590" y="1964134"/>
                  <a:pt x="5578300" y="1944963"/>
                </a:cubicBezTo>
                <a:cubicBezTo>
                  <a:pt x="5573104" y="1946266"/>
                  <a:pt x="5569560" y="1945382"/>
                  <a:pt x="5566758" y="1943441"/>
                </a:cubicBezTo>
                <a:lnTo>
                  <a:pt x="5565857" y="1942445"/>
                </a:lnTo>
                <a:lnTo>
                  <a:pt x="5531534" y="1955208"/>
                </a:lnTo>
                <a:lnTo>
                  <a:pt x="5526552" y="1954799"/>
                </a:lnTo>
                <a:lnTo>
                  <a:pt x="5504723" y="1965811"/>
                </a:lnTo>
                <a:lnTo>
                  <a:pt x="5493156" y="1970063"/>
                </a:lnTo>
                <a:lnTo>
                  <a:pt x="5490486" y="1974227"/>
                </a:lnTo>
                <a:cubicBezTo>
                  <a:pt x="5487271" y="1977077"/>
                  <a:pt x="5482233" y="1979045"/>
                  <a:pt x="5473107" y="1979001"/>
                </a:cubicBezTo>
                <a:lnTo>
                  <a:pt x="5470885" y="1978432"/>
                </a:lnTo>
                <a:lnTo>
                  <a:pt x="5457393" y="1986525"/>
                </a:lnTo>
                <a:cubicBezTo>
                  <a:pt x="5453194" y="1989853"/>
                  <a:pt x="5449663" y="1993721"/>
                  <a:pt x="5447102" y="1998329"/>
                </a:cubicBezTo>
                <a:cubicBezTo>
                  <a:pt x="5386283" y="2017364"/>
                  <a:pt x="5223545" y="2015483"/>
                  <a:pt x="5159151" y="2029640"/>
                </a:cubicBezTo>
                <a:cubicBezTo>
                  <a:pt x="5141359" y="2036610"/>
                  <a:pt x="5090827" y="2076822"/>
                  <a:pt x="5098838" y="2062961"/>
                </a:cubicBezTo>
                <a:cubicBezTo>
                  <a:pt x="5047883" y="2099457"/>
                  <a:pt x="4922007" y="2111466"/>
                  <a:pt x="4860988" y="2135698"/>
                </a:cubicBezTo>
                <a:cubicBezTo>
                  <a:pt x="4805413" y="2152292"/>
                  <a:pt x="4784714" y="2158665"/>
                  <a:pt x="4765388" y="2162525"/>
                </a:cubicBezTo>
                <a:cubicBezTo>
                  <a:pt x="4758560" y="2161978"/>
                  <a:pt x="4751823" y="2160531"/>
                  <a:pt x="4745033" y="2158859"/>
                </a:cubicBezTo>
                <a:lnTo>
                  <a:pt x="4741475" y="2157998"/>
                </a:lnTo>
                <a:lnTo>
                  <a:pt x="4728247" y="2159526"/>
                </a:lnTo>
                <a:lnTo>
                  <a:pt x="4723263" y="2153742"/>
                </a:lnTo>
                <a:lnTo>
                  <a:pt x="4593061" y="2171597"/>
                </a:lnTo>
                <a:lnTo>
                  <a:pt x="4405765" y="2199902"/>
                </a:lnTo>
                <a:cubicBezTo>
                  <a:pt x="4403942" y="2198353"/>
                  <a:pt x="4402457" y="2196614"/>
                  <a:pt x="4401354" y="2194745"/>
                </a:cubicBezTo>
                <a:lnTo>
                  <a:pt x="4366646" y="2198564"/>
                </a:lnTo>
                <a:lnTo>
                  <a:pt x="4354009" y="2204984"/>
                </a:lnTo>
                <a:lnTo>
                  <a:pt x="4348284" y="2205270"/>
                </a:lnTo>
                <a:lnTo>
                  <a:pt x="4333906" y="2205251"/>
                </a:lnTo>
                <a:cubicBezTo>
                  <a:pt x="4326429" y="2204713"/>
                  <a:pt x="4318024" y="2203940"/>
                  <a:pt x="4308819" y="2203822"/>
                </a:cubicBezTo>
                <a:lnTo>
                  <a:pt x="4301210" y="2204456"/>
                </a:lnTo>
                <a:lnTo>
                  <a:pt x="4283095" y="2198177"/>
                </a:lnTo>
                <a:cubicBezTo>
                  <a:pt x="4269863" y="2193337"/>
                  <a:pt x="4259612" y="2190345"/>
                  <a:pt x="4250119" y="2196342"/>
                </a:cubicBezTo>
                <a:cubicBezTo>
                  <a:pt x="4230702" y="2190559"/>
                  <a:pt x="4213171" y="2166890"/>
                  <a:pt x="4189203" y="2178994"/>
                </a:cubicBezTo>
                <a:cubicBezTo>
                  <a:pt x="4194512" y="2165594"/>
                  <a:pt x="4160734" y="2183257"/>
                  <a:pt x="4154035" y="2171950"/>
                </a:cubicBezTo>
                <a:cubicBezTo>
                  <a:pt x="4150098" y="2162547"/>
                  <a:pt x="4138934" y="2165714"/>
                  <a:pt x="4129569" y="2163850"/>
                </a:cubicBezTo>
                <a:cubicBezTo>
                  <a:pt x="4121391" y="2155090"/>
                  <a:pt x="4076089" y="2154737"/>
                  <a:pt x="4061250" y="2159236"/>
                </a:cubicBezTo>
                <a:cubicBezTo>
                  <a:pt x="4020618" y="2177811"/>
                  <a:pt x="3978175" y="2144465"/>
                  <a:pt x="3945480" y="2158279"/>
                </a:cubicBezTo>
                <a:cubicBezTo>
                  <a:pt x="3936362" y="2159139"/>
                  <a:pt x="3928502" y="2158369"/>
                  <a:pt x="3921468" y="2156588"/>
                </a:cubicBezTo>
                <a:lnTo>
                  <a:pt x="3903348" y="2149220"/>
                </a:lnTo>
                <a:lnTo>
                  <a:pt x="3901342" y="2142355"/>
                </a:lnTo>
                <a:lnTo>
                  <a:pt x="3888539" y="2140476"/>
                </a:lnTo>
                <a:lnTo>
                  <a:pt x="3885662" y="2138740"/>
                </a:lnTo>
                <a:cubicBezTo>
                  <a:pt x="3880178" y="2135398"/>
                  <a:pt x="3874645" y="2132286"/>
                  <a:pt x="3868627" y="2130023"/>
                </a:cubicBezTo>
                <a:cubicBezTo>
                  <a:pt x="3859240" y="2159198"/>
                  <a:pt x="3815892" y="2115590"/>
                  <a:pt x="3819177" y="2142111"/>
                </a:cubicBezTo>
                <a:cubicBezTo>
                  <a:pt x="3784478" y="2134756"/>
                  <a:pt x="3796708" y="2161930"/>
                  <a:pt x="3769100" y="2131731"/>
                </a:cubicBezTo>
                <a:cubicBezTo>
                  <a:pt x="3702423" y="2139704"/>
                  <a:pt x="3625642" y="2109386"/>
                  <a:pt x="3562752" y="2131785"/>
                </a:cubicBezTo>
                <a:cubicBezTo>
                  <a:pt x="3576244" y="2120400"/>
                  <a:pt x="3560801" y="2104591"/>
                  <a:pt x="3541402" y="2106821"/>
                </a:cubicBezTo>
                <a:cubicBezTo>
                  <a:pt x="3592232" y="2061584"/>
                  <a:pt x="3356194" y="2115384"/>
                  <a:pt x="3365341" y="2077638"/>
                </a:cubicBezTo>
                <a:cubicBezTo>
                  <a:pt x="3303594" y="2079161"/>
                  <a:pt x="3221644" y="2111487"/>
                  <a:pt x="3170922" y="2115957"/>
                </a:cubicBezTo>
                <a:cubicBezTo>
                  <a:pt x="3166532" y="2119769"/>
                  <a:pt x="3161579" y="2122617"/>
                  <a:pt x="3156256" y="2124773"/>
                </a:cubicBezTo>
                <a:lnTo>
                  <a:pt x="3140298" y="2129182"/>
                </a:lnTo>
                <a:lnTo>
                  <a:pt x="3138514" y="2128069"/>
                </a:lnTo>
                <a:cubicBezTo>
                  <a:pt x="3130169" y="2125710"/>
                  <a:pt x="3124679" y="2126336"/>
                  <a:pt x="3120467" y="2128281"/>
                </a:cubicBezTo>
                <a:lnTo>
                  <a:pt x="3116175" y="2131633"/>
                </a:lnTo>
                <a:lnTo>
                  <a:pt x="3103685" y="2132814"/>
                </a:lnTo>
                <a:lnTo>
                  <a:pt x="3078794" y="2137935"/>
                </a:lnTo>
                <a:lnTo>
                  <a:pt x="3074407" y="2136274"/>
                </a:lnTo>
                <a:lnTo>
                  <a:pt x="3037285" y="2139919"/>
                </a:lnTo>
                <a:lnTo>
                  <a:pt x="3036901" y="2138726"/>
                </a:lnTo>
                <a:cubicBezTo>
                  <a:pt x="3035193" y="2136135"/>
                  <a:pt x="3032337" y="2134379"/>
                  <a:pt x="3026996" y="2134322"/>
                </a:cubicBezTo>
                <a:cubicBezTo>
                  <a:pt x="3037063" y="2116196"/>
                  <a:pt x="3024412" y="2127308"/>
                  <a:pt x="3007772" y="2128742"/>
                </a:cubicBezTo>
                <a:cubicBezTo>
                  <a:pt x="3019697" y="2100910"/>
                  <a:pt x="2971305" y="2115987"/>
                  <a:pt x="2965030" y="2100494"/>
                </a:cubicBezTo>
                <a:cubicBezTo>
                  <a:pt x="2952539" y="2102174"/>
                  <a:pt x="2939545" y="2103445"/>
                  <a:pt x="2926342" y="2104155"/>
                </a:cubicBezTo>
                <a:lnTo>
                  <a:pt x="2918608" y="2104215"/>
                </a:lnTo>
                <a:cubicBezTo>
                  <a:pt x="2918564" y="2104122"/>
                  <a:pt x="2918519" y="2104030"/>
                  <a:pt x="2918475" y="2103937"/>
                </a:cubicBezTo>
                <a:cubicBezTo>
                  <a:pt x="2916840" y="2103354"/>
                  <a:pt x="2914314" y="2103149"/>
                  <a:pt x="2910360" y="2103444"/>
                </a:cubicBezTo>
                <a:lnTo>
                  <a:pt x="2904507" y="2104326"/>
                </a:lnTo>
                <a:lnTo>
                  <a:pt x="2889503" y="2104443"/>
                </a:lnTo>
                <a:lnTo>
                  <a:pt x="2884480" y="2102626"/>
                </a:lnTo>
                <a:lnTo>
                  <a:pt x="2882689" y="2099228"/>
                </a:lnTo>
                <a:lnTo>
                  <a:pt x="2881291" y="2099618"/>
                </a:lnTo>
                <a:cubicBezTo>
                  <a:pt x="2870663" y="2105606"/>
                  <a:pt x="2867338" y="2114210"/>
                  <a:pt x="2853979" y="2090388"/>
                </a:cubicBezTo>
                <a:cubicBezTo>
                  <a:pt x="2829652" y="2100099"/>
                  <a:pt x="2824975" y="2085577"/>
                  <a:pt x="2791790" y="2080332"/>
                </a:cubicBezTo>
                <a:cubicBezTo>
                  <a:pt x="2777850" y="2089504"/>
                  <a:pt x="2766709" y="2086170"/>
                  <a:pt x="2755844" y="2078874"/>
                </a:cubicBezTo>
                <a:cubicBezTo>
                  <a:pt x="2723488" y="2083049"/>
                  <a:pt x="2694065" y="2072780"/>
                  <a:pt x="2657742" y="2070179"/>
                </a:cubicBezTo>
                <a:cubicBezTo>
                  <a:pt x="2618372" y="2082020"/>
                  <a:pt x="2598368" y="2060559"/>
                  <a:pt x="2559549" y="2057873"/>
                </a:cubicBezTo>
                <a:cubicBezTo>
                  <a:pt x="2525789" y="2078403"/>
                  <a:pt x="2531908" y="2039838"/>
                  <a:pt x="2512054" y="2031671"/>
                </a:cubicBezTo>
                <a:lnTo>
                  <a:pt x="2506437" y="2030918"/>
                </a:lnTo>
                <a:lnTo>
                  <a:pt x="2491752" y="2033906"/>
                </a:lnTo>
                <a:lnTo>
                  <a:pt x="2486338" y="2035862"/>
                </a:lnTo>
                <a:cubicBezTo>
                  <a:pt x="2482568" y="2036899"/>
                  <a:pt x="2480011" y="2037191"/>
                  <a:pt x="2478186" y="2036953"/>
                </a:cubicBezTo>
                <a:lnTo>
                  <a:pt x="2477950" y="2036715"/>
                </a:lnTo>
                <a:lnTo>
                  <a:pt x="2470381" y="2038256"/>
                </a:lnTo>
                <a:cubicBezTo>
                  <a:pt x="2457686" y="2041461"/>
                  <a:pt x="2445410" y="2045155"/>
                  <a:pt x="2433781" y="2049140"/>
                </a:cubicBezTo>
                <a:cubicBezTo>
                  <a:pt x="2421781" y="2035703"/>
                  <a:pt x="2379959" y="2059234"/>
                  <a:pt x="2381172" y="2030645"/>
                </a:cubicBezTo>
                <a:cubicBezTo>
                  <a:pt x="2365380" y="2035192"/>
                  <a:pt x="2357148" y="2048120"/>
                  <a:pt x="2360198" y="2029059"/>
                </a:cubicBezTo>
                <a:cubicBezTo>
                  <a:pt x="2354933" y="2030031"/>
                  <a:pt x="2351467" y="2028919"/>
                  <a:pt x="2348815" y="2026798"/>
                </a:cubicBezTo>
                <a:lnTo>
                  <a:pt x="2347988" y="2025745"/>
                </a:lnTo>
                <a:lnTo>
                  <a:pt x="2312920" y="2036311"/>
                </a:lnTo>
                <a:lnTo>
                  <a:pt x="2307986" y="2035583"/>
                </a:lnTo>
                <a:lnTo>
                  <a:pt x="2285481" y="2045197"/>
                </a:lnTo>
                <a:lnTo>
                  <a:pt x="2273666" y="2048710"/>
                </a:lnTo>
                <a:lnTo>
                  <a:pt x="2270719" y="2052702"/>
                </a:lnTo>
                <a:cubicBezTo>
                  <a:pt x="2267315" y="2055347"/>
                  <a:pt x="2262161" y="2056992"/>
                  <a:pt x="2253080" y="2056363"/>
                </a:cubicBezTo>
                <a:lnTo>
                  <a:pt x="2250906" y="2055654"/>
                </a:lnTo>
                <a:lnTo>
                  <a:pt x="2236905" y="2062882"/>
                </a:lnTo>
                <a:cubicBezTo>
                  <a:pt x="2232493" y="2065942"/>
                  <a:pt x="2228705" y="2069583"/>
                  <a:pt x="2225830" y="2074027"/>
                </a:cubicBezTo>
                <a:cubicBezTo>
                  <a:pt x="2173117" y="2059597"/>
                  <a:pt x="2128486" y="2085502"/>
                  <a:pt x="2073776" y="2089244"/>
                </a:cubicBezTo>
                <a:cubicBezTo>
                  <a:pt x="2046050" y="2059365"/>
                  <a:pt x="1957570" y="2112693"/>
                  <a:pt x="1948256" y="2146616"/>
                </a:cubicBezTo>
                <a:cubicBezTo>
                  <a:pt x="1943005" y="2109192"/>
                  <a:pt x="1832736" y="2206239"/>
                  <a:pt x="1865582" y="2153738"/>
                </a:cubicBezTo>
                <a:cubicBezTo>
                  <a:pt x="1847376" y="2159567"/>
                  <a:pt x="1826258" y="2147592"/>
                  <a:pt x="1835210" y="2134244"/>
                </a:cubicBezTo>
                <a:cubicBezTo>
                  <a:pt x="1781916" y="2167476"/>
                  <a:pt x="1695112" y="2153556"/>
                  <a:pt x="1632661" y="2173882"/>
                </a:cubicBezTo>
                <a:cubicBezTo>
                  <a:pt x="1594177" y="2150642"/>
                  <a:pt x="1616426" y="2173975"/>
                  <a:pt x="1579590" y="2173680"/>
                </a:cubicBezTo>
                <a:cubicBezTo>
                  <a:pt x="1592812" y="2198112"/>
                  <a:pt x="1533818" y="2165220"/>
                  <a:pt x="1535601" y="2194590"/>
                </a:cubicBezTo>
                <a:cubicBezTo>
                  <a:pt x="1528840" y="2193608"/>
                  <a:pt x="1522236" y="2191728"/>
                  <a:pt x="1515594" y="2189622"/>
                </a:cubicBezTo>
                <a:lnTo>
                  <a:pt x="1512113" y="2188534"/>
                </a:lnTo>
                <a:lnTo>
                  <a:pt x="1498838" y="2189213"/>
                </a:lnTo>
                <a:lnTo>
                  <a:pt x="1494279" y="2183112"/>
                </a:lnTo>
                <a:lnTo>
                  <a:pt x="1473714" y="2179625"/>
                </a:lnTo>
                <a:cubicBezTo>
                  <a:pt x="1466138" y="2179292"/>
                  <a:pt x="1458132" y="2180071"/>
                  <a:pt x="1449503" y="2182633"/>
                </a:cubicBezTo>
                <a:lnTo>
                  <a:pt x="1266687" y="2212688"/>
                </a:lnTo>
                <a:cubicBezTo>
                  <a:pt x="1256792" y="2212722"/>
                  <a:pt x="1247024" y="2217857"/>
                  <a:pt x="1239614" y="2209727"/>
                </a:cubicBezTo>
                <a:cubicBezTo>
                  <a:pt x="1228778" y="2200326"/>
                  <a:pt x="1202276" y="2223497"/>
                  <a:pt x="1202436" y="2209817"/>
                </a:cubicBezTo>
                <a:cubicBezTo>
                  <a:pt x="1183471" y="2225854"/>
                  <a:pt x="1157340" y="2206849"/>
                  <a:pt x="1136097" y="2205112"/>
                </a:cubicBezTo>
                <a:cubicBezTo>
                  <a:pt x="1100396" y="2209415"/>
                  <a:pt x="1013922" y="2231219"/>
                  <a:pt x="988232" y="2235635"/>
                </a:cubicBezTo>
                <a:cubicBezTo>
                  <a:pt x="986445" y="2234079"/>
                  <a:pt x="984332" y="2232722"/>
                  <a:pt x="981959" y="2231607"/>
                </a:cubicBezTo>
                <a:cubicBezTo>
                  <a:pt x="968170" y="2225130"/>
                  <a:pt x="948759" y="2228043"/>
                  <a:pt x="938600" y="2238113"/>
                </a:cubicBezTo>
                <a:cubicBezTo>
                  <a:pt x="888371" y="2272824"/>
                  <a:pt x="837950" y="2280135"/>
                  <a:pt x="791788" y="2293224"/>
                </a:cubicBezTo>
                <a:cubicBezTo>
                  <a:pt x="739035" y="2305159"/>
                  <a:pt x="769009" y="2269676"/>
                  <a:pt x="706914" y="2305046"/>
                </a:cubicBezTo>
                <a:cubicBezTo>
                  <a:pt x="697882" y="2295919"/>
                  <a:pt x="689339" y="2296797"/>
                  <a:pt x="675971" y="2304030"/>
                </a:cubicBezTo>
                <a:cubicBezTo>
                  <a:pt x="650201" y="2309060"/>
                  <a:pt x="647591" y="2282853"/>
                  <a:pt x="624180" y="2302650"/>
                </a:cubicBezTo>
                <a:cubicBezTo>
                  <a:pt x="626400" y="2287987"/>
                  <a:pt x="574045" y="2305175"/>
                  <a:pt x="583453" y="2288788"/>
                </a:cubicBezTo>
                <a:cubicBezTo>
                  <a:pt x="564313" y="2278832"/>
                  <a:pt x="559671" y="2301039"/>
                  <a:pt x="540946" y="2292721"/>
                </a:cubicBezTo>
                <a:cubicBezTo>
                  <a:pt x="521576" y="2293191"/>
                  <a:pt x="554439" y="2305843"/>
                  <a:pt x="533680" y="2310233"/>
                </a:cubicBezTo>
                <a:cubicBezTo>
                  <a:pt x="508069" y="2313043"/>
                  <a:pt x="512638" y="2338541"/>
                  <a:pt x="487366" y="2309053"/>
                </a:cubicBezTo>
                <a:cubicBezTo>
                  <a:pt x="462164" y="2321083"/>
                  <a:pt x="454441" y="2307251"/>
                  <a:pt x="416820" y="2305443"/>
                </a:cubicBezTo>
                <a:cubicBezTo>
                  <a:pt x="403012" y="2315890"/>
                  <a:pt x="390105" y="2313733"/>
                  <a:pt x="376805" y="2307647"/>
                </a:cubicBezTo>
                <a:cubicBezTo>
                  <a:pt x="341751" y="2315035"/>
                  <a:pt x="307408" y="2307897"/>
                  <a:pt x="266777" y="2309012"/>
                </a:cubicBezTo>
                <a:cubicBezTo>
                  <a:pt x="225310" y="2324664"/>
                  <a:pt x="199419" y="2305548"/>
                  <a:pt x="156013" y="2306832"/>
                </a:cubicBezTo>
                <a:cubicBezTo>
                  <a:pt x="117457" y="2333851"/>
                  <a:pt x="122965" y="2279562"/>
                  <a:pt x="87258" y="2285511"/>
                </a:cubicBezTo>
                <a:cubicBezTo>
                  <a:pt x="38977" y="2309189"/>
                  <a:pt x="74043" y="2277969"/>
                  <a:pt x="23798" y="2281822"/>
                </a:cubicBezTo>
                <a:lnTo>
                  <a:pt x="0" y="2285369"/>
                </a:lnTo>
                <a:lnTo>
                  <a:pt x="0" y="0"/>
                </a:lnTo>
                <a:close/>
              </a:path>
            </a:pathLst>
          </a:custGeom>
          <a:solidFill>
            <a:srgbClr val="82766A">
              <a:alpha val="15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>
              <a:solidFill>
                <a:schemeClr val="bg2"/>
              </a:solidFill>
            </a:endParaRPr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0BAFA7D2-42DE-F558-9718-A11794FA99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8095" y="509587"/>
            <a:ext cx="7649239" cy="742951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 sz="3600" kern="1200" noProof="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…cuanto más cercanos, más cancelan</a:t>
            </a:r>
          </a:p>
        </p:txBody>
      </p:sp>
      <p:pic>
        <p:nvPicPr>
          <p:cNvPr id="7" name="Imagen 6" descr="Gráfico, Gráfico de barras&#10;&#10;El contenido generado por IA puede ser incorrecto.">
            <a:extLst>
              <a:ext uri="{FF2B5EF4-FFF2-40B4-BE49-F238E27FC236}">
                <a16:creationId xmlns:a16="http://schemas.microsoft.com/office/drawing/2014/main" id="{B8FD6B3B-AD06-0AE5-6054-5405E3C0DC8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06345" y="2072640"/>
            <a:ext cx="6767435" cy="4128135"/>
          </a:xfrm>
          <a:prstGeom prst="rect">
            <a:avLst/>
          </a:prstGeom>
        </p:spPr>
      </p:pic>
      <p:sp>
        <p:nvSpPr>
          <p:cNvPr id="40" name="Freeform: Shape 39">
            <a:extLst>
              <a:ext uri="{FF2B5EF4-FFF2-40B4-BE49-F238E27FC236}">
                <a16:creationId xmlns:a16="http://schemas.microsoft.com/office/drawing/2014/main" id="{DEB62645-D4DA-4E99-8344-B1536F63D1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307088" y="6277971"/>
            <a:ext cx="6884912" cy="580030"/>
          </a:xfrm>
          <a:custGeom>
            <a:avLst/>
            <a:gdLst>
              <a:gd name="connsiteX0" fmla="*/ 6884912 w 6884912"/>
              <a:gd name="connsiteY0" fmla="*/ 0 h 1161397"/>
              <a:gd name="connsiteX1" fmla="*/ 6884912 w 6884912"/>
              <a:gd name="connsiteY1" fmla="*/ 1161397 h 1161397"/>
              <a:gd name="connsiteX2" fmla="*/ 0 w 6884912"/>
              <a:gd name="connsiteY2" fmla="*/ 1161397 h 1161397"/>
              <a:gd name="connsiteX3" fmla="*/ 27135 w 6884912"/>
              <a:gd name="connsiteY3" fmla="*/ 1147460 h 1161397"/>
              <a:gd name="connsiteX4" fmla="*/ 115388 w 6884912"/>
              <a:gd name="connsiteY4" fmla="*/ 1159043 h 1161397"/>
              <a:gd name="connsiteX5" fmla="*/ 119094 w 6884912"/>
              <a:gd name="connsiteY5" fmla="*/ 1148463 h 1161397"/>
              <a:gd name="connsiteX6" fmla="*/ 171824 w 6884912"/>
              <a:gd name="connsiteY6" fmla="*/ 1133224 h 1161397"/>
              <a:gd name="connsiteX7" fmla="*/ 376455 w 6884912"/>
              <a:gd name="connsiteY7" fmla="*/ 1137381 h 1161397"/>
              <a:gd name="connsiteX8" fmla="*/ 478946 w 6884912"/>
              <a:gd name="connsiteY8" fmla="*/ 1106011 h 1161397"/>
              <a:gd name="connsiteX9" fmla="*/ 512111 w 6884912"/>
              <a:gd name="connsiteY9" fmla="*/ 1085599 h 1161397"/>
              <a:gd name="connsiteX10" fmla="*/ 567875 w 6884912"/>
              <a:gd name="connsiteY10" fmla="*/ 1051976 h 1161397"/>
              <a:gd name="connsiteX11" fmla="*/ 601644 w 6884912"/>
              <a:gd name="connsiteY11" fmla="*/ 1003997 h 1161397"/>
              <a:gd name="connsiteX12" fmla="*/ 651408 w 6884912"/>
              <a:gd name="connsiteY12" fmla="*/ 984938 h 1161397"/>
              <a:gd name="connsiteX13" fmla="*/ 673197 w 6884912"/>
              <a:gd name="connsiteY13" fmla="*/ 1010060 h 1161397"/>
              <a:gd name="connsiteX14" fmla="*/ 723108 w 6884912"/>
              <a:gd name="connsiteY14" fmla="*/ 980081 h 1161397"/>
              <a:gd name="connsiteX15" fmla="*/ 797699 w 6884912"/>
              <a:gd name="connsiteY15" fmla="*/ 931362 h 1161397"/>
              <a:gd name="connsiteX16" fmla="*/ 843359 w 6884912"/>
              <a:gd name="connsiteY16" fmla="*/ 910894 h 1161397"/>
              <a:gd name="connsiteX17" fmla="*/ 965215 w 6884912"/>
              <a:gd name="connsiteY17" fmla="*/ 846701 h 1161397"/>
              <a:gd name="connsiteX18" fmla="*/ 1085080 w 6884912"/>
              <a:gd name="connsiteY18" fmla="*/ 776086 h 1161397"/>
              <a:gd name="connsiteX19" fmla="*/ 1131224 w 6884912"/>
              <a:gd name="connsiteY19" fmla="*/ 706160 h 1161397"/>
              <a:gd name="connsiteX20" fmla="*/ 1138051 w 6884912"/>
              <a:gd name="connsiteY20" fmla="*/ 702034 h 1161397"/>
              <a:gd name="connsiteX21" fmla="*/ 1158800 w 6884912"/>
              <a:gd name="connsiteY21" fmla="*/ 700004 h 1161397"/>
              <a:gd name="connsiteX22" fmla="*/ 1166947 w 6884912"/>
              <a:gd name="connsiteY22" fmla="*/ 700762 h 1161397"/>
              <a:gd name="connsiteX23" fmla="*/ 1178135 w 6884912"/>
              <a:gd name="connsiteY23" fmla="*/ 698631 h 1161397"/>
              <a:gd name="connsiteX24" fmla="*/ 1178301 w 6884912"/>
              <a:gd name="connsiteY24" fmla="*/ 698094 h 1161397"/>
              <a:gd name="connsiteX25" fmla="*/ 1188995 w 6884912"/>
              <a:gd name="connsiteY25" fmla="*/ 697048 h 1161397"/>
              <a:gd name="connsiteX26" fmla="*/ 1242716 w 6884912"/>
              <a:gd name="connsiteY26" fmla="*/ 698052 h 1161397"/>
              <a:gd name="connsiteX27" fmla="*/ 1299977 w 6884912"/>
              <a:gd name="connsiteY27" fmla="*/ 639196 h 1161397"/>
              <a:gd name="connsiteX28" fmla="*/ 1326190 w 6884912"/>
              <a:gd name="connsiteY28" fmla="*/ 625955 h 1161397"/>
              <a:gd name="connsiteX29" fmla="*/ 1339600 w 6884912"/>
              <a:gd name="connsiteY29" fmla="*/ 616295 h 1161397"/>
              <a:gd name="connsiteX30" fmla="*/ 1340054 w 6884912"/>
              <a:gd name="connsiteY30" fmla="*/ 614022 h 1161397"/>
              <a:gd name="connsiteX31" fmla="*/ 1391606 w 6884912"/>
              <a:gd name="connsiteY31" fmla="*/ 615229 h 1161397"/>
              <a:gd name="connsiteX32" fmla="*/ 1397565 w 6884912"/>
              <a:gd name="connsiteY32" fmla="*/ 611490 h 1161397"/>
              <a:gd name="connsiteX33" fmla="*/ 1432302 w 6884912"/>
              <a:gd name="connsiteY33" fmla="*/ 617267 h 1161397"/>
              <a:gd name="connsiteX34" fmla="*/ 1449644 w 6884912"/>
              <a:gd name="connsiteY34" fmla="*/ 617591 h 1161397"/>
              <a:gd name="connsiteX35" fmla="*/ 1455793 w 6884912"/>
              <a:gd name="connsiteY35" fmla="*/ 623174 h 1161397"/>
              <a:gd name="connsiteX36" fmla="*/ 1480758 w 6884912"/>
              <a:gd name="connsiteY36" fmla="*/ 620863 h 1161397"/>
              <a:gd name="connsiteX37" fmla="*/ 1483154 w 6884912"/>
              <a:gd name="connsiteY37" fmla="*/ 618527 h 1161397"/>
              <a:gd name="connsiteX38" fmla="*/ 1505495 w 6884912"/>
              <a:gd name="connsiteY38" fmla="*/ 624325 h 1161397"/>
              <a:gd name="connsiteX39" fmla="*/ 1526340 w 6884912"/>
              <a:gd name="connsiteY39" fmla="*/ 638496 h 1161397"/>
              <a:gd name="connsiteX40" fmla="*/ 1731986 w 6884912"/>
              <a:gd name="connsiteY40" fmla="*/ 589682 h 1161397"/>
              <a:gd name="connsiteX41" fmla="*/ 1927935 w 6884912"/>
              <a:gd name="connsiteY41" fmla="*/ 628540 h 1161397"/>
              <a:gd name="connsiteX42" fmla="*/ 2039075 w 6884912"/>
              <a:gd name="connsiteY42" fmla="*/ 599964 h 1161397"/>
              <a:gd name="connsiteX43" fmla="*/ 2066980 w 6884912"/>
              <a:gd name="connsiteY43" fmla="*/ 550413 h 1161397"/>
              <a:gd name="connsiteX44" fmla="*/ 2352236 w 6884912"/>
              <a:gd name="connsiteY44" fmla="*/ 519602 h 1161397"/>
              <a:gd name="connsiteX45" fmla="*/ 2420791 w 6884912"/>
              <a:gd name="connsiteY45" fmla="*/ 492826 h 1161397"/>
              <a:gd name="connsiteX46" fmla="*/ 2489932 w 6884912"/>
              <a:gd name="connsiteY46" fmla="*/ 507864 h 1161397"/>
              <a:gd name="connsiteX47" fmla="*/ 2512917 w 6884912"/>
              <a:gd name="connsiteY47" fmla="*/ 489127 h 1161397"/>
              <a:gd name="connsiteX48" fmla="*/ 2516783 w 6884912"/>
              <a:gd name="connsiteY48" fmla="*/ 485473 h 1161397"/>
              <a:gd name="connsiteX49" fmla="*/ 2534360 w 6884912"/>
              <a:gd name="connsiteY49" fmla="*/ 480064 h 1161397"/>
              <a:gd name="connsiteX50" fmla="*/ 2536691 w 6884912"/>
              <a:gd name="connsiteY50" fmla="*/ 467018 h 1161397"/>
              <a:gd name="connsiteX51" fmla="*/ 2561265 w 6884912"/>
              <a:gd name="connsiteY51" fmla="*/ 450623 h 1161397"/>
              <a:gd name="connsiteX52" fmla="*/ 2594349 w 6884912"/>
              <a:gd name="connsiteY52" fmla="*/ 443884 h 1161397"/>
              <a:gd name="connsiteX53" fmla="*/ 2754324 w 6884912"/>
              <a:gd name="connsiteY53" fmla="*/ 424766 h 1161397"/>
              <a:gd name="connsiteX54" fmla="*/ 2848470 w 6884912"/>
              <a:gd name="connsiteY54" fmla="*/ 405966 h 1161397"/>
              <a:gd name="connsiteX55" fmla="*/ 2881772 w 6884912"/>
              <a:gd name="connsiteY55" fmla="*/ 387260 h 1161397"/>
              <a:gd name="connsiteX56" fmla="*/ 2929932 w 6884912"/>
              <a:gd name="connsiteY56" fmla="*/ 368912 h 1161397"/>
              <a:gd name="connsiteX57" fmla="*/ 3013020 w 6884912"/>
              <a:gd name="connsiteY57" fmla="*/ 327578 h 1161397"/>
              <a:gd name="connsiteX58" fmla="*/ 3127968 w 6884912"/>
              <a:gd name="connsiteY58" fmla="*/ 287613 h 1161397"/>
              <a:gd name="connsiteX59" fmla="*/ 3222191 w 6884912"/>
              <a:gd name="connsiteY59" fmla="*/ 307887 h 1161397"/>
              <a:gd name="connsiteX60" fmla="*/ 3227953 w 6884912"/>
              <a:gd name="connsiteY60" fmla="*/ 297650 h 1161397"/>
              <a:gd name="connsiteX61" fmla="*/ 3287859 w 6884912"/>
              <a:gd name="connsiteY61" fmla="*/ 287558 h 1161397"/>
              <a:gd name="connsiteX62" fmla="*/ 3510042 w 6884912"/>
              <a:gd name="connsiteY62" fmla="*/ 311820 h 1161397"/>
              <a:gd name="connsiteX63" fmla="*/ 3626773 w 6884912"/>
              <a:gd name="connsiteY63" fmla="*/ 290452 h 1161397"/>
              <a:gd name="connsiteX64" fmla="*/ 3666217 w 6884912"/>
              <a:gd name="connsiteY64" fmla="*/ 273255 h 1161397"/>
              <a:gd name="connsiteX65" fmla="*/ 3732427 w 6884912"/>
              <a:gd name="connsiteY65" fmla="*/ 245039 h 1161397"/>
              <a:gd name="connsiteX66" fmla="*/ 3777022 w 6884912"/>
              <a:gd name="connsiteY66" fmla="*/ 200276 h 1161397"/>
              <a:gd name="connsiteX67" fmla="*/ 3791246 w 6884912"/>
              <a:gd name="connsiteY67" fmla="*/ 189996 h 1161397"/>
              <a:gd name="connsiteX68" fmla="*/ 3819864 w 6884912"/>
              <a:gd name="connsiteY68" fmla="*/ 194605 h 1161397"/>
              <a:gd name="connsiteX69" fmla="*/ 3830398 w 6884912"/>
              <a:gd name="connsiteY69" fmla="*/ 188383 h 1161397"/>
              <a:gd name="connsiteX70" fmla="*/ 3834360 w 6884912"/>
              <a:gd name="connsiteY70" fmla="*/ 188992 h 1161397"/>
              <a:gd name="connsiteX71" fmla="*/ 3843715 w 6884912"/>
              <a:gd name="connsiteY71" fmla="*/ 188752 h 1161397"/>
              <a:gd name="connsiteX72" fmla="*/ 3842609 w 6884912"/>
              <a:gd name="connsiteY72" fmla="*/ 197386 h 1161397"/>
              <a:gd name="connsiteX73" fmla="*/ 3853961 w 6884912"/>
              <a:gd name="connsiteY73" fmla="*/ 213380 h 1161397"/>
              <a:gd name="connsiteX74" fmla="*/ 3907640 w 6884912"/>
              <a:gd name="connsiteY74" fmla="*/ 207568 h 1161397"/>
              <a:gd name="connsiteX75" fmla="*/ 3910449 w 6884912"/>
              <a:gd name="connsiteY75" fmla="*/ 197808 h 1161397"/>
              <a:gd name="connsiteX76" fmla="*/ 3917197 w 6884912"/>
              <a:gd name="connsiteY76" fmla="*/ 196121 h 1161397"/>
              <a:gd name="connsiteX77" fmla="*/ 3922400 w 6884912"/>
              <a:gd name="connsiteY77" fmla="*/ 205056 h 1161397"/>
              <a:gd name="connsiteX78" fmla="*/ 4013061 w 6884912"/>
              <a:gd name="connsiteY78" fmla="*/ 224874 h 1161397"/>
              <a:gd name="connsiteX79" fmla="*/ 4134285 w 6884912"/>
              <a:gd name="connsiteY79" fmla="*/ 235592 h 1161397"/>
              <a:gd name="connsiteX80" fmla="*/ 4220717 w 6884912"/>
              <a:gd name="connsiteY80" fmla="*/ 192946 h 1161397"/>
              <a:gd name="connsiteX81" fmla="*/ 4228802 w 6884912"/>
              <a:gd name="connsiteY81" fmla="*/ 201468 h 1161397"/>
              <a:gd name="connsiteX82" fmla="*/ 4289361 w 6884912"/>
              <a:gd name="connsiteY82" fmla="*/ 196642 h 1161397"/>
              <a:gd name="connsiteX83" fmla="*/ 4498913 w 6884912"/>
              <a:gd name="connsiteY83" fmla="*/ 118915 h 1161397"/>
              <a:gd name="connsiteX84" fmla="*/ 4617330 w 6884912"/>
              <a:gd name="connsiteY84" fmla="*/ 111163 h 1161397"/>
              <a:gd name="connsiteX85" fmla="*/ 4659778 w 6884912"/>
              <a:gd name="connsiteY85" fmla="*/ 118219 h 1161397"/>
              <a:gd name="connsiteX86" fmla="*/ 4730870 w 6884912"/>
              <a:gd name="connsiteY86" fmla="*/ 129432 h 1161397"/>
              <a:gd name="connsiteX87" fmla="*/ 4785037 w 6884912"/>
              <a:gd name="connsiteY87" fmla="*/ 161964 h 1161397"/>
              <a:gd name="connsiteX88" fmla="*/ 4844073 w 6884912"/>
              <a:gd name="connsiteY88" fmla="*/ 161768 h 1161397"/>
              <a:gd name="connsiteX89" fmla="*/ 4856454 w 6884912"/>
              <a:gd name="connsiteY89" fmla="*/ 130488 h 1161397"/>
              <a:gd name="connsiteX90" fmla="*/ 4920038 w 6884912"/>
              <a:gd name="connsiteY90" fmla="*/ 140418 h 1161397"/>
              <a:gd name="connsiteX91" fmla="*/ 5016639 w 6884912"/>
              <a:gd name="connsiteY91" fmla="*/ 158905 h 1161397"/>
              <a:gd name="connsiteX92" fmla="*/ 5072009 w 6884912"/>
              <a:gd name="connsiteY92" fmla="*/ 161502 h 1161397"/>
              <a:gd name="connsiteX93" fmla="*/ 5223626 w 6884912"/>
              <a:gd name="connsiteY93" fmla="*/ 177356 h 1161397"/>
              <a:gd name="connsiteX94" fmla="*/ 5375773 w 6884912"/>
              <a:gd name="connsiteY94" fmla="*/ 199913 h 1161397"/>
              <a:gd name="connsiteX95" fmla="*/ 5467502 w 6884912"/>
              <a:gd name="connsiteY95" fmla="*/ 250963 h 1161397"/>
              <a:gd name="connsiteX96" fmla="*/ 5592395 w 6884912"/>
              <a:gd name="connsiteY96" fmla="*/ 265434 h 1161397"/>
              <a:gd name="connsiteX97" fmla="*/ 5613532 w 6884912"/>
              <a:gd name="connsiteY97" fmla="*/ 273379 h 1161397"/>
              <a:gd name="connsiteX98" fmla="*/ 5642173 w 6884912"/>
              <a:gd name="connsiteY98" fmla="*/ 266904 h 1161397"/>
              <a:gd name="connsiteX99" fmla="*/ 5756910 w 6884912"/>
              <a:gd name="connsiteY99" fmla="*/ 239211 h 1161397"/>
              <a:gd name="connsiteX100" fmla="*/ 5846667 w 6884912"/>
              <a:gd name="connsiteY100" fmla="*/ 201786 h 1161397"/>
              <a:gd name="connsiteX101" fmla="*/ 5960732 w 6884912"/>
              <a:gd name="connsiteY101" fmla="*/ 220708 h 1161397"/>
              <a:gd name="connsiteX102" fmla="*/ 6029542 w 6884912"/>
              <a:gd name="connsiteY102" fmla="*/ 210339 h 1161397"/>
              <a:gd name="connsiteX103" fmla="*/ 6141123 w 6884912"/>
              <a:gd name="connsiteY103" fmla="*/ 159923 h 1161397"/>
              <a:gd name="connsiteX104" fmla="*/ 6290640 w 6884912"/>
              <a:gd name="connsiteY104" fmla="*/ 167441 h 1161397"/>
              <a:gd name="connsiteX105" fmla="*/ 6322806 w 6884912"/>
              <a:gd name="connsiteY105" fmla="*/ 213293 h 1161397"/>
              <a:gd name="connsiteX106" fmla="*/ 6364914 w 6884912"/>
              <a:gd name="connsiteY106" fmla="*/ 240140 h 1161397"/>
              <a:gd name="connsiteX107" fmla="*/ 6380420 w 6884912"/>
              <a:gd name="connsiteY107" fmla="*/ 173195 h 1161397"/>
              <a:gd name="connsiteX108" fmla="*/ 6507891 w 6884912"/>
              <a:gd name="connsiteY108" fmla="*/ 118474 h 1161397"/>
              <a:gd name="connsiteX109" fmla="*/ 6571807 w 6884912"/>
              <a:gd name="connsiteY109" fmla="*/ 98636 h 1161397"/>
              <a:gd name="connsiteX110" fmla="*/ 6671880 w 6884912"/>
              <a:gd name="connsiteY110" fmla="*/ 82931 h 1161397"/>
              <a:gd name="connsiteX111" fmla="*/ 6702266 w 6884912"/>
              <a:gd name="connsiteY111" fmla="*/ 75470 h 1161397"/>
              <a:gd name="connsiteX112" fmla="*/ 6845802 w 6884912"/>
              <a:gd name="connsiteY112" fmla="*/ 24496 h 11613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</a:cxnLst>
            <a:rect l="l" t="t" r="r" b="b"/>
            <a:pathLst>
              <a:path w="6884912" h="1161397">
                <a:moveTo>
                  <a:pt x="6884912" y="0"/>
                </a:moveTo>
                <a:lnTo>
                  <a:pt x="6884912" y="1161397"/>
                </a:lnTo>
                <a:lnTo>
                  <a:pt x="0" y="1161397"/>
                </a:lnTo>
                <a:lnTo>
                  <a:pt x="27135" y="1147460"/>
                </a:lnTo>
                <a:cubicBezTo>
                  <a:pt x="57431" y="1167048"/>
                  <a:pt x="61886" y="1135904"/>
                  <a:pt x="115388" y="1159043"/>
                </a:cubicBezTo>
                <a:cubicBezTo>
                  <a:pt x="116121" y="1155340"/>
                  <a:pt x="117370" y="1151777"/>
                  <a:pt x="119094" y="1148463"/>
                </a:cubicBezTo>
                <a:cubicBezTo>
                  <a:pt x="129121" y="1129214"/>
                  <a:pt x="152727" y="1122391"/>
                  <a:pt x="171824" y="1133224"/>
                </a:cubicBezTo>
                <a:cubicBezTo>
                  <a:pt x="254344" y="1161369"/>
                  <a:pt x="315458" y="1143220"/>
                  <a:pt x="376455" y="1137381"/>
                </a:cubicBezTo>
                <a:cubicBezTo>
                  <a:pt x="443775" y="1125614"/>
                  <a:pt x="382885" y="1083927"/>
                  <a:pt x="478946" y="1106011"/>
                </a:cubicBezTo>
                <a:cubicBezTo>
                  <a:pt x="481662" y="1085172"/>
                  <a:pt x="491731" y="1081489"/>
                  <a:pt x="512111" y="1085599"/>
                </a:cubicBezTo>
                <a:cubicBezTo>
                  <a:pt x="544368" y="1078502"/>
                  <a:pt x="526559" y="1032754"/>
                  <a:pt x="567875" y="1051976"/>
                </a:cubicBezTo>
                <a:cubicBezTo>
                  <a:pt x="553871" y="1028602"/>
                  <a:pt x="624901" y="1025930"/>
                  <a:pt x="601644" y="1003997"/>
                </a:cubicBezTo>
                <a:cubicBezTo>
                  <a:pt x="614803" y="975652"/>
                  <a:pt x="637415" y="1010272"/>
                  <a:pt x="651408" y="984938"/>
                </a:cubicBezTo>
                <a:cubicBezTo>
                  <a:pt x="673042" y="974024"/>
                  <a:pt x="646948" y="1015207"/>
                  <a:pt x="673197" y="1010060"/>
                </a:cubicBezTo>
                <a:cubicBezTo>
                  <a:pt x="703527" y="999318"/>
                  <a:pt x="718626" y="1045053"/>
                  <a:pt x="723108" y="980081"/>
                </a:cubicBezTo>
                <a:cubicBezTo>
                  <a:pt x="760262" y="985126"/>
                  <a:pt x="757827" y="957145"/>
                  <a:pt x="797699" y="931362"/>
                </a:cubicBezTo>
                <a:cubicBezTo>
                  <a:pt x="821097" y="940623"/>
                  <a:pt x="833565" y="929189"/>
                  <a:pt x="843359" y="910894"/>
                </a:cubicBezTo>
                <a:cubicBezTo>
                  <a:pt x="887668" y="902160"/>
                  <a:pt x="919738" y="869376"/>
                  <a:pt x="965215" y="846701"/>
                </a:cubicBezTo>
                <a:cubicBezTo>
                  <a:pt x="1023081" y="848019"/>
                  <a:pt x="1036422" y="800154"/>
                  <a:pt x="1085080" y="776086"/>
                </a:cubicBezTo>
                <a:cubicBezTo>
                  <a:pt x="1140763" y="795544"/>
                  <a:pt x="1110309" y="730471"/>
                  <a:pt x="1131224" y="706160"/>
                </a:cubicBezTo>
                <a:lnTo>
                  <a:pt x="1138051" y="702034"/>
                </a:lnTo>
                <a:lnTo>
                  <a:pt x="1158800" y="700004"/>
                </a:lnTo>
                <a:lnTo>
                  <a:pt x="1166947" y="700762"/>
                </a:lnTo>
                <a:cubicBezTo>
                  <a:pt x="1172432" y="700717"/>
                  <a:pt x="1175913" y="699961"/>
                  <a:pt x="1178135" y="698631"/>
                </a:cubicBezTo>
                <a:lnTo>
                  <a:pt x="1178301" y="698094"/>
                </a:lnTo>
                <a:lnTo>
                  <a:pt x="1188995" y="697048"/>
                </a:lnTo>
                <a:cubicBezTo>
                  <a:pt x="1207294" y="696390"/>
                  <a:pt x="1225337" y="696802"/>
                  <a:pt x="1242716" y="698052"/>
                </a:cubicBezTo>
                <a:cubicBezTo>
                  <a:pt x="1250387" y="668345"/>
                  <a:pt x="1318259" y="689091"/>
                  <a:pt x="1299977" y="639196"/>
                </a:cubicBezTo>
                <a:cubicBezTo>
                  <a:pt x="1323072" y="639367"/>
                  <a:pt x="1341279" y="658105"/>
                  <a:pt x="1326190" y="625955"/>
                </a:cubicBezTo>
                <a:cubicBezTo>
                  <a:pt x="1333572" y="625050"/>
                  <a:pt x="1337406" y="621362"/>
                  <a:pt x="1339600" y="616295"/>
                </a:cubicBezTo>
                <a:lnTo>
                  <a:pt x="1340054" y="614022"/>
                </a:lnTo>
                <a:lnTo>
                  <a:pt x="1391606" y="615229"/>
                </a:lnTo>
                <a:lnTo>
                  <a:pt x="1397565" y="611490"/>
                </a:lnTo>
                <a:lnTo>
                  <a:pt x="1432302" y="617267"/>
                </a:lnTo>
                <a:lnTo>
                  <a:pt x="1449644" y="617591"/>
                </a:lnTo>
                <a:lnTo>
                  <a:pt x="1455793" y="623174"/>
                </a:lnTo>
                <a:cubicBezTo>
                  <a:pt x="1461744" y="626151"/>
                  <a:pt x="1469373" y="626493"/>
                  <a:pt x="1480758" y="620863"/>
                </a:cubicBezTo>
                <a:lnTo>
                  <a:pt x="1483154" y="618527"/>
                </a:lnTo>
                <a:lnTo>
                  <a:pt x="1505495" y="624325"/>
                </a:lnTo>
                <a:cubicBezTo>
                  <a:pt x="1512992" y="627532"/>
                  <a:pt x="1520025" y="632078"/>
                  <a:pt x="1526340" y="638496"/>
                </a:cubicBezTo>
                <a:cubicBezTo>
                  <a:pt x="1586113" y="586768"/>
                  <a:pt x="1659006" y="610309"/>
                  <a:pt x="1731986" y="589682"/>
                </a:cubicBezTo>
                <a:cubicBezTo>
                  <a:pt x="1750397" y="523106"/>
                  <a:pt x="1896056" y="573257"/>
                  <a:pt x="1927935" y="628540"/>
                </a:cubicBezTo>
                <a:cubicBezTo>
                  <a:pt x="1912854" y="559823"/>
                  <a:pt x="2112261" y="676347"/>
                  <a:pt x="2039075" y="599964"/>
                </a:cubicBezTo>
                <a:cubicBezTo>
                  <a:pt x="2066036" y="601198"/>
                  <a:pt x="2086366" y="569532"/>
                  <a:pt x="2066980" y="550413"/>
                </a:cubicBezTo>
                <a:cubicBezTo>
                  <a:pt x="2155364" y="582582"/>
                  <a:pt x="2259548" y="514786"/>
                  <a:pt x="2352236" y="519602"/>
                </a:cubicBezTo>
                <a:cubicBezTo>
                  <a:pt x="2388450" y="459394"/>
                  <a:pt x="2373298" y="511682"/>
                  <a:pt x="2420791" y="492826"/>
                </a:cubicBezTo>
                <a:cubicBezTo>
                  <a:pt x="2417962" y="542563"/>
                  <a:pt x="2475071" y="455098"/>
                  <a:pt x="2489932" y="507864"/>
                </a:cubicBezTo>
                <a:cubicBezTo>
                  <a:pt x="2498105" y="502761"/>
                  <a:pt x="2505553" y="496153"/>
                  <a:pt x="2512917" y="489127"/>
                </a:cubicBezTo>
                <a:lnTo>
                  <a:pt x="2516783" y="485473"/>
                </a:lnTo>
                <a:lnTo>
                  <a:pt x="2534360" y="480064"/>
                </a:lnTo>
                <a:lnTo>
                  <a:pt x="2536691" y="467018"/>
                </a:lnTo>
                <a:lnTo>
                  <a:pt x="2561265" y="450623"/>
                </a:lnTo>
                <a:cubicBezTo>
                  <a:pt x="2570872" y="446262"/>
                  <a:pt x="2581686" y="443655"/>
                  <a:pt x="2594349" y="443884"/>
                </a:cubicBezTo>
                <a:cubicBezTo>
                  <a:pt x="2640435" y="464638"/>
                  <a:pt x="2696955" y="396361"/>
                  <a:pt x="2754324" y="424766"/>
                </a:cubicBezTo>
                <a:cubicBezTo>
                  <a:pt x="2775130" y="430896"/>
                  <a:pt x="2837731" y="423458"/>
                  <a:pt x="2848470" y="405966"/>
                </a:cubicBezTo>
                <a:cubicBezTo>
                  <a:pt x="2861295" y="401100"/>
                  <a:pt x="2876936" y="405309"/>
                  <a:pt x="2881772" y="387260"/>
                </a:cubicBezTo>
                <a:cubicBezTo>
                  <a:pt x="2890299" y="365261"/>
                  <a:pt x="2938134" y="392997"/>
                  <a:pt x="2929932" y="368912"/>
                </a:cubicBezTo>
                <a:cubicBezTo>
                  <a:pt x="2963844" y="387799"/>
                  <a:pt x="2986550" y="341223"/>
                  <a:pt x="3013020" y="327578"/>
                </a:cubicBezTo>
                <a:cubicBezTo>
                  <a:pt x="3040041" y="346996"/>
                  <a:pt x="3068934" y="299222"/>
                  <a:pt x="3127968" y="287613"/>
                </a:cubicBezTo>
                <a:cubicBezTo>
                  <a:pt x="3157770" y="310215"/>
                  <a:pt x="3167695" y="279445"/>
                  <a:pt x="3222191" y="307887"/>
                </a:cubicBezTo>
                <a:cubicBezTo>
                  <a:pt x="3223593" y="304249"/>
                  <a:pt x="3225533" y="300801"/>
                  <a:pt x="3227953" y="297650"/>
                </a:cubicBezTo>
                <a:cubicBezTo>
                  <a:pt x="3242008" y="279345"/>
                  <a:pt x="3268831" y="274825"/>
                  <a:pt x="3287859" y="287558"/>
                </a:cubicBezTo>
                <a:cubicBezTo>
                  <a:pt x="3373144" y="323866"/>
                  <a:pt x="3442657" y="311681"/>
                  <a:pt x="3510042" y="311820"/>
                </a:cubicBezTo>
                <a:cubicBezTo>
                  <a:pt x="3585274" y="306641"/>
                  <a:pt x="3525753" y="258887"/>
                  <a:pt x="3626773" y="290452"/>
                </a:cubicBezTo>
                <a:cubicBezTo>
                  <a:pt x="3633124" y="269835"/>
                  <a:pt x="3644693" y="267134"/>
                  <a:pt x="3666217" y="273255"/>
                </a:cubicBezTo>
                <a:cubicBezTo>
                  <a:pt x="3702502" y="269310"/>
                  <a:pt x="3690563" y="221720"/>
                  <a:pt x="3732427" y="245039"/>
                </a:cubicBezTo>
                <a:cubicBezTo>
                  <a:pt x="3720985" y="220241"/>
                  <a:pt x="3798776" y="224539"/>
                  <a:pt x="3777022" y="200276"/>
                </a:cubicBezTo>
                <a:cubicBezTo>
                  <a:pt x="3781759" y="193499"/>
                  <a:pt x="3786499" y="190723"/>
                  <a:pt x="3791246" y="189996"/>
                </a:cubicBezTo>
                <a:cubicBezTo>
                  <a:pt x="3800740" y="188542"/>
                  <a:pt x="3810265" y="195284"/>
                  <a:pt x="3819864" y="194605"/>
                </a:cubicBezTo>
                <a:lnTo>
                  <a:pt x="3830398" y="188383"/>
                </a:lnTo>
                <a:lnTo>
                  <a:pt x="3834360" y="188992"/>
                </a:lnTo>
                <a:lnTo>
                  <a:pt x="3843715" y="188752"/>
                </a:lnTo>
                <a:lnTo>
                  <a:pt x="3842609" y="197386"/>
                </a:lnTo>
                <a:cubicBezTo>
                  <a:pt x="3840673" y="205638"/>
                  <a:pt x="3839248" y="214671"/>
                  <a:pt x="3853961" y="213380"/>
                </a:cubicBezTo>
                <a:cubicBezTo>
                  <a:pt x="3884396" y="206569"/>
                  <a:pt x="3895082" y="241941"/>
                  <a:pt x="3907640" y="207568"/>
                </a:cubicBezTo>
                <a:lnTo>
                  <a:pt x="3910449" y="197808"/>
                </a:lnTo>
                <a:lnTo>
                  <a:pt x="3917197" y="196121"/>
                </a:lnTo>
                <a:cubicBezTo>
                  <a:pt x="3920833" y="196372"/>
                  <a:pt x="3922919" y="198717"/>
                  <a:pt x="3922400" y="205056"/>
                </a:cubicBezTo>
                <a:cubicBezTo>
                  <a:pt x="3950680" y="178467"/>
                  <a:pt x="3984062" y="218098"/>
                  <a:pt x="4013061" y="224874"/>
                </a:cubicBezTo>
                <a:cubicBezTo>
                  <a:pt x="4034530" y="199451"/>
                  <a:pt x="4074202" y="238734"/>
                  <a:pt x="4134285" y="235592"/>
                </a:cubicBezTo>
                <a:cubicBezTo>
                  <a:pt x="4157674" y="206403"/>
                  <a:pt x="4174806" y="233822"/>
                  <a:pt x="4220717" y="192946"/>
                </a:cubicBezTo>
                <a:cubicBezTo>
                  <a:pt x="4222964" y="196132"/>
                  <a:pt x="4225687" y="199002"/>
                  <a:pt x="4228802" y="201468"/>
                </a:cubicBezTo>
                <a:cubicBezTo>
                  <a:pt x="4246898" y="215792"/>
                  <a:pt x="4274013" y="213632"/>
                  <a:pt x="4289361" y="196642"/>
                </a:cubicBezTo>
                <a:cubicBezTo>
                  <a:pt x="4363212" y="140627"/>
                  <a:pt x="4433598" y="135488"/>
                  <a:pt x="4498913" y="118915"/>
                </a:cubicBezTo>
                <a:cubicBezTo>
                  <a:pt x="4573135" y="105586"/>
                  <a:pt x="4527062" y="166416"/>
                  <a:pt x="4617330" y="111163"/>
                </a:cubicBezTo>
                <a:cubicBezTo>
                  <a:pt x="4628518" y="129608"/>
                  <a:pt x="4640397" y="129405"/>
                  <a:pt x="4659778" y="118219"/>
                </a:cubicBezTo>
                <a:cubicBezTo>
                  <a:pt x="4695929" y="113193"/>
                  <a:pt x="4695958" y="162259"/>
                  <a:pt x="4730870" y="129432"/>
                </a:cubicBezTo>
                <a:cubicBezTo>
                  <a:pt x="4725822" y="156271"/>
                  <a:pt x="4800214" y="133127"/>
                  <a:pt x="4785037" y="161964"/>
                </a:cubicBezTo>
                <a:cubicBezTo>
                  <a:pt x="4810025" y="183633"/>
                  <a:pt x="4819434" y="143205"/>
                  <a:pt x="4844073" y="161768"/>
                </a:cubicBezTo>
                <a:cubicBezTo>
                  <a:pt x="4870797" y="164132"/>
                  <a:pt x="4827288" y="135164"/>
                  <a:pt x="4856454" y="130488"/>
                </a:cubicBezTo>
                <a:cubicBezTo>
                  <a:pt x="4892086" y="129553"/>
                  <a:pt x="4889263" y="81477"/>
                  <a:pt x="4920038" y="140418"/>
                </a:cubicBezTo>
                <a:cubicBezTo>
                  <a:pt x="4956358" y="122308"/>
                  <a:pt x="4965108" y="149263"/>
                  <a:pt x="5016639" y="158905"/>
                </a:cubicBezTo>
                <a:cubicBezTo>
                  <a:pt x="5037063" y="141828"/>
                  <a:pt x="5054534" y="147986"/>
                  <a:pt x="5072009" y="161502"/>
                </a:cubicBezTo>
                <a:cubicBezTo>
                  <a:pt x="5121260" y="153653"/>
                  <a:pt x="5167555" y="172635"/>
                  <a:pt x="5223626" y="177356"/>
                </a:cubicBezTo>
                <a:cubicBezTo>
                  <a:pt x="5282824" y="155243"/>
                  <a:pt x="5315859" y="195041"/>
                  <a:pt x="5375773" y="199913"/>
                </a:cubicBezTo>
                <a:cubicBezTo>
                  <a:pt x="5432511" y="156218"/>
                  <a:pt x="5417550" y="256036"/>
                  <a:pt x="5467502" y="250963"/>
                </a:cubicBezTo>
                <a:cubicBezTo>
                  <a:pt x="5547124" y="209975"/>
                  <a:pt x="5467171" y="283839"/>
                  <a:pt x="5592395" y="265434"/>
                </a:cubicBezTo>
                <a:cubicBezTo>
                  <a:pt x="5599201" y="258867"/>
                  <a:pt x="5614752" y="264706"/>
                  <a:pt x="5613532" y="273379"/>
                </a:cubicBezTo>
                <a:cubicBezTo>
                  <a:pt x="5621390" y="270408"/>
                  <a:pt x="5639720" y="253173"/>
                  <a:pt x="5642173" y="266904"/>
                </a:cubicBezTo>
                <a:cubicBezTo>
                  <a:pt x="5682296" y="267049"/>
                  <a:pt x="5721812" y="257513"/>
                  <a:pt x="5756910" y="239211"/>
                </a:cubicBezTo>
                <a:cubicBezTo>
                  <a:pt x="5834998" y="260050"/>
                  <a:pt x="5790596" y="197229"/>
                  <a:pt x="5846667" y="201786"/>
                </a:cubicBezTo>
                <a:cubicBezTo>
                  <a:pt x="5892444" y="227312"/>
                  <a:pt x="5908324" y="204527"/>
                  <a:pt x="5960732" y="220708"/>
                </a:cubicBezTo>
                <a:cubicBezTo>
                  <a:pt x="5977124" y="175349"/>
                  <a:pt x="6009640" y="223654"/>
                  <a:pt x="6029542" y="210339"/>
                </a:cubicBezTo>
                <a:cubicBezTo>
                  <a:pt x="6063108" y="261420"/>
                  <a:pt x="6107411" y="160034"/>
                  <a:pt x="6141123" y="159923"/>
                </a:cubicBezTo>
                <a:cubicBezTo>
                  <a:pt x="6198068" y="167749"/>
                  <a:pt x="6260628" y="219715"/>
                  <a:pt x="6290640" y="167441"/>
                </a:cubicBezTo>
                <a:cubicBezTo>
                  <a:pt x="6295193" y="188689"/>
                  <a:pt x="6290494" y="217816"/>
                  <a:pt x="6322806" y="213293"/>
                </a:cubicBezTo>
                <a:cubicBezTo>
                  <a:pt x="6335911" y="223881"/>
                  <a:pt x="6338726" y="256581"/>
                  <a:pt x="6364914" y="240140"/>
                </a:cubicBezTo>
                <a:cubicBezTo>
                  <a:pt x="6331888" y="211628"/>
                  <a:pt x="6385856" y="207033"/>
                  <a:pt x="6380420" y="173195"/>
                </a:cubicBezTo>
                <a:cubicBezTo>
                  <a:pt x="6420580" y="151473"/>
                  <a:pt x="6513519" y="179296"/>
                  <a:pt x="6507891" y="118474"/>
                </a:cubicBezTo>
                <a:cubicBezTo>
                  <a:pt x="6519398" y="82452"/>
                  <a:pt x="6571830" y="137398"/>
                  <a:pt x="6571807" y="98636"/>
                </a:cubicBezTo>
                <a:cubicBezTo>
                  <a:pt x="6594702" y="123421"/>
                  <a:pt x="6634676" y="82071"/>
                  <a:pt x="6671880" y="82931"/>
                </a:cubicBezTo>
                <a:cubicBezTo>
                  <a:pt x="6678855" y="65407"/>
                  <a:pt x="6687415" y="66196"/>
                  <a:pt x="6702266" y="75470"/>
                </a:cubicBezTo>
                <a:cubicBezTo>
                  <a:pt x="6747004" y="78450"/>
                  <a:pt x="6798307" y="53072"/>
                  <a:pt x="6845802" y="24496"/>
                </a:cubicBezTo>
                <a:close/>
              </a:path>
            </a:pathLst>
          </a:custGeom>
          <a:solidFill>
            <a:srgbClr val="82766A">
              <a:alpha val="15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6186415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3" name="Rectangle 8">
            <a:extLst>
              <a:ext uri="{FF2B5EF4-FFF2-40B4-BE49-F238E27FC236}">
                <a16:creationId xmlns:a16="http://schemas.microsoft.com/office/drawing/2014/main" id="{0E91F5CA-B392-444C-88E3-BF5BAAEBDEB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Freeform: Shape 10">
            <a:extLst>
              <a:ext uri="{FF2B5EF4-FFF2-40B4-BE49-F238E27FC236}">
                <a16:creationId xmlns:a16="http://schemas.microsoft.com/office/drawing/2014/main" id="{DFCA2118-59A2-4310-A4B2-F2CBA821E84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4940492"/>
            <a:ext cx="12192000" cy="1924333"/>
          </a:xfrm>
          <a:custGeom>
            <a:avLst/>
            <a:gdLst>
              <a:gd name="connsiteX0" fmla="*/ 6189199 w 12192000"/>
              <a:gd name="connsiteY0" fmla="*/ 588 h 1924333"/>
              <a:gd name="connsiteX1" fmla="*/ 6207079 w 12192000"/>
              <a:gd name="connsiteY1" fmla="*/ 2850 h 1924333"/>
              <a:gd name="connsiteX2" fmla="*/ 6285610 w 12192000"/>
              <a:gd name="connsiteY2" fmla="*/ 18131 h 1924333"/>
              <a:gd name="connsiteX3" fmla="*/ 6378008 w 12192000"/>
              <a:gd name="connsiteY3" fmla="*/ 24625 h 1924333"/>
              <a:gd name="connsiteX4" fmla="*/ 6466340 w 12192000"/>
              <a:gd name="connsiteY4" fmla="*/ 21366 h 1924333"/>
              <a:gd name="connsiteX5" fmla="*/ 6553334 w 12192000"/>
              <a:gd name="connsiteY5" fmla="*/ 35307 h 1924333"/>
              <a:gd name="connsiteX6" fmla="*/ 6626068 w 12192000"/>
              <a:gd name="connsiteY6" fmla="*/ 58045 h 1924333"/>
              <a:gd name="connsiteX7" fmla="*/ 6692303 w 12192000"/>
              <a:gd name="connsiteY7" fmla="*/ 91487 h 1924333"/>
              <a:gd name="connsiteX8" fmla="*/ 6733670 w 12192000"/>
              <a:gd name="connsiteY8" fmla="*/ 118130 h 1924333"/>
              <a:gd name="connsiteX9" fmla="*/ 6798016 w 12192000"/>
              <a:gd name="connsiteY9" fmla="*/ 112271 h 1924333"/>
              <a:gd name="connsiteX10" fmla="*/ 6801081 w 12192000"/>
              <a:gd name="connsiteY10" fmla="*/ 114963 h 1924333"/>
              <a:gd name="connsiteX11" fmla="*/ 6819351 w 12192000"/>
              <a:gd name="connsiteY11" fmla="*/ 128825 h 1924333"/>
              <a:gd name="connsiteX12" fmla="*/ 6852732 w 12192000"/>
              <a:gd name="connsiteY12" fmla="*/ 123321 h 1924333"/>
              <a:gd name="connsiteX13" fmla="*/ 6865247 w 12192000"/>
              <a:gd name="connsiteY13" fmla="*/ 128836 h 1924333"/>
              <a:gd name="connsiteX14" fmla="*/ 6905517 w 12192000"/>
              <a:gd name="connsiteY14" fmla="*/ 129265 h 1924333"/>
              <a:gd name="connsiteX15" fmla="*/ 6950286 w 12192000"/>
              <a:gd name="connsiteY15" fmla="*/ 150104 h 1924333"/>
              <a:gd name="connsiteX16" fmla="*/ 7003442 w 12192000"/>
              <a:gd name="connsiteY16" fmla="*/ 136136 h 1924333"/>
              <a:gd name="connsiteX17" fmla="*/ 7160047 w 12192000"/>
              <a:gd name="connsiteY17" fmla="*/ 166721 h 1924333"/>
              <a:gd name="connsiteX18" fmla="*/ 7325604 w 12192000"/>
              <a:gd name="connsiteY18" fmla="*/ 215867 h 1924333"/>
              <a:gd name="connsiteX19" fmla="*/ 7540522 w 12192000"/>
              <a:gd name="connsiteY19" fmla="*/ 239374 h 1924333"/>
              <a:gd name="connsiteX20" fmla="*/ 7612071 w 12192000"/>
              <a:gd name="connsiteY20" fmla="*/ 229553 h 1924333"/>
              <a:gd name="connsiteX21" fmla="*/ 7651995 w 12192000"/>
              <a:gd name="connsiteY21" fmla="*/ 244567 h 1924333"/>
              <a:gd name="connsiteX22" fmla="*/ 7725761 w 12192000"/>
              <a:gd name="connsiteY22" fmla="*/ 258638 h 1924333"/>
              <a:gd name="connsiteX23" fmla="*/ 7823038 w 12192000"/>
              <a:gd name="connsiteY23" fmla="*/ 287078 h 1924333"/>
              <a:gd name="connsiteX24" fmla="*/ 7866405 w 12192000"/>
              <a:gd name="connsiteY24" fmla="*/ 287288 h 1924333"/>
              <a:gd name="connsiteX25" fmla="*/ 7875021 w 12192000"/>
              <a:gd name="connsiteY25" fmla="*/ 288224 h 1924333"/>
              <a:gd name="connsiteX26" fmla="*/ 7875146 w 12192000"/>
              <a:gd name="connsiteY26" fmla="*/ 288614 h 1924333"/>
              <a:gd name="connsiteX27" fmla="*/ 7907443 w 12192000"/>
              <a:gd name="connsiteY27" fmla="*/ 291752 h 1924333"/>
              <a:gd name="connsiteX28" fmla="*/ 7912892 w 12192000"/>
              <a:gd name="connsiteY28" fmla="*/ 294833 h 1924333"/>
              <a:gd name="connsiteX29" fmla="*/ 7946345 w 12192000"/>
              <a:gd name="connsiteY29" fmla="*/ 319359 h 1924333"/>
              <a:gd name="connsiteX30" fmla="*/ 8021238 w 12192000"/>
              <a:gd name="connsiteY30" fmla="*/ 315159 h 1924333"/>
              <a:gd name="connsiteX31" fmla="*/ 8094697 w 12192000"/>
              <a:gd name="connsiteY31" fmla="*/ 351819 h 1924333"/>
              <a:gd name="connsiteX32" fmla="*/ 8155208 w 12192000"/>
              <a:gd name="connsiteY32" fmla="*/ 371168 h 1924333"/>
              <a:gd name="connsiteX33" fmla="*/ 8248472 w 12192000"/>
              <a:gd name="connsiteY33" fmla="*/ 400489 h 1924333"/>
              <a:gd name="connsiteX34" fmla="*/ 8300068 w 12192000"/>
              <a:gd name="connsiteY34" fmla="*/ 405531 h 1924333"/>
              <a:gd name="connsiteX35" fmla="*/ 8356293 w 12192000"/>
              <a:gd name="connsiteY35" fmla="*/ 403328 h 1924333"/>
              <a:gd name="connsiteX36" fmla="*/ 8475838 w 12192000"/>
              <a:gd name="connsiteY36" fmla="*/ 435524 h 1924333"/>
              <a:gd name="connsiteX37" fmla="*/ 8575216 w 12192000"/>
              <a:gd name="connsiteY37" fmla="*/ 450198 h 1924333"/>
              <a:gd name="connsiteX38" fmla="*/ 8588650 w 12192000"/>
              <a:gd name="connsiteY38" fmla="*/ 447070 h 1924333"/>
              <a:gd name="connsiteX39" fmla="*/ 8612184 w 12192000"/>
              <a:gd name="connsiteY39" fmla="*/ 439577 h 1924333"/>
              <a:gd name="connsiteX40" fmla="*/ 8630713 w 12192000"/>
              <a:gd name="connsiteY40" fmla="*/ 433015 h 1924333"/>
              <a:gd name="connsiteX41" fmla="*/ 8704240 w 12192000"/>
              <a:gd name="connsiteY41" fmla="*/ 422865 h 1924333"/>
              <a:gd name="connsiteX42" fmla="*/ 8829513 w 12192000"/>
              <a:gd name="connsiteY42" fmla="*/ 429389 h 1924333"/>
              <a:gd name="connsiteX43" fmla="*/ 9083651 w 12192000"/>
              <a:gd name="connsiteY43" fmla="*/ 390744 h 1924333"/>
              <a:gd name="connsiteX44" fmla="*/ 9371402 w 12192000"/>
              <a:gd name="connsiteY44" fmla="*/ 371809 h 1924333"/>
              <a:gd name="connsiteX45" fmla="*/ 9429586 w 12192000"/>
              <a:gd name="connsiteY45" fmla="*/ 369213 h 1924333"/>
              <a:gd name="connsiteX46" fmla="*/ 9489757 w 12192000"/>
              <a:gd name="connsiteY46" fmla="*/ 377814 h 1924333"/>
              <a:gd name="connsiteX47" fmla="*/ 9516954 w 12192000"/>
              <a:gd name="connsiteY47" fmla="*/ 376991 h 1924333"/>
              <a:gd name="connsiteX48" fmla="*/ 9645588 w 12192000"/>
              <a:gd name="connsiteY48" fmla="*/ 363590 h 1924333"/>
              <a:gd name="connsiteX49" fmla="*/ 9722896 w 12192000"/>
              <a:gd name="connsiteY49" fmla="*/ 360983 h 1924333"/>
              <a:gd name="connsiteX50" fmla="*/ 9752803 w 12192000"/>
              <a:gd name="connsiteY50" fmla="*/ 368492 h 1924333"/>
              <a:gd name="connsiteX51" fmla="*/ 9890305 w 12192000"/>
              <a:gd name="connsiteY51" fmla="*/ 380736 h 1924333"/>
              <a:gd name="connsiteX52" fmla="*/ 9939767 w 12192000"/>
              <a:gd name="connsiteY52" fmla="*/ 377776 h 1924333"/>
              <a:gd name="connsiteX53" fmla="*/ 9944355 w 12192000"/>
              <a:gd name="connsiteY53" fmla="*/ 377352 h 1924333"/>
              <a:gd name="connsiteX54" fmla="*/ 9953719 w 12192000"/>
              <a:gd name="connsiteY54" fmla="*/ 375642 h 1924333"/>
              <a:gd name="connsiteX55" fmla="*/ 9955809 w 12192000"/>
              <a:gd name="connsiteY55" fmla="*/ 376294 h 1924333"/>
              <a:gd name="connsiteX56" fmla="*/ 10032710 w 12192000"/>
              <a:gd name="connsiteY56" fmla="*/ 394940 h 1924333"/>
              <a:gd name="connsiteX57" fmla="*/ 10049925 w 12192000"/>
              <a:gd name="connsiteY57" fmla="*/ 404971 h 1924333"/>
              <a:gd name="connsiteX58" fmla="*/ 10112671 w 12192000"/>
              <a:gd name="connsiteY58" fmla="*/ 414549 h 1924333"/>
              <a:gd name="connsiteX59" fmla="*/ 10170853 w 12192000"/>
              <a:gd name="connsiteY59" fmla="*/ 435168 h 1924333"/>
              <a:gd name="connsiteX60" fmla="*/ 10290184 w 12192000"/>
              <a:gd name="connsiteY60" fmla="*/ 448123 h 1924333"/>
              <a:gd name="connsiteX61" fmla="*/ 10320158 w 12192000"/>
              <a:gd name="connsiteY61" fmla="*/ 458352 h 1924333"/>
              <a:gd name="connsiteX62" fmla="*/ 10321815 w 12192000"/>
              <a:gd name="connsiteY62" fmla="*/ 463087 h 1924333"/>
              <a:gd name="connsiteX63" fmla="*/ 10373742 w 12192000"/>
              <a:gd name="connsiteY63" fmla="*/ 464538 h 1924333"/>
              <a:gd name="connsiteX64" fmla="*/ 10428532 w 12192000"/>
              <a:gd name="connsiteY64" fmla="*/ 492504 h 1924333"/>
              <a:gd name="connsiteX65" fmla="*/ 10466490 w 12192000"/>
              <a:gd name="connsiteY65" fmla="*/ 517759 h 1924333"/>
              <a:gd name="connsiteX66" fmla="*/ 10466675 w 12192000"/>
              <a:gd name="connsiteY66" fmla="*/ 522076 h 1924333"/>
              <a:gd name="connsiteX67" fmla="*/ 10470309 w 12192000"/>
              <a:gd name="connsiteY67" fmla="*/ 522792 h 1924333"/>
              <a:gd name="connsiteX68" fmla="*/ 10474138 w 12192000"/>
              <a:gd name="connsiteY68" fmla="*/ 519761 h 1924333"/>
              <a:gd name="connsiteX69" fmla="*/ 10501100 w 12192000"/>
              <a:gd name="connsiteY69" fmla="*/ 528263 h 1924333"/>
              <a:gd name="connsiteX70" fmla="*/ 10502395 w 12192000"/>
              <a:gd name="connsiteY70" fmla="*/ 536393 h 1924333"/>
              <a:gd name="connsiteX71" fmla="*/ 10689496 w 12192000"/>
              <a:gd name="connsiteY71" fmla="*/ 560233 h 1924333"/>
              <a:gd name="connsiteX72" fmla="*/ 10788736 w 12192000"/>
              <a:gd name="connsiteY72" fmla="*/ 613188 h 1924333"/>
              <a:gd name="connsiteX73" fmla="*/ 10819747 w 12192000"/>
              <a:gd name="connsiteY73" fmla="*/ 621351 h 1924333"/>
              <a:gd name="connsiteX74" fmla="*/ 10864632 w 12192000"/>
              <a:gd name="connsiteY74" fmla="*/ 644858 h 1924333"/>
              <a:gd name="connsiteX75" fmla="*/ 10929407 w 12192000"/>
              <a:gd name="connsiteY75" fmla="*/ 652945 h 1924333"/>
              <a:gd name="connsiteX76" fmla="*/ 10979412 w 12192000"/>
              <a:gd name="connsiteY76" fmla="*/ 654217 h 1924333"/>
              <a:gd name="connsiteX77" fmla="*/ 11006959 w 12192000"/>
              <a:gd name="connsiteY77" fmla="*/ 657017 h 1924333"/>
              <a:gd name="connsiteX78" fmla="*/ 11077038 w 12192000"/>
              <a:gd name="connsiteY78" fmla="*/ 668487 h 1924333"/>
              <a:gd name="connsiteX79" fmla="*/ 11157850 w 12192000"/>
              <a:gd name="connsiteY79" fmla="*/ 693164 h 1924333"/>
              <a:gd name="connsiteX80" fmla="*/ 11175276 w 12192000"/>
              <a:gd name="connsiteY80" fmla="*/ 697243 h 1924333"/>
              <a:gd name="connsiteX81" fmla="*/ 11191131 w 12192000"/>
              <a:gd name="connsiteY81" fmla="*/ 696085 h 1924333"/>
              <a:gd name="connsiteX82" fmla="*/ 11195573 w 12192000"/>
              <a:gd name="connsiteY82" fmla="*/ 691751 h 1924333"/>
              <a:gd name="connsiteX83" fmla="*/ 11205299 w 12192000"/>
              <a:gd name="connsiteY83" fmla="*/ 693247 h 1924333"/>
              <a:gd name="connsiteX84" fmla="*/ 11223770 w 12192000"/>
              <a:gd name="connsiteY84" fmla="*/ 690335 h 1924333"/>
              <a:gd name="connsiteX85" fmla="*/ 11292119 w 12192000"/>
              <a:gd name="connsiteY85" fmla="*/ 713311 h 1924333"/>
              <a:gd name="connsiteX86" fmla="*/ 11435379 w 12192000"/>
              <a:gd name="connsiteY86" fmla="*/ 758519 h 1924333"/>
              <a:gd name="connsiteX87" fmla="*/ 11604406 w 12192000"/>
              <a:gd name="connsiteY87" fmla="*/ 810476 h 1924333"/>
              <a:gd name="connsiteX88" fmla="*/ 11652155 w 12192000"/>
              <a:gd name="connsiteY88" fmla="*/ 825109 h 1924333"/>
              <a:gd name="connsiteX89" fmla="*/ 11654192 w 12192000"/>
              <a:gd name="connsiteY89" fmla="*/ 827301 h 1924333"/>
              <a:gd name="connsiteX90" fmla="*/ 11676599 w 12192000"/>
              <a:gd name="connsiteY90" fmla="*/ 846628 h 1924333"/>
              <a:gd name="connsiteX91" fmla="*/ 11775168 w 12192000"/>
              <a:gd name="connsiteY91" fmla="*/ 890664 h 1924333"/>
              <a:gd name="connsiteX92" fmla="*/ 11826341 w 12192000"/>
              <a:gd name="connsiteY92" fmla="*/ 877558 h 1924333"/>
              <a:gd name="connsiteX93" fmla="*/ 11879068 w 12192000"/>
              <a:gd name="connsiteY93" fmla="*/ 874038 h 1924333"/>
              <a:gd name="connsiteX94" fmla="*/ 11889563 w 12192000"/>
              <a:gd name="connsiteY94" fmla="*/ 878619 h 1924333"/>
              <a:gd name="connsiteX95" fmla="*/ 12016613 w 12192000"/>
              <a:gd name="connsiteY95" fmla="*/ 886111 h 1924333"/>
              <a:gd name="connsiteX96" fmla="*/ 12108292 w 12192000"/>
              <a:gd name="connsiteY96" fmla="*/ 868500 h 1924333"/>
              <a:gd name="connsiteX97" fmla="*/ 12182910 w 12192000"/>
              <a:gd name="connsiteY97" fmla="*/ 882003 h 1924333"/>
              <a:gd name="connsiteX98" fmla="*/ 12192000 w 12192000"/>
              <a:gd name="connsiteY98" fmla="*/ 884778 h 1924333"/>
              <a:gd name="connsiteX99" fmla="*/ 12192000 w 12192000"/>
              <a:gd name="connsiteY99" fmla="*/ 1610315 h 1924333"/>
              <a:gd name="connsiteX100" fmla="*/ 12191998 w 12192000"/>
              <a:gd name="connsiteY100" fmla="*/ 1610315 h 1924333"/>
              <a:gd name="connsiteX101" fmla="*/ 12191998 w 12192000"/>
              <a:gd name="connsiteY101" fmla="*/ 1924333 h 1924333"/>
              <a:gd name="connsiteX102" fmla="*/ 0 w 12192000"/>
              <a:gd name="connsiteY102" fmla="*/ 1924333 h 1924333"/>
              <a:gd name="connsiteX103" fmla="*/ 0 w 12192000"/>
              <a:gd name="connsiteY103" fmla="*/ 505159 h 1924333"/>
              <a:gd name="connsiteX104" fmla="*/ 5722 w 12192000"/>
              <a:gd name="connsiteY104" fmla="*/ 508889 h 1924333"/>
              <a:gd name="connsiteX105" fmla="*/ 38476 w 12192000"/>
              <a:gd name="connsiteY105" fmla="*/ 524137 h 1924333"/>
              <a:gd name="connsiteX106" fmla="*/ 192883 w 12192000"/>
              <a:gd name="connsiteY106" fmla="*/ 545272 h 1924333"/>
              <a:gd name="connsiteX107" fmla="*/ 343710 w 12192000"/>
              <a:gd name="connsiteY107" fmla="*/ 565029 h 1924333"/>
              <a:gd name="connsiteX108" fmla="*/ 471066 w 12192000"/>
              <a:gd name="connsiteY108" fmla="*/ 549837 h 1924333"/>
              <a:gd name="connsiteX109" fmla="*/ 617333 w 12192000"/>
              <a:gd name="connsiteY109" fmla="*/ 526428 h 1924333"/>
              <a:gd name="connsiteX110" fmla="*/ 725203 w 12192000"/>
              <a:gd name="connsiteY110" fmla="*/ 523793 h 1924333"/>
              <a:gd name="connsiteX111" fmla="*/ 788494 w 12192000"/>
              <a:gd name="connsiteY111" fmla="*/ 505799 h 1924333"/>
              <a:gd name="connsiteX112" fmla="*/ 885977 w 12192000"/>
              <a:gd name="connsiteY112" fmla="*/ 526585 h 1924333"/>
              <a:gd name="connsiteX113" fmla="*/ 932142 w 12192000"/>
              <a:gd name="connsiteY113" fmla="*/ 528005 h 1924333"/>
              <a:gd name="connsiteX114" fmla="*/ 1090404 w 12192000"/>
              <a:gd name="connsiteY114" fmla="*/ 498299 h 1924333"/>
              <a:gd name="connsiteX115" fmla="*/ 1188628 w 12192000"/>
              <a:gd name="connsiteY115" fmla="*/ 483151 h 1924333"/>
              <a:gd name="connsiteX116" fmla="*/ 1316247 w 12192000"/>
              <a:gd name="connsiteY116" fmla="*/ 425979 h 1924333"/>
              <a:gd name="connsiteX117" fmla="*/ 1357712 w 12192000"/>
              <a:gd name="connsiteY117" fmla="*/ 416549 h 1924333"/>
              <a:gd name="connsiteX118" fmla="*/ 1425921 w 12192000"/>
              <a:gd name="connsiteY118" fmla="*/ 413953 h 1924333"/>
              <a:gd name="connsiteX119" fmla="*/ 1503817 w 12192000"/>
              <a:gd name="connsiteY119" fmla="*/ 380457 h 1924333"/>
              <a:gd name="connsiteX120" fmla="*/ 1639196 w 12192000"/>
              <a:gd name="connsiteY120" fmla="*/ 372785 h 1924333"/>
              <a:gd name="connsiteX121" fmla="*/ 1705606 w 12192000"/>
              <a:gd name="connsiteY121" fmla="*/ 359023 h 1924333"/>
              <a:gd name="connsiteX122" fmla="*/ 1813011 w 12192000"/>
              <a:gd name="connsiteY122" fmla="*/ 331023 h 1924333"/>
              <a:gd name="connsiteX123" fmla="*/ 1831380 w 12192000"/>
              <a:gd name="connsiteY123" fmla="*/ 341307 h 1924333"/>
              <a:gd name="connsiteX124" fmla="*/ 1858612 w 12192000"/>
              <a:gd name="connsiteY124" fmla="*/ 326777 h 1924333"/>
              <a:gd name="connsiteX125" fmla="*/ 1880661 w 12192000"/>
              <a:gd name="connsiteY125" fmla="*/ 335987 h 1924333"/>
              <a:gd name="connsiteX126" fmla="*/ 1941495 w 12192000"/>
              <a:gd name="connsiteY126" fmla="*/ 310792 h 1924333"/>
              <a:gd name="connsiteX127" fmla="*/ 1995402 w 12192000"/>
              <a:gd name="connsiteY127" fmla="*/ 305480 h 1924333"/>
              <a:gd name="connsiteX128" fmla="*/ 2223864 w 12192000"/>
              <a:gd name="connsiteY128" fmla="*/ 266118 h 1924333"/>
              <a:gd name="connsiteX129" fmla="*/ 2418043 w 12192000"/>
              <a:gd name="connsiteY129" fmla="*/ 215314 h 1924333"/>
              <a:gd name="connsiteX130" fmla="*/ 2558461 w 12192000"/>
              <a:gd name="connsiteY130" fmla="*/ 168193 h 1924333"/>
              <a:gd name="connsiteX131" fmla="*/ 2595535 w 12192000"/>
              <a:gd name="connsiteY131" fmla="*/ 158548 h 1924333"/>
              <a:gd name="connsiteX132" fmla="*/ 2626942 w 12192000"/>
              <a:gd name="connsiteY132" fmla="*/ 130400 h 1924333"/>
              <a:gd name="connsiteX133" fmla="*/ 2632225 w 12192000"/>
              <a:gd name="connsiteY133" fmla="*/ 130446 h 1924333"/>
              <a:gd name="connsiteX134" fmla="*/ 2696856 w 12192000"/>
              <a:gd name="connsiteY134" fmla="*/ 128498 h 1924333"/>
              <a:gd name="connsiteX135" fmla="*/ 2759767 w 12192000"/>
              <a:gd name="connsiteY135" fmla="*/ 127784 h 1924333"/>
              <a:gd name="connsiteX136" fmla="*/ 2792685 w 12192000"/>
              <a:gd name="connsiteY136" fmla="*/ 115710 h 1924333"/>
              <a:gd name="connsiteX137" fmla="*/ 2799767 w 12192000"/>
              <a:gd name="connsiteY137" fmla="*/ 113754 h 1924333"/>
              <a:gd name="connsiteX138" fmla="*/ 2829799 w 12192000"/>
              <a:gd name="connsiteY138" fmla="*/ 120042 h 1924333"/>
              <a:gd name="connsiteX139" fmla="*/ 2890704 w 12192000"/>
              <a:gd name="connsiteY139" fmla="*/ 121493 h 1924333"/>
              <a:gd name="connsiteX140" fmla="*/ 3042646 w 12192000"/>
              <a:gd name="connsiteY140" fmla="*/ 112273 h 1924333"/>
              <a:gd name="connsiteX141" fmla="*/ 3146630 w 12192000"/>
              <a:gd name="connsiteY141" fmla="*/ 100898 h 1924333"/>
              <a:gd name="connsiteX142" fmla="*/ 3233163 w 12192000"/>
              <a:gd name="connsiteY142" fmla="*/ 120200 h 1924333"/>
              <a:gd name="connsiteX143" fmla="*/ 3372699 w 12192000"/>
              <a:gd name="connsiteY143" fmla="*/ 129394 h 1924333"/>
              <a:gd name="connsiteX144" fmla="*/ 3394352 w 12192000"/>
              <a:gd name="connsiteY144" fmla="*/ 131671 h 1924333"/>
              <a:gd name="connsiteX145" fmla="*/ 3448218 w 12192000"/>
              <a:gd name="connsiteY145" fmla="*/ 118229 h 1924333"/>
              <a:gd name="connsiteX146" fmla="*/ 3505047 w 12192000"/>
              <a:gd name="connsiteY146" fmla="*/ 115412 h 1924333"/>
              <a:gd name="connsiteX147" fmla="*/ 3521767 w 12192000"/>
              <a:gd name="connsiteY147" fmla="*/ 111071 h 1924333"/>
              <a:gd name="connsiteX148" fmla="*/ 3585137 w 12192000"/>
              <a:gd name="connsiteY148" fmla="*/ 114371 h 1924333"/>
              <a:gd name="connsiteX149" fmla="*/ 3690293 w 12192000"/>
              <a:gd name="connsiteY149" fmla="*/ 98301 h 1924333"/>
              <a:gd name="connsiteX150" fmla="*/ 3867818 w 12192000"/>
              <a:gd name="connsiteY150" fmla="*/ 88985 h 1924333"/>
              <a:gd name="connsiteX151" fmla="*/ 4091337 w 12192000"/>
              <a:gd name="connsiteY151" fmla="*/ 70813 h 1924333"/>
              <a:gd name="connsiteX152" fmla="*/ 4246332 w 12192000"/>
              <a:gd name="connsiteY152" fmla="*/ 41697 h 1924333"/>
              <a:gd name="connsiteX153" fmla="*/ 4266975 w 12192000"/>
              <a:gd name="connsiteY153" fmla="*/ 46592 h 1924333"/>
              <a:gd name="connsiteX154" fmla="*/ 4270566 w 12192000"/>
              <a:gd name="connsiteY154" fmla="*/ 47620 h 1924333"/>
              <a:gd name="connsiteX155" fmla="*/ 4288964 w 12192000"/>
              <a:gd name="connsiteY155" fmla="*/ 52766 h 1924333"/>
              <a:gd name="connsiteX156" fmla="*/ 4365137 w 12192000"/>
              <a:gd name="connsiteY156" fmla="*/ 51783 h 1924333"/>
              <a:gd name="connsiteX157" fmla="*/ 4430546 w 12192000"/>
              <a:gd name="connsiteY157" fmla="*/ 44555 h 1924333"/>
              <a:gd name="connsiteX158" fmla="*/ 4444136 w 12192000"/>
              <a:gd name="connsiteY158" fmla="*/ 39567 h 1924333"/>
              <a:gd name="connsiteX159" fmla="*/ 4534039 w 12192000"/>
              <a:gd name="connsiteY159" fmla="*/ 31604 h 1924333"/>
              <a:gd name="connsiteX160" fmla="*/ 4560448 w 12192000"/>
              <a:gd name="connsiteY160" fmla="*/ 25231 h 1924333"/>
              <a:gd name="connsiteX161" fmla="*/ 4568006 w 12192000"/>
              <a:gd name="connsiteY161" fmla="*/ 25970 h 1924333"/>
              <a:gd name="connsiteX162" fmla="*/ 4595497 w 12192000"/>
              <a:gd name="connsiteY162" fmla="*/ 22958 h 1924333"/>
              <a:gd name="connsiteX163" fmla="*/ 4608623 w 12192000"/>
              <a:gd name="connsiteY163" fmla="*/ 18108 h 1924333"/>
              <a:gd name="connsiteX164" fmla="*/ 4623942 w 12192000"/>
              <a:gd name="connsiteY164" fmla="*/ 22251 h 1924333"/>
              <a:gd name="connsiteX165" fmla="*/ 4664336 w 12192000"/>
              <a:gd name="connsiteY165" fmla="*/ 23306 h 1924333"/>
              <a:gd name="connsiteX166" fmla="*/ 4677385 w 12192000"/>
              <a:gd name="connsiteY166" fmla="*/ 18246 h 1924333"/>
              <a:gd name="connsiteX167" fmla="*/ 4698143 w 12192000"/>
              <a:gd name="connsiteY167" fmla="*/ 18036 h 1924333"/>
              <a:gd name="connsiteX168" fmla="*/ 4750609 w 12192000"/>
              <a:gd name="connsiteY168" fmla="*/ 23611 h 1924333"/>
              <a:gd name="connsiteX169" fmla="*/ 4784658 w 12192000"/>
              <a:gd name="connsiteY169" fmla="*/ 25057 h 1924333"/>
              <a:gd name="connsiteX170" fmla="*/ 4847558 w 12192000"/>
              <a:gd name="connsiteY170" fmla="*/ 38726 h 1924333"/>
              <a:gd name="connsiteX171" fmla="*/ 4909134 w 12192000"/>
              <a:gd name="connsiteY171" fmla="*/ 50659 h 1924333"/>
              <a:gd name="connsiteX172" fmla="*/ 5099219 w 12192000"/>
              <a:gd name="connsiteY172" fmla="*/ 55050 h 1924333"/>
              <a:gd name="connsiteX173" fmla="*/ 5184992 w 12192000"/>
              <a:gd name="connsiteY173" fmla="*/ 67596 h 1924333"/>
              <a:gd name="connsiteX174" fmla="*/ 5229637 w 12192000"/>
              <a:gd name="connsiteY174" fmla="*/ 67789 h 1924333"/>
              <a:gd name="connsiteX175" fmla="*/ 5389346 w 12192000"/>
              <a:gd name="connsiteY175" fmla="*/ 80211 h 1924333"/>
              <a:gd name="connsiteX176" fmla="*/ 5494414 w 12192000"/>
              <a:gd name="connsiteY176" fmla="*/ 75926 h 1924333"/>
              <a:gd name="connsiteX177" fmla="*/ 5528443 w 12192000"/>
              <a:gd name="connsiteY177" fmla="*/ 77206 h 1924333"/>
              <a:gd name="connsiteX178" fmla="*/ 5684939 w 12192000"/>
              <a:gd name="connsiteY178" fmla="*/ 50269 h 1924333"/>
              <a:gd name="connsiteX179" fmla="*/ 5765146 w 12192000"/>
              <a:gd name="connsiteY179" fmla="*/ 50414 h 1924333"/>
              <a:gd name="connsiteX180" fmla="*/ 5848655 w 12192000"/>
              <a:gd name="connsiteY180" fmla="*/ 35257 h 1924333"/>
              <a:gd name="connsiteX181" fmla="*/ 5930656 w 12192000"/>
              <a:gd name="connsiteY181" fmla="*/ 30131 h 1924333"/>
              <a:gd name="connsiteX182" fmla="*/ 6124150 w 12192000"/>
              <a:gd name="connsiteY182" fmla="*/ 31679 h 1924333"/>
              <a:gd name="connsiteX183" fmla="*/ 6189199 w 12192000"/>
              <a:gd name="connsiteY183" fmla="*/ 588 h 192433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</a:cxnLst>
            <a:rect l="l" t="t" r="r" b="b"/>
            <a:pathLst>
              <a:path w="12192000" h="1924333">
                <a:moveTo>
                  <a:pt x="6189199" y="588"/>
                </a:moveTo>
                <a:cubicBezTo>
                  <a:pt x="6196356" y="-574"/>
                  <a:pt x="6202609" y="-108"/>
                  <a:pt x="6207079" y="2850"/>
                </a:cubicBezTo>
                <a:cubicBezTo>
                  <a:pt x="6222026" y="2749"/>
                  <a:pt x="6273489" y="3767"/>
                  <a:pt x="6285610" y="18131"/>
                </a:cubicBezTo>
                <a:cubicBezTo>
                  <a:pt x="6307255" y="18685"/>
                  <a:pt x="6357141" y="23793"/>
                  <a:pt x="6378008" y="24625"/>
                </a:cubicBezTo>
                <a:cubicBezTo>
                  <a:pt x="6409946" y="30645"/>
                  <a:pt x="6438307" y="10375"/>
                  <a:pt x="6466340" y="21366"/>
                </a:cubicBezTo>
                <a:cubicBezTo>
                  <a:pt x="6488276" y="31229"/>
                  <a:pt x="6529854" y="28110"/>
                  <a:pt x="6553334" y="35307"/>
                </a:cubicBezTo>
                <a:cubicBezTo>
                  <a:pt x="6561737" y="48059"/>
                  <a:pt x="6609188" y="62087"/>
                  <a:pt x="6626068" y="58045"/>
                </a:cubicBezTo>
                <a:cubicBezTo>
                  <a:pt x="6660952" y="66570"/>
                  <a:pt x="6666277" y="84716"/>
                  <a:pt x="6692303" y="91487"/>
                </a:cubicBezTo>
                <a:lnTo>
                  <a:pt x="6733670" y="118130"/>
                </a:lnTo>
                <a:lnTo>
                  <a:pt x="6798016" y="112271"/>
                </a:lnTo>
                <a:lnTo>
                  <a:pt x="6801081" y="114963"/>
                </a:lnTo>
                <a:cubicBezTo>
                  <a:pt x="6806919" y="120140"/>
                  <a:pt x="6812832" y="125016"/>
                  <a:pt x="6819351" y="128825"/>
                </a:cubicBezTo>
                <a:cubicBezTo>
                  <a:pt x="6825742" y="109997"/>
                  <a:pt x="6840132" y="116541"/>
                  <a:pt x="6852732" y="123321"/>
                </a:cubicBezTo>
                <a:lnTo>
                  <a:pt x="6865247" y="128836"/>
                </a:lnTo>
                <a:lnTo>
                  <a:pt x="6905517" y="129265"/>
                </a:lnTo>
                <a:cubicBezTo>
                  <a:pt x="6934052" y="140042"/>
                  <a:pt x="6939773" y="141556"/>
                  <a:pt x="6950286" y="150104"/>
                </a:cubicBezTo>
                <a:lnTo>
                  <a:pt x="7003442" y="136136"/>
                </a:lnTo>
                <a:lnTo>
                  <a:pt x="7160047" y="166721"/>
                </a:lnTo>
                <a:cubicBezTo>
                  <a:pt x="7207281" y="179911"/>
                  <a:pt x="7280644" y="210197"/>
                  <a:pt x="7325604" y="215867"/>
                </a:cubicBezTo>
                <a:cubicBezTo>
                  <a:pt x="7460113" y="233904"/>
                  <a:pt x="7393081" y="242880"/>
                  <a:pt x="7540522" y="239374"/>
                </a:cubicBezTo>
                <a:cubicBezTo>
                  <a:pt x="7545714" y="234872"/>
                  <a:pt x="7605972" y="231727"/>
                  <a:pt x="7612071" y="229553"/>
                </a:cubicBezTo>
                <a:lnTo>
                  <a:pt x="7651995" y="244567"/>
                </a:lnTo>
                <a:lnTo>
                  <a:pt x="7725761" y="258638"/>
                </a:lnTo>
                <a:lnTo>
                  <a:pt x="7823038" y="287078"/>
                </a:lnTo>
                <a:cubicBezTo>
                  <a:pt x="7837080" y="286482"/>
                  <a:pt x="7851647" y="286498"/>
                  <a:pt x="7866405" y="287288"/>
                </a:cubicBezTo>
                <a:lnTo>
                  <a:pt x="7875021" y="288224"/>
                </a:lnTo>
                <a:cubicBezTo>
                  <a:pt x="7875062" y="288354"/>
                  <a:pt x="7875105" y="288483"/>
                  <a:pt x="7875146" y="288614"/>
                </a:cubicBezTo>
                <a:cubicBezTo>
                  <a:pt x="7880550" y="289202"/>
                  <a:pt x="7901153" y="290716"/>
                  <a:pt x="7907443" y="291752"/>
                </a:cubicBezTo>
                <a:lnTo>
                  <a:pt x="7912892" y="294833"/>
                </a:lnTo>
                <a:lnTo>
                  <a:pt x="7946345" y="319359"/>
                </a:lnTo>
                <a:cubicBezTo>
                  <a:pt x="7958657" y="312776"/>
                  <a:pt x="7996513" y="309749"/>
                  <a:pt x="8021238" y="315159"/>
                </a:cubicBezTo>
                <a:cubicBezTo>
                  <a:pt x="8045964" y="320570"/>
                  <a:pt x="8058169" y="340462"/>
                  <a:pt x="8094697" y="351819"/>
                </a:cubicBezTo>
                <a:cubicBezTo>
                  <a:pt x="8129587" y="361154"/>
                  <a:pt x="8116181" y="360544"/>
                  <a:pt x="8155208" y="371168"/>
                </a:cubicBezTo>
                <a:cubicBezTo>
                  <a:pt x="8196217" y="383300"/>
                  <a:pt x="8205468" y="391801"/>
                  <a:pt x="8248472" y="400489"/>
                </a:cubicBezTo>
                <a:cubicBezTo>
                  <a:pt x="8283932" y="419791"/>
                  <a:pt x="8278617" y="392031"/>
                  <a:pt x="8300068" y="405531"/>
                </a:cubicBezTo>
                <a:lnTo>
                  <a:pt x="8356293" y="403328"/>
                </a:lnTo>
                <a:cubicBezTo>
                  <a:pt x="8377247" y="404463"/>
                  <a:pt x="8438442" y="433194"/>
                  <a:pt x="8475838" y="435524"/>
                </a:cubicBezTo>
                <a:cubicBezTo>
                  <a:pt x="8510241" y="438037"/>
                  <a:pt x="8545511" y="449840"/>
                  <a:pt x="8575216" y="450198"/>
                </a:cubicBezTo>
                <a:lnTo>
                  <a:pt x="8588650" y="447070"/>
                </a:lnTo>
                <a:lnTo>
                  <a:pt x="8612184" y="439577"/>
                </a:lnTo>
                <a:lnTo>
                  <a:pt x="8630713" y="433015"/>
                </a:lnTo>
                <a:cubicBezTo>
                  <a:pt x="8635870" y="429519"/>
                  <a:pt x="8700685" y="428411"/>
                  <a:pt x="8704240" y="422865"/>
                </a:cubicBezTo>
                <a:cubicBezTo>
                  <a:pt x="8761777" y="429549"/>
                  <a:pt x="8768302" y="427178"/>
                  <a:pt x="8829513" y="429389"/>
                </a:cubicBezTo>
                <a:cubicBezTo>
                  <a:pt x="8922895" y="444672"/>
                  <a:pt x="8924579" y="401507"/>
                  <a:pt x="9083651" y="390744"/>
                </a:cubicBezTo>
                <a:cubicBezTo>
                  <a:pt x="9138403" y="388032"/>
                  <a:pt x="9315003" y="378647"/>
                  <a:pt x="9371402" y="371809"/>
                </a:cubicBezTo>
                <a:cubicBezTo>
                  <a:pt x="9358632" y="337502"/>
                  <a:pt x="9402842" y="379364"/>
                  <a:pt x="9429586" y="369213"/>
                </a:cubicBezTo>
                <a:cubicBezTo>
                  <a:pt x="9449312" y="370213"/>
                  <a:pt x="9473938" y="373270"/>
                  <a:pt x="9489757" y="377814"/>
                </a:cubicBezTo>
                <a:cubicBezTo>
                  <a:pt x="9498164" y="379256"/>
                  <a:pt x="9507139" y="379272"/>
                  <a:pt x="9516954" y="376991"/>
                </a:cubicBezTo>
                <a:cubicBezTo>
                  <a:pt x="9548430" y="354766"/>
                  <a:pt x="9591874" y="370315"/>
                  <a:pt x="9645588" y="363590"/>
                </a:cubicBezTo>
                <a:cubicBezTo>
                  <a:pt x="9660487" y="368814"/>
                  <a:pt x="9710817" y="350550"/>
                  <a:pt x="9722896" y="360983"/>
                </a:cubicBezTo>
                <a:cubicBezTo>
                  <a:pt x="9733918" y="362239"/>
                  <a:pt x="9745201" y="356679"/>
                  <a:pt x="9752803" y="368492"/>
                </a:cubicBezTo>
                <a:cubicBezTo>
                  <a:pt x="9793268" y="374490"/>
                  <a:pt x="9843313" y="380978"/>
                  <a:pt x="9890305" y="380736"/>
                </a:cubicBezTo>
                <a:cubicBezTo>
                  <a:pt x="9912701" y="380083"/>
                  <a:pt x="9926523" y="379037"/>
                  <a:pt x="9939767" y="377776"/>
                </a:cubicBezTo>
                <a:lnTo>
                  <a:pt x="9944355" y="377352"/>
                </a:lnTo>
                <a:lnTo>
                  <a:pt x="9953719" y="375642"/>
                </a:lnTo>
                <a:lnTo>
                  <a:pt x="9955809" y="376294"/>
                </a:lnTo>
                <a:lnTo>
                  <a:pt x="10032710" y="394940"/>
                </a:lnTo>
                <a:lnTo>
                  <a:pt x="10049925" y="404971"/>
                </a:lnTo>
                <a:lnTo>
                  <a:pt x="10112671" y="414549"/>
                </a:lnTo>
                <a:cubicBezTo>
                  <a:pt x="10169643" y="412125"/>
                  <a:pt x="10132220" y="425358"/>
                  <a:pt x="10170853" y="435168"/>
                </a:cubicBezTo>
                <a:cubicBezTo>
                  <a:pt x="10206088" y="442020"/>
                  <a:pt x="10240809" y="454081"/>
                  <a:pt x="10290184" y="448123"/>
                </a:cubicBezTo>
                <a:cubicBezTo>
                  <a:pt x="10301813" y="444919"/>
                  <a:pt x="10315233" y="449499"/>
                  <a:pt x="10320158" y="458352"/>
                </a:cubicBezTo>
                <a:cubicBezTo>
                  <a:pt x="10321006" y="459876"/>
                  <a:pt x="10321565" y="461470"/>
                  <a:pt x="10321815" y="463087"/>
                </a:cubicBezTo>
                <a:cubicBezTo>
                  <a:pt x="10354058" y="457158"/>
                  <a:pt x="10355176" y="470634"/>
                  <a:pt x="10373742" y="464538"/>
                </a:cubicBezTo>
                <a:cubicBezTo>
                  <a:pt x="10403060" y="475292"/>
                  <a:pt x="10411841" y="497597"/>
                  <a:pt x="10428532" y="492504"/>
                </a:cubicBezTo>
                <a:cubicBezTo>
                  <a:pt x="10440561" y="500742"/>
                  <a:pt x="10446267" y="521930"/>
                  <a:pt x="10466490" y="517759"/>
                </a:cubicBezTo>
                <a:cubicBezTo>
                  <a:pt x="10464622" y="519986"/>
                  <a:pt x="10465013" y="521261"/>
                  <a:pt x="10466675" y="522076"/>
                </a:cubicBezTo>
                <a:lnTo>
                  <a:pt x="10470309" y="522792"/>
                </a:lnTo>
                <a:lnTo>
                  <a:pt x="10474138" y="519761"/>
                </a:lnTo>
                <a:cubicBezTo>
                  <a:pt x="10488888" y="509612"/>
                  <a:pt x="10484914" y="524734"/>
                  <a:pt x="10501100" y="528263"/>
                </a:cubicBezTo>
                <a:cubicBezTo>
                  <a:pt x="10508412" y="530705"/>
                  <a:pt x="10505426" y="533743"/>
                  <a:pt x="10502395" y="536393"/>
                </a:cubicBezTo>
                <a:lnTo>
                  <a:pt x="10689496" y="560233"/>
                </a:lnTo>
                <a:cubicBezTo>
                  <a:pt x="10721441" y="573640"/>
                  <a:pt x="10757547" y="582937"/>
                  <a:pt x="10788736" y="613188"/>
                </a:cubicBezTo>
                <a:cubicBezTo>
                  <a:pt x="10794510" y="621641"/>
                  <a:pt x="10807098" y="616073"/>
                  <a:pt x="10819747" y="621351"/>
                </a:cubicBezTo>
                <a:cubicBezTo>
                  <a:pt x="10832398" y="626630"/>
                  <a:pt x="10846356" y="639592"/>
                  <a:pt x="10864632" y="644858"/>
                </a:cubicBezTo>
                <a:cubicBezTo>
                  <a:pt x="10895617" y="652290"/>
                  <a:pt x="10921550" y="640451"/>
                  <a:pt x="10929407" y="652945"/>
                </a:cubicBezTo>
                <a:cubicBezTo>
                  <a:pt x="10945460" y="653176"/>
                  <a:pt x="10968148" y="640553"/>
                  <a:pt x="10979412" y="654217"/>
                </a:cubicBezTo>
                <a:cubicBezTo>
                  <a:pt x="10981679" y="643737"/>
                  <a:pt x="10997287" y="663414"/>
                  <a:pt x="11006959" y="657017"/>
                </a:cubicBezTo>
                <a:cubicBezTo>
                  <a:pt x="11023230" y="659396"/>
                  <a:pt x="11051890" y="662462"/>
                  <a:pt x="11077038" y="668487"/>
                </a:cubicBezTo>
                <a:cubicBezTo>
                  <a:pt x="11097000" y="690299"/>
                  <a:pt x="11141286" y="676399"/>
                  <a:pt x="11157850" y="693164"/>
                </a:cubicBezTo>
                <a:cubicBezTo>
                  <a:pt x="11163800" y="695757"/>
                  <a:pt x="11169599" y="696942"/>
                  <a:pt x="11175276" y="697243"/>
                </a:cubicBezTo>
                <a:lnTo>
                  <a:pt x="11191131" y="696085"/>
                </a:lnTo>
                <a:lnTo>
                  <a:pt x="11195573" y="691751"/>
                </a:lnTo>
                <a:lnTo>
                  <a:pt x="11205299" y="693247"/>
                </a:lnTo>
                <a:lnTo>
                  <a:pt x="11223770" y="690335"/>
                </a:lnTo>
                <a:cubicBezTo>
                  <a:pt x="11237778" y="693777"/>
                  <a:pt x="11256852" y="701947"/>
                  <a:pt x="11292119" y="713311"/>
                </a:cubicBezTo>
                <a:cubicBezTo>
                  <a:pt x="11334878" y="733451"/>
                  <a:pt x="11401662" y="729175"/>
                  <a:pt x="11435379" y="758519"/>
                </a:cubicBezTo>
                <a:lnTo>
                  <a:pt x="11604406" y="810476"/>
                </a:lnTo>
                <a:lnTo>
                  <a:pt x="11652155" y="825109"/>
                </a:lnTo>
                <a:lnTo>
                  <a:pt x="11654192" y="827301"/>
                </a:lnTo>
                <a:cubicBezTo>
                  <a:pt x="11661650" y="834729"/>
                  <a:pt x="11669215" y="841480"/>
                  <a:pt x="11676599" y="846628"/>
                </a:cubicBezTo>
                <a:cubicBezTo>
                  <a:pt x="11688258" y="861760"/>
                  <a:pt x="11752266" y="896888"/>
                  <a:pt x="11775168" y="890664"/>
                </a:cubicBezTo>
                <a:cubicBezTo>
                  <a:pt x="11790977" y="883819"/>
                  <a:pt x="11808364" y="879901"/>
                  <a:pt x="11826341" y="877558"/>
                </a:cubicBezTo>
                <a:lnTo>
                  <a:pt x="11879068" y="874038"/>
                </a:lnTo>
                <a:lnTo>
                  <a:pt x="11889563" y="878619"/>
                </a:lnTo>
                <a:lnTo>
                  <a:pt x="12016613" y="886111"/>
                </a:lnTo>
                <a:lnTo>
                  <a:pt x="12108292" y="868500"/>
                </a:lnTo>
                <a:cubicBezTo>
                  <a:pt x="12129725" y="867311"/>
                  <a:pt x="12157891" y="874537"/>
                  <a:pt x="12182910" y="882003"/>
                </a:cubicBezTo>
                <a:lnTo>
                  <a:pt x="12192000" y="884778"/>
                </a:lnTo>
                <a:lnTo>
                  <a:pt x="12192000" y="1610315"/>
                </a:lnTo>
                <a:lnTo>
                  <a:pt x="12191998" y="1610315"/>
                </a:lnTo>
                <a:lnTo>
                  <a:pt x="12191998" y="1924333"/>
                </a:lnTo>
                <a:lnTo>
                  <a:pt x="0" y="1924333"/>
                </a:lnTo>
                <a:lnTo>
                  <a:pt x="0" y="505159"/>
                </a:lnTo>
                <a:lnTo>
                  <a:pt x="5722" y="508889"/>
                </a:lnTo>
                <a:cubicBezTo>
                  <a:pt x="21614" y="518548"/>
                  <a:pt x="33814" y="524781"/>
                  <a:pt x="38476" y="524137"/>
                </a:cubicBezTo>
                <a:cubicBezTo>
                  <a:pt x="99229" y="544180"/>
                  <a:pt x="142010" y="538457"/>
                  <a:pt x="192883" y="545272"/>
                </a:cubicBezTo>
                <a:cubicBezTo>
                  <a:pt x="277629" y="525210"/>
                  <a:pt x="293434" y="558443"/>
                  <a:pt x="343710" y="565029"/>
                </a:cubicBezTo>
                <a:cubicBezTo>
                  <a:pt x="383094" y="555729"/>
                  <a:pt x="425462" y="556271"/>
                  <a:pt x="471066" y="549837"/>
                </a:cubicBezTo>
                <a:cubicBezTo>
                  <a:pt x="513583" y="544428"/>
                  <a:pt x="569194" y="531004"/>
                  <a:pt x="617333" y="526428"/>
                </a:cubicBezTo>
                <a:cubicBezTo>
                  <a:pt x="660031" y="520760"/>
                  <a:pt x="696675" y="523882"/>
                  <a:pt x="725203" y="523793"/>
                </a:cubicBezTo>
                <a:cubicBezTo>
                  <a:pt x="736650" y="521695"/>
                  <a:pt x="780513" y="502146"/>
                  <a:pt x="788494" y="505799"/>
                </a:cubicBezTo>
                <a:lnTo>
                  <a:pt x="885977" y="526585"/>
                </a:lnTo>
                <a:cubicBezTo>
                  <a:pt x="906140" y="522837"/>
                  <a:pt x="917203" y="532232"/>
                  <a:pt x="932142" y="528005"/>
                </a:cubicBezTo>
                <a:cubicBezTo>
                  <a:pt x="963701" y="524128"/>
                  <a:pt x="1061555" y="499582"/>
                  <a:pt x="1090404" y="498299"/>
                </a:cubicBezTo>
                <a:cubicBezTo>
                  <a:pt x="1132840" y="494057"/>
                  <a:pt x="1148476" y="496041"/>
                  <a:pt x="1188628" y="483151"/>
                </a:cubicBezTo>
                <a:cubicBezTo>
                  <a:pt x="1230397" y="468408"/>
                  <a:pt x="1278711" y="457638"/>
                  <a:pt x="1316247" y="425979"/>
                </a:cubicBezTo>
                <a:cubicBezTo>
                  <a:pt x="1322662" y="417251"/>
                  <a:pt x="1339433" y="418553"/>
                  <a:pt x="1357712" y="416549"/>
                </a:cubicBezTo>
                <a:cubicBezTo>
                  <a:pt x="1375991" y="414544"/>
                  <a:pt x="1423507" y="412949"/>
                  <a:pt x="1425921" y="413953"/>
                </a:cubicBezTo>
                <a:cubicBezTo>
                  <a:pt x="1450272" y="407937"/>
                  <a:pt x="1458223" y="388156"/>
                  <a:pt x="1503817" y="380457"/>
                </a:cubicBezTo>
                <a:cubicBezTo>
                  <a:pt x="1541095" y="377398"/>
                  <a:pt x="1605565" y="376357"/>
                  <a:pt x="1639196" y="372785"/>
                </a:cubicBezTo>
                <a:cubicBezTo>
                  <a:pt x="1653280" y="376736"/>
                  <a:pt x="1695289" y="365766"/>
                  <a:pt x="1705606" y="359023"/>
                </a:cubicBezTo>
                <a:cubicBezTo>
                  <a:pt x="1729169" y="336295"/>
                  <a:pt x="1793207" y="348537"/>
                  <a:pt x="1813011" y="331023"/>
                </a:cubicBezTo>
                <a:cubicBezTo>
                  <a:pt x="1820772" y="328179"/>
                  <a:pt x="1823566" y="341833"/>
                  <a:pt x="1831380" y="341307"/>
                </a:cubicBezTo>
                <a:lnTo>
                  <a:pt x="1858612" y="326777"/>
                </a:lnTo>
                <a:lnTo>
                  <a:pt x="1880661" y="335987"/>
                </a:lnTo>
                <a:lnTo>
                  <a:pt x="1941495" y="310792"/>
                </a:lnTo>
                <a:cubicBezTo>
                  <a:pt x="1978970" y="307223"/>
                  <a:pt x="1947391" y="291714"/>
                  <a:pt x="1995402" y="305480"/>
                </a:cubicBezTo>
                <a:cubicBezTo>
                  <a:pt x="2042464" y="298034"/>
                  <a:pt x="2153424" y="281146"/>
                  <a:pt x="2223864" y="266118"/>
                </a:cubicBezTo>
                <a:cubicBezTo>
                  <a:pt x="2261296" y="256300"/>
                  <a:pt x="2360518" y="238323"/>
                  <a:pt x="2418043" y="215314"/>
                </a:cubicBezTo>
                <a:cubicBezTo>
                  <a:pt x="2472088" y="206823"/>
                  <a:pt x="2499422" y="162612"/>
                  <a:pt x="2558461" y="168193"/>
                </a:cubicBezTo>
                <a:cubicBezTo>
                  <a:pt x="2559660" y="164506"/>
                  <a:pt x="2592244" y="161337"/>
                  <a:pt x="2595535" y="158548"/>
                </a:cubicBezTo>
                <a:lnTo>
                  <a:pt x="2626942" y="130400"/>
                </a:lnTo>
                <a:lnTo>
                  <a:pt x="2632225" y="130446"/>
                </a:lnTo>
                <a:lnTo>
                  <a:pt x="2696856" y="128498"/>
                </a:lnTo>
                <a:lnTo>
                  <a:pt x="2759767" y="127784"/>
                </a:lnTo>
                <a:cubicBezTo>
                  <a:pt x="2770024" y="123546"/>
                  <a:pt x="2781047" y="119463"/>
                  <a:pt x="2792685" y="115710"/>
                </a:cubicBezTo>
                <a:lnTo>
                  <a:pt x="2799767" y="113754"/>
                </a:lnTo>
                <a:lnTo>
                  <a:pt x="2829799" y="120042"/>
                </a:lnTo>
                <a:lnTo>
                  <a:pt x="2890704" y="121493"/>
                </a:lnTo>
                <a:cubicBezTo>
                  <a:pt x="2935390" y="121035"/>
                  <a:pt x="2990780" y="113193"/>
                  <a:pt x="3042646" y="112273"/>
                </a:cubicBezTo>
                <a:cubicBezTo>
                  <a:pt x="3077119" y="111474"/>
                  <a:pt x="3124089" y="100414"/>
                  <a:pt x="3146630" y="100898"/>
                </a:cubicBezTo>
                <a:cubicBezTo>
                  <a:pt x="3169381" y="117699"/>
                  <a:pt x="3224695" y="125864"/>
                  <a:pt x="3233163" y="120200"/>
                </a:cubicBezTo>
                <a:lnTo>
                  <a:pt x="3372699" y="129394"/>
                </a:lnTo>
                <a:cubicBezTo>
                  <a:pt x="3389020" y="126586"/>
                  <a:pt x="3397563" y="116804"/>
                  <a:pt x="3394352" y="131671"/>
                </a:cubicBezTo>
                <a:cubicBezTo>
                  <a:pt x="3406102" y="131485"/>
                  <a:pt x="3429770" y="120938"/>
                  <a:pt x="3448218" y="118229"/>
                </a:cubicBezTo>
                <a:lnTo>
                  <a:pt x="3505047" y="115412"/>
                </a:lnTo>
                <a:lnTo>
                  <a:pt x="3521767" y="111071"/>
                </a:lnTo>
                <a:cubicBezTo>
                  <a:pt x="3526335" y="108877"/>
                  <a:pt x="3582156" y="117732"/>
                  <a:pt x="3585137" y="114371"/>
                </a:cubicBezTo>
                <a:cubicBezTo>
                  <a:pt x="3638265" y="102098"/>
                  <a:pt x="3633789" y="98565"/>
                  <a:pt x="3690293" y="98301"/>
                </a:cubicBezTo>
                <a:cubicBezTo>
                  <a:pt x="3782197" y="112746"/>
                  <a:pt x="3826738" y="92943"/>
                  <a:pt x="3867818" y="88985"/>
                </a:cubicBezTo>
                <a:cubicBezTo>
                  <a:pt x="3943777" y="81477"/>
                  <a:pt x="3990501" y="75194"/>
                  <a:pt x="4091337" y="70813"/>
                </a:cubicBezTo>
                <a:cubicBezTo>
                  <a:pt x="4154422" y="62932"/>
                  <a:pt x="4217060" y="45734"/>
                  <a:pt x="4246332" y="41697"/>
                </a:cubicBezTo>
                <a:cubicBezTo>
                  <a:pt x="4253308" y="42804"/>
                  <a:pt x="4260125" y="44606"/>
                  <a:pt x="4266975" y="46592"/>
                </a:cubicBezTo>
                <a:lnTo>
                  <a:pt x="4270566" y="47620"/>
                </a:lnTo>
                <a:lnTo>
                  <a:pt x="4288964" y="52766"/>
                </a:lnTo>
                <a:lnTo>
                  <a:pt x="4365137" y="51783"/>
                </a:lnTo>
                <a:lnTo>
                  <a:pt x="4430546" y="44555"/>
                </a:lnTo>
                <a:lnTo>
                  <a:pt x="4444136" y="39567"/>
                </a:lnTo>
                <a:lnTo>
                  <a:pt x="4534039" y="31604"/>
                </a:lnTo>
                <a:lnTo>
                  <a:pt x="4560448" y="25231"/>
                </a:lnTo>
                <a:lnTo>
                  <a:pt x="4568006" y="25970"/>
                </a:lnTo>
                <a:cubicBezTo>
                  <a:pt x="4580278" y="23866"/>
                  <a:pt x="4594878" y="14904"/>
                  <a:pt x="4595497" y="22958"/>
                </a:cubicBezTo>
                <a:lnTo>
                  <a:pt x="4608623" y="18108"/>
                </a:lnTo>
                <a:lnTo>
                  <a:pt x="4623942" y="22251"/>
                </a:lnTo>
                <a:cubicBezTo>
                  <a:pt x="4633227" y="23117"/>
                  <a:pt x="4655429" y="23973"/>
                  <a:pt x="4664336" y="23306"/>
                </a:cubicBezTo>
                <a:lnTo>
                  <a:pt x="4677385" y="18246"/>
                </a:lnTo>
                <a:lnTo>
                  <a:pt x="4698143" y="18036"/>
                </a:lnTo>
                <a:cubicBezTo>
                  <a:pt x="4710347" y="18931"/>
                  <a:pt x="4736189" y="22441"/>
                  <a:pt x="4750609" y="23611"/>
                </a:cubicBezTo>
                <a:cubicBezTo>
                  <a:pt x="4764270" y="27424"/>
                  <a:pt x="4774858" y="29782"/>
                  <a:pt x="4784658" y="25057"/>
                </a:cubicBezTo>
                <a:cubicBezTo>
                  <a:pt x="4804708" y="29613"/>
                  <a:pt x="4822811" y="48263"/>
                  <a:pt x="4847558" y="38726"/>
                </a:cubicBezTo>
                <a:cubicBezTo>
                  <a:pt x="4868304" y="42993"/>
                  <a:pt x="4867190" y="47939"/>
                  <a:pt x="4909134" y="50659"/>
                </a:cubicBezTo>
                <a:cubicBezTo>
                  <a:pt x="4945026" y="52455"/>
                  <a:pt x="5063406" y="54096"/>
                  <a:pt x="5099219" y="55050"/>
                </a:cubicBezTo>
                <a:cubicBezTo>
                  <a:pt x="5145195" y="57873"/>
                  <a:pt x="5163254" y="65473"/>
                  <a:pt x="5184992" y="67596"/>
                </a:cubicBezTo>
                <a:cubicBezTo>
                  <a:pt x="5206728" y="69720"/>
                  <a:pt x="5195578" y="65687"/>
                  <a:pt x="5229637" y="67789"/>
                </a:cubicBezTo>
                <a:cubicBezTo>
                  <a:pt x="5263695" y="69892"/>
                  <a:pt x="5345217" y="78854"/>
                  <a:pt x="5389346" y="80211"/>
                </a:cubicBezTo>
                <a:cubicBezTo>
                  <a:pt x="5425889" y="83191"/>
                  <a:pt x="5461943" y="84751"/>
                  <a:pt x="5494414" y="75926"/>
                </a:cubicBezTo>
                <a:lnTo>
                  <a:pt x="5528443" y="77206"/>
                </a:lnTo>
                <a:cubicBezTo>
                  <a:pt x="5582723" y="71370"/>
                  <a:pt x="5638917" y="68385"/>
                  <a:pt x="5684939" y="50269"/>
                </a:cubicBezTo>
                <a:cubicBezTo>
                  <a:pt x="5724389" y="45804"/>
                  <a:pt x="5737860" y="52916"/>
                  <a:pt x="5765146" y="50414"/>
                </a:cubicBezTo>
                <a:cubicBezTo>
                  <a:pt x="5792695" y="43060"/>
                  <a:pt x="5827352" y="38097"/>
                  <a:pt x="5848655" y="35257"/>
                </a:cubicBezTo>
                <a:lnTo>
                  <a:pt x="5930656" y="30131"/>
                </a:lnTo>
                <a:lnTo>
                  <a:pt x="6124150" y="31679"/>
                </a:lnTo>
                <a:cubicBezTo>
                  <a:pt x="6138131" y="22216"/>
                  <a:pt x="6167730" y="4075"/>
                  <a:pt x="6189199" y="588"/>
                </a:cubicBezTo>
                <a:close/>
              </a:path>
            </a:pathLst>
          </a:custGeom>
          <a:solidFill>
            <a:srgbClr val="82766A">
              <a:alpha val="15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B59B75A9-65D5-7EE0-5700-AF5DB32A52F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55060" y="5279511"/>
            <a:ext cx="9681882" cy="739880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ctr"/>
            <a:r>
              <a:rPr lang="es-ES" sz="3600" kern="1200" noProof="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  <a:ea typeface="+mj-ea"/>
                <a:cs typeface="+mj-cs"/>
              </a:rPr>
              <a:t>El descanso se cancela más…</a:t>
            </a:r>
          </a:p>
        </p:txBody>
      </p:sp>
      <p:pic>
        <p:nvPicPr>
          <p:cNvPr id="4" name="Imagen 3" descr="Gráfico, Gráfico de barras&#10;&#10;El contenido generado por IA puede ser incorrecto.">
            <a:extLst>
              <a:ext uri="{FF2B5EF4-FFF2-40B4-BE49-F238E27FC236}">
                <a16:creationId xmlns:a16="http://schemas.microsoft.com/office/drawing/2014/main" id="{456E3C16-0E78-9302-31F1-85AF993451B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2889" y="170631"/>
            <a:ext cx="9773265" cy="46333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9112527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5" name="Rectangle 18">
            <a:extLst>
              <a:ext uri="{FF2B5EF4-FFF2-40B4-BE49-F238E27FC236}">
                <a16:creationId xmlns:a16="http://schemas.microsoft.com/office/drawing/2014/main" id="{F0087D53-9295-4463-AAE4-D5C626046E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FEA79C19-6AE6-3798-4AD2-8E44EFBA13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8881" y="4501453"/>
            <a:ext cx="10909640" cy="1065836"/>
          </a:xfrm>
        </p:spPr>
        <p:txBody>
          <a:bodyPr vert="horz" lIns="91440" tIns="45720" rIns="91440" bIns="45720" rtlCol="0" anchor="ctr">
            <a:normAutofit fontScale="90000"/>
          </a:bodyPr>
          <a:lstStyle/>
          <a:p>
            <a:pPr algn="ctr"/>
            <a:r>
              <a:rPr lang="en-US" sz="4600" noProof="0" dirty="0"/>
              <a:t>Pero </a:t>
            </a:r>
            <a:r>
              <a:rPr lang="en-US" sz="4600" noProof="0" dirty="0" err="1"/>
              <a:t>menos</a:t>
            </a:r>
            <a:r>
              <a:rPr lang="en-US" sz="4600" noProof="0" dirty="0"/>
              <a:t> </a:t>
            </a:r>
            <a:r>
              <a:rPr lang="en-US" sz="4600" noProof="0" dirty="0" err="1"/>
              <a:t>anticipación</a:t>
            </a:r>
            <a:r>
              <a:rPr lang="en-US" sz="4600" noProof="0" dirty="0"/>
              <a:t> </a:t>
            </a:r>
            <a:r>
              <a:rPr lang="en-US" sz="4600" noProof="0" dirty="0" err="1"/>
              <a:t>implica</a:t>
            </a:r>
            <a:r>
              <a:rPr lang="en-US" sz="4600" noProof="0" dirty="0"/>
              <a:t> mayor </a:t>
            </a:r>
            <a:r>
              <a:rPr lang="en-US" sz="4600" noProof="0" dirty="0" err="1"/>
              <a:t>fiabilidad</a:t>
            </a:r>
            <a:endParaRPr lang="en-US" sz="4600" noProof="0" dirty="0"/>
          </a:p>
        </p:txBody>
      </p:sp>
      <p:pic>
        <p:nvPicPr>
          <p:cNvPr id="6" name="Imagen 5" descr="Gráfico&#10;&#10;El contenido generado por IA puede ser incorrecto.">
            <a:extLst>
              <a:ext uri="{FF2B5EF4-FFF2-40B4-BE49-F238E27FC236}">
                <a16:creationId xmlns:a16="http://schemas.microsoft.com/office/drawing/2014/main" id="{8071FA28-4C1C-19A3-B3E8-CA6D7766562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2588" y="320040"/>
            <a:ext cx="4569319" cy="3895344"/>
          </a:xfrm>
          <a:prstGeom prst="rect">
            <a:avLst/>
          </a:prstGeom>
        </p:spPr>
      </p:pic>
      <p:pic>
        <p:nvPicPr>
          <p:cNvPr id="4" name="Imagen 3" descr="Gráfico, Gráfico de líneas&#10;&#10;El contenido generado por IA puede ser incorrecto.">
            <a:extLst>
              <a:ext uri="{FF2B5EF4-FFF2-40B4-BE49-F238E27FC236}">
                <a16:creationId xmlns:a16="http://schemas.microsoft.com/office/drawing/2014/main" id="{A4406D3F-6229-6170-4EB0-8626AE9778D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54496" y="878144"/>
            <a:ext cx="5614416" cy="2779135"/>
          </a:xfrm>
          <a:prstGeom prst="rect">
            <a:avLst/>
          </a:prstGeom>
        </p:spPr>
      </p:pic>
      <p:sp>
        <p:nvSpPr>
          <p:cNvPr id="26" name="sketch line">
            <a:extLst>
              <a:ext uri="{FF2B5EF4-FFF2-40B4-BE49-F238E27FC236}">
                <a16:creationId xmlns:a16="http://schemas.microsoft.com/office/drawing/2014/main" id="{D6A9C53F-5F90-40A5-8C85-5412D39C8C6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450080" y="5594358"/>
            <a:ext cx="3291840" cy="18288"/>
          </a:xfrm>
          <a:custGeom>
            <a:avLst/>
            <a:gdLst>
              <a:gd name="csX0" fmla="*/ 0 w 3291840"/>
              <a:gd name="csY0" fmla="*/ 0 h 18288"/>
              <a:gd name="csX1" fmla="*/ 658368 w 3291840"/>
              <a:gd name="csY1" fmla="*/ 0 h 18288"/>
              <a:gd name="csX2" fmla="*/ 1283818 w 3291840"/>
              <a:gd name="csY2" fmla="*/ 0 h 18288"/>
              <a:gd name="csX3" fmla="*/ 1909267 w 3291840"/>
              <a:gd name="csY3" fmla="*/ 0 h 18288"/>
              <a:gd name="csX4" fmla="*/ 2633472 w 3291840"/>
              <a:gd name="csY4" fmla="*/ 0 h 18288"/>
              <a:gd name="csX5" fmla="*/ 3291840 w 3291840"/>
              <a:gd name="csY5" fmla="*/ 0 h 18288"/>
              <a:gd name="csX6" fmla="*/ 3291840 w 3291840"/>
              <a:gd name="csY6" fmla="*/ 18288 h 18288"/>
              <a:gd name="csX7" fmla="*/ 2633472 w 3291840"/>
              <a:gd name="csY7" fmla="*/ 18288 h 18288"/>
              <a:gd name="csX8" fmla="*/ 2073859 w 3291840"/>
              <a:gd name="csY8" fmla="*/ 18288 h 18288"/>
              <a:gd name="csX9" fmla="*/ 1448410 w 3291840"/>
              <a:gd name="csY9" fmla="*/ 18288 h 18288"/>
              <a:gd name="csX10" fmla="*/ 822960 w 3291840"/>
              <a:gd name="csY10" fmla="*/ 18288 h 18288"/>
              <a:gd name="csX11" fmla="*/ 0 w 3291840"/>
              <a:gd name="csY11" fmla="*/ 18288 h 18288"/>
              <a:gd name="csX12" fmla="*/ 0 w 3291840"/>
              <a:gd name="csY12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</a:cxnLst>
            <a:rect l="l" t="t" r="r" b="b"/>
            <a:pathLst>
              <a:path w="3291840" h="18288" fill="none" extrusionOk="0">
                <a:moveTo>
                  <a:pt x="0" y="0"/>
                </a:moveTo>
                <a:cubicBezTo>
                  <a:pt x="173077" y="-20031"/>
                  <a:pt x="443104" y="6424"/>
                  <a:pt x="658368" y="0"/>
                </a:cubicBezTo>
                <a:cubicBezTo>
                  <a:pt x="873632" y="-6424"/>
                  <a:pt x="1034028" y="11764"/>
                  <a:pt x="1283818" y="0"/>
                </a:cubicBezTo>
                <a:cubicBezTo>
                  <a:pt x="1533608" y="-11764"/>
                  <a:pt x="1691227" y="-30112"/>
                  <a:pt x="1909267" y="0"/>
                </a:cubicBezTo>
                <a:cubicBezTo>
                  <a:pt x="2127307" y="30112"/>
                  <a:pt x="2272465" y="-18735"/>
                  <a:pt x="2633472" y="0"/>
                </a:cubicBezTo>
                <a:cubicBezTo>
                  <a:pt x="2994479" y="18735"/>
                  <a:pt x="3023324" y="-32030"/>
                  <a:pt x="3291840" y="0"/>
                </a:cubicBezTo>
                <a:cubicBezTo>
                  <a:pt x="3291406" y="7551"/>
                  <a:pt x="3291373" y="9822"/>
                  <a:pt x="3291840" y="18288"/>
                </a:cubicBezTo>
                <a:cubicBezTo>
                  <a:pt x="3048445" y="38989"/>
                  <a:pt x="2846548" y="-14400"/>
                  <a:pt x="2633472" y="18288"/>
                </a:cubicBezTo>
                <a:cubicBezTo>
                  <a:pt x="2420396" y="50976"/>
                  <a:pt x="2304099" y="6336"/>
                  <a:pt x="2073859" y="18288"/>
                </a:cubicBezTo>
                <a:cubicBezTo>
                  <a:pt x="1843619" y="30240"/>
                  <a:pt x="1706926" y="10778"/>
                  <a:pt x="1448410" y="18288"/>
                </a:cubicBezTo>
                <a:cubicBezTo>
                  <a:pt x="1189894" y="25798"/>
                  <a:pt x="1002278" y="8992"/>
                  <a:pt x="822960" y="18288"/>
                </a:cubicBezTo>
                <a:cubicBezTo>
                  <a:pt x="643642" y="27585"/>
                  <a:pt x="307039" y="38051"/>
                  <a:pt x="0" y="18288"/>
                </a:cubicBezTo>
                <a:cubicBezTo>
                  <a:pt x="60" y="11696"/>
                  <a:pt x="66" y="3758"/>
                  <a:pt x="0" y="0"/>
                </a:cubicBezTo>
                <a:close/>
              </a:path>
              <a:path w="3291840" h="18288" stroke="0" extrusionOk="0">
                <a:moveTo>
                  <a:pt x="0" y="0"/>
                </a:moveTo>
                <a:cubicBezTo>
                  <a:pt x="195850" y="28018"/>
                  <a:pt x="434891" y="17390"/>
                  <a:pt x="592531" y="0"/>
                </a:cubicBezTo>
                <a:cubicBezTo>
                  <a:pt x="750171" y="-17390"/>
                  <a:pt x="1018709" y="32200"/>
                  <a:pt x="1316736" y="0"/>
                </a:cubicBezTo>
                <a:cubicBezTo>
                  <a:pt x="1614763" y="-32200"/>
                  <a:pt x="1696480" y="-11367"/>
                  <a:pt x="1876349" y="0"/>
                </a:cubicBezTo>
                <a:cubicBezTo>
                  <a:pt x="2056218" y="11367"/>
                  <a:pt x="2193364" y="13433"/>
                  <a:pt x="2435962" y="0"/>
                </a:cubicBezTo>
                <a:cubicBezTo>
                  <a:pt x="2678560" y="-13433"/>
                  <a:pt x="3010901" y="-42367"/>
                  <a:pt x="3291840" y="0"/>
                </a:cubicBezTo>
                <a:cubicBezTo>
                  <a:pt x="3291758" y="4406"/>
                  <a:pt x="3291751" y="9982"/>
                  <a:pt x="3291840" y="18288"/>
                </a:cubicBezTo>
                <a:cubicBezTo>
                  <a:pt x="3108993" y="14228"/>
                  <a:pt x="2952658" y="46900"/>
                  <a:pt x="2666390" y="18288"/>
                </a:cubicBezTo>
                <a:cubicBezTo>
                  <a:pt x="2380122" y="-10324"/>
                  <a:pt x="2263855" y="41055"/>
                  <a:pt x="2040941" y="18288"/>
                </a:cubicBezTo>
                <a:cubicBezTo>
                  <a:pt x="1818027" y="-4479"/>
                  <a:pt x="1675097" y="6509"/>
                  <a:pt x="1415491" y="18288"/>
                </a:cubicBezTo>
                <a:cubicBezTo>
                  <a:pt x="1155885" y="30068"/>
                  <a:pt x="852976" y="36210"/>
                  <a:pt x="691286" y="18288"/>
                </a:cubicBezTo>
                <a:cubicBezTo>
                  <a:pt x="529596" y="366"/>
                  <a:pt x="187183" y="13912"/>
                  <a:pt x="0" y="18288"/>
                </a:cubicBezTo>
                <a:cubicBezTo>
                  <a:pt x="189" y="14288"/>
                  <a:pt x="-703" y="3747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2863741219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1720087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76906711-0AFB-47DD-A4B6-4E94B38B8C9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AA91F649-894C-41F6-A21D-3D1AC558E93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2877832"/>
          </a:xfrm>
          <a:custGeom>
            <a:avLst/>
            <a:gdLst>
              <a:gd name="connsiteX0" fmla="*/ 6789701 w 12192000"/>
              <a:gd name="connsiteY0" fmla="*/ 2809623 h 2877832"/>
              <a:gd name="connsiteX1" fmla="*/ 6788702 w 12192000"/>
              <a:gd name="connsiteY1" fmla="*/ 2809701 h 2877832"/>
              <a:gd name="connsiteX2" fmla="*/ 6788476 w 12192000"/>
              <a:gd name="connsiteY2" fmla="*/ 2810235 h 2877832"/>
              <a:gd name="connsiteX3" fmla="*/ 0 w 12192000"/>
              <a:gd name="connsiteY3" fmla="*/ 0 h 2877832"/>
              <a:gd name="connsiteX4" fmla="*/ 12192000 w 12192000"/>
              <a:gd name="connsiteY4" fmla="*/ 0 h 2877832"/>
              <a:gd name="connsiteX5" fmla="*/ 12192000 w 12192000"/>
              <a:gd name="connsiteY5" fmla="*/ 1915388 h 2877832"/>
              <a:gd name="connsiteX6" fmla="*/ 12061096 w 12192000"/>
              <a:gd name="connsiteY6" fmla="*/ 1954428 h 2877832"/>
              <a:gd name="connsiteX7" fmla="*/ 11676800 w 12192000"/>
              <a:gd name="connsiteY7" fmla="*/ 2058003 h 2877832"/>
              <a:gd name="connsiteX8" fmla="*/ 10425355 w 12192000"/>
              <a:gd name="connsiteY8" fmla="*/ 2341542 h 2877832"/>
              <a:gd name="connsiteX9" fmla="*/ 9424022 w 12192000"/>
              <a:gd name="connsiteY9" fmla="*/ 2516704 h 2877832"/>
              <a:gd name="connsiteX10" fmla="*/ 8458419 w 12192000"/>
              <a:gd name="connsiteY10" fmla="*/ 2650405 h 2877832"/>
              <a:gd name="connsiteX11" fmla="*/ 7715970 w 12192000"/>
              <a:gd name="connsiteY11" fmla="*/ 2730352 h 2877832"/>
              <a:gd name="connsiteX12" fmla="*/ 6951716 w 12192000"/>
              <a:gd name="connsiteY12" fmla="*/ 2796132 h 2877832"/>
              <a:gd name="connsiteX13" fmla="*/ 6936303 w 12192000"/>
              <a:gd name="connsiteY13" fmla="*/ 2798203 h 2877832"/>
              <a:gd name="connsiteX14" fmla="*/ 6790448 w 12192000"/>
              <a:gd name="connsiteY14" fmla="*/ 2809564 h 2877832"/>
              <a:gd name="connsiteX15" fmla="*/ 6799941 w 12192000"/>
              <a:gd name="connsiteY15" fmla="*/ 2811384 h 2877832"/>
              <a:gd name="connsiteX16" fmla="*/ 6835432 w 12192000"/>
              <a:gd name="connsiteY16" fmla="*/ 2809677 h 2877832"/>
              <a:gd name="connsiteX17" fmla="*/ 6884003 w 12192000"/>
              <a:gd name="connsiteY17" fmla="*/ 2806699 h 2877832"/>
              <a:gd name="connsiteX18" fmla="*/ 7578771 w 12192000"/>
              <a:gd name="connsiteY18" fmla="*/ 2774172 h 2877832"/>
              <a:gd name="connsiteX19" fmla="*/ 8623845 w 12192000"/>
              <a:gd name="connsiteY19" fmla="*/ 2687275 h 2877832"/>
              <a:gd name="connsiteX20" fmla="*/ 9479970 w 12192000"/>
              <a:gd name="connsiteY20" fmla="*/ 2583369 h 2877832"/>
              <a:gd name="connsiteX21" fmla="*/ 10629308 w 12192000"/>
              <a:gd name="connsiteY21" fmla="*/ 2389212 h 2877832"/>
              <a:gd name="connsiteX22" fmla="*/ 11998498 w 12192000"/>
              <a:gd name="connsiteY22" fmla="*/ 2063218 h 2877832"/>
              <a:gd name="connsiteX23" fmla="*/ 12192000 w 12192000"/>
              <a:gd name="connsiteY23" fmla="*/ 2006219 h 2877832"/>
              <a:gd name="connsiteX24" fmla="*/ 12192000 w 12192000"/>
              <a:gd name="connsiteY24" fmla="*/ 2060956 h 2877832"/>
              <a:gd name="connsiteX25" fmla="*/ 11829257 w 12192000"/>
              <a:gd name="connsiteY25" fmla="*/ 2166255 h 2877832"/>
              <a:gd name="connsiteX26" fmla="*/ 10939183 w 12192000"/>
              <a:gd name="connsiteY26" fmla="*/ 2380770 h 2877832"/>
              <a:gd name="connsiteX27" fmla="*/ 9985530 w 12192000"/>
              <a:gd name="connsiteY27" fmla="*/ 2560775 h 2877832"/>
              <a:gd name="connsiteX28" fmla="*/ 9186882 w 12192000"/>
              <a:gd name="connsiteY28" fmla="*/ 2676722 h 2877832"/>
              <a:gd name="connsiteX29" fmla="*/ 8578198 w 12192000"/>
              <a:gd name="connsiteY29" fmla="*/ 2746241 h 2877832"/>
              <a:gd name="connsiteX30" fmla="*/ 7864358 w 12192000"/>
              <a:gd name="connsiteY30" fmla="*/ 2807692 h 2877832"/>
              <a:gd name="connsiteX31" fmla="*/ 6935502 w 12192000"/>
              <a:gd name="connsiteY31" fmla="*/ 2859086 h 2877832"/>
              <a:gd name="connsiteX32" fmla="*/ 6477750 w 12192000"/>
              <a:gd name="connsiteY32" fmla="*/ 2872989 h 2877832"/>
              <a:gd name="connsiteX33" fmla="*/ 6362294 w 12192000"/>
              <a:gd name="connsiteY33" fmla="*/ 2877832 h 2877832"/>
              <a:gd name="connsiteX34" fmla="*/ 6057129 w 12192000"/>
              <a:gd name="connsiteY34" fmla="*/ 2877832 h 2877832"/>
              <a:gd name="connsiteX35" fmla="*/ 5977784 w 12192000"/>
              <a:gd name="connsiteY35" fmla="*/ 2873238 h 2877832"/>
              <a:gd name="connsiteX36" fmla="*/ 5265087 w 12192000"/>
              <a:gd name="connsiteY36" fmla="*/ 2836989 h 2877832"/>
              <a:gd name="connsiteX37" fmla="*/ 4346277 w 12192000"/>
              <a:gd name="connsiteY37" fmla="*/ 2774919 h 2877832"/>
              <a:gd name="connsiteX38" fmla="*/ 3373045 w 12192000"/>
              <a:gd name="connsiteY38" fmla="*/ 2676350 h 2877832"/>
              <a:gd name="connsiteX39" fmla="*/ 2362173 w 12192000"/>
              <a:gd name="connsiteY39" fmla="*/ 2557423 h 2877832"/>
              <a:gd name="connsiteX40" fmla="*/ 1233178 w 12192000"/>
              <a:gd name="connsiteY40" fmla="*/ 2384247 h 2877832"/>
              <a:gd name="connsiteX41" fmla="*/ 68500 w 12192000"/>
              <a:gd name="connsiteY41" fmla="*/ 2144540 h 2877832"/>
              <a:gd name="connsiteX42" fmla="*/ 0 w 12192000"/>
              <a:gd name="connsiteY42" fmla="*/ 2127185 h 2877832"/>
              <a:gd name="connsiteX43" fmla="*/ 0 w 12192000"/>
              <a:gd name="connsiteY43" fmla="*/ 2070696 h 2877832"/>
              <a:gd name="connsiteX44" fmla="*/ 72441 w 12192000"/>
              <a:gd name="connsiteY44" fmla="*/ 2089473 h 2877832"/>
              <a:gd name="connsiteX45" fmla="*/ 600716 w 12192000"/>
              <a:gd name="connsiteY45" fmla="*/ 2207843 h 2877832"/>
              <a:gd name="connsiteX46" fmla="*/ 1769512 w 12192000"/>
              <a:gd name="connsiteY46" fmla="*/ 2418011 h 2877832"/>
              <a:gd name="connsiteX47" fmla="*/ 2613554 w 12192000"/>
              <a:gd name="connsiteY47" fmla="*/ 2534953 h 2877832"/>
              <a:gd name="connsiteX48" fmla="*/ 2581134 w 12192000"/>
              <a:gd name="connsiteY48" fmla="*/ 2525022 h 2877832"/>
              <a:gd name="connsiteX49" fmla="*/ 1112635 w 12192000"/>
              <a:gd name="connsiteY49" fmla="*/ 2192325 h 2877832"/>
              <a:gd name="connsiteX50" fmla="*/ 420412 w 12192000"/>
              <a:gd name="connsiteY50" fmla="*/ 1992892 h 2877832"/>
              <a:gd name="connsiteX51" fmla="*/ 0 w 12192000"/>
              <a:gd name="connsiteY51" fmla="*/ 1853975 h 28778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</a:cxnLst>
            <a:rect l="l" t="t" r="r" b="b"/>
            <a:pathLst>
              <a:path w="12192000" h="2877832">
                <a:moveTo>
                  <a:pt x="6789701" y="2809623"/>
                </a:moveTo>
                <a:lnTo>
                  <a:pt x="6788702" y="2809701"/>
                </a:lnTo>
                <a:lnTo>
                  <a:pt x="6788476" y="2810235"/>
                </a:lnTo>
                <a:close/>
                <a:moveTo>
                  <a:pt x="0" y="0"/>
                </a:moveTo>
                <a:lnTo>
                  <a:pt x="12192000" y="0"/>
                </a:lnTo>
                <a:lnTo>
                  <a:pt x="12192000" y="1915388"/>
                </a:lnTo>
                <a:lnTo>
                  <a:pt x="12061096" y="1954428"/>
                </a:lnTo>
                <a:cubicBezTo>
                  <a:pt x="11933500" y="1990642"/>
                  <a:pt x="11805390" y="2025171"/>
                  <a:pt x="11676800" y="2058003"/>
                </a:cubicBezTo>
                <a:cubicBezTo>
                  <a:pt x="11262789" y="2165510"/>
                  <a:pt x="10845343" y="2259112"/>
                  <a:pt x="10425355" y="2341542"/>
                </a:cubicBezTo>
                <a:cubicBezTo>
                  <a:pt x="10092810" y="2406753"/>
                  <a:pt x="9759033" y="2465150"/>
                  <a:pt x="9424022" y="2516704"/>
                </a:cubicBezTo>
                <a:cubicBezTo>
                  <a:pt x="9102997" y="2566361"/>
                  <a:pt x="8781133" y="2610928"/>
                  <a:pt x="8458419" y="2650405"/>
                </a:cubicBezTo>
                <a:cubicBezTo>
                  <a:pt x="8211360" y="2680571"/>
                  <a:pt x="7963792" y="2706144"/>
                  <a:pt x="7715970" y="2730352"/>
                </a:cubicBezTo>
                <a:lnTo>
                  <a:pt x="6951716" y="2796132"/>
                </a:lnTo>
                <a:lnTo>
                  <a:pt x="6936303" y="2798203"/>
                </a:lnTo>
                <a:lnTo>
                  <a:pt x="6790448" y="2809564"/>
                </a:lnTo>
                <a:lnTo>
                  <a:pt x="6799941" y="2811384"/>
                </a:lnTo>
                <a:cubicBezTo>
                  <a:pt x="6811623" y="2811850"/>
                  <a:pt x="6823734" y="2809677"/>
                  <a:pt x="6835432" y="2809677"/>
                </a:cubicBezTo>
                <a:cubicBezTo>
                  <a:pt x="6851580" y="2809677"/>
                  <a:pt x="6867729" y="2807070"/>
                  <a:pt x="6884003" y="2806699"/>
                </a:cubicBezTo>
                <a:cubicBezTo>
                  <a:pt x="7115805" y="2801237"/>
                  <a:pt x="7347351" y="2789070"/>
                  <a:pt x="7578771" y="2774172"/>
                </a:cubicBezTo>
                <a:cubicBezTo>
                  <a:pt x="7927552" y="2751704"/>
                  <a:pt x="8276080" y="2723525"/>
                  <a:pt x="8623845" y="2687275"/>
                </a:cubicBezTo>
                <a:cubicBezTo>
                  <a:pt x="8909939" y="2657977"/>
                  <a:pt x="9195310" y="2623342"/>
                  <a:pt x="9479970" y="2583369"/>
                </a:cubicBezTo>
                <a:cubicBezTo>
                  <a:pt x="9864901" y="2528995"/>
                  <a:pt x="10248014" y="2464281"/>
                  <a:pt x="10629308" y="2389212"/>
                </a:cubicBezTo>
                <a:cubicBezTo>
                  <a:pt x="11090114" y="2298092"/>
                  <a:pt x="11546975" y="2190586"/>
                  <a:pt x="11998498" y="2063218"/>
                </a:cubicBezTo>
                <a:lnTo>
                  <a:pt x="12192000" y="2006219"/>
                </a:lnTo>
                <a:lnTo>
                  <a:pt x="12192000" y="2060956"/>
                </a:lnTo>
                <a:lnTo>
                  <a:pt x="11829257" y="2166255"/>
                </a:lnTo>
                <a:cubicBezTo>
                  <a:pt x="11534769" y="2245952"/>
                  <a:pt x="11238120" y="2316838"/>
                  <a:pt x="10939183" y="2380770"/>
                </a:cubicBezTo>
                <a:cubicBezTo>
                  <a:pt x="10622824" y="2448552"/>
                  <a:pt x="10304941" y="2508549"/>
                  <a:pt x="9985530" y="2560775"/>
                </a:cubicBezTo>
                <a:cubicBezTo>
                  <a:pt x="9720036" y="2604224"/>
                  <a:pt x="9453814" y="2642869"/>
                  <a:pt x="9186882" y="2676722"/>
                </a:cubicBezTo>
                <a:cubicBezTo>
                  <a:pt x="8984197" y="2702296"/>
                  <a:pt x="8781514" y="2726379"/>
                  <a:pt x="8578198" y="2746241"/>
                </a:cubicBezTo>
                <a:cubicBezTo>
                  <a:pt x="8340547" y="2768961"/>
                  <a:pt x="8102644" y="2790436"/>
                  <a:pt x="7864358" y="2807692"/>
                </a:cubicBezTo>
                <a:cubicBezTo>
                  <a:pt x="7554994" y="2830036"/>
                  <a:pt x="7245502" y="2847914"/>
                  <a:pt x="6935502" y="2859086"/>
                </a:cubicBezTo>
                <a:cubicBezTo>
                  <a:pt x="6782917" y="2864549"/>
                  <a:pt x="6630334" y="2868397"/>
                  <a:pt x="6477750" y="2872989"/>
                </a:cubicBezTo>
                <a:cubicBezTo>
                  <a:pt x="6439195" y="2870905"/>
                  <a:pt x="6400529" y="2872530"/>
                  <a:pt x="6362294" y="2877832"/>
                </a:cubicBezTo>
                <a:lnTo>
                  <a:pt x="6057129" y="2877832"/>
                </a:lnTo>
                <a:lnTo>
                  <a:pt x="5977784" y="2873238"/>
                </a:lnTo>
                <a:cubicBezTo>
                  <a:pt x="5740261" y="2860825"/>
                  <a:pt x="5502739" y="2847046"/>
                  <a:pt x="5265087" y="2836989"/>
                </a:cubicBezTo>
                <a:cubicBezTo>
                  <a:pt x="4958267" y="2824573"/>
                  <a:pt x="4651826" y="2804093"/>
                  <a:pt x="4346277" y="2774919"/>
                </a:cubicBezTo>
                <a:cubicBezTo>
                  <a:pt x="4021654" y="2744007"/>
                  <a:pt x="3697795" y="2709372"/>
                  <a:pt x="3373045" y="2676350"/>
                </a:cubicBezTo>
                <a:cubicBezTo>
                  <a:pt x="3035412" y="2642088"/>
                  <a:pt x="2698456" y="2602449"/>
                  <a:pt x="2362173" y="2557423"/>
                </a:cubicBezTo>
                <a:cubicBezTo>
                  <a:pt x="1984692" y="2507270"/>
                  <a:pt x="1608364" y="2449544"/>
                  <a:pt x="1233178" y="2384247"/>
                </a:cubicBezTo>
                <a:cubicBezTo>
                  <a:pt x="842181" y="2315534"/>
                  <a:pt x="453758" y="2237046"/>
                  <a:pt x="68500" y="2144540"/>
                </a:cubicBezTo>
                <a:lnTo>
                  <a:pt x="0" y="2127185"/>
                </a:lnTo>
                <a:lnTo>
                  <a:pt x="0" y="2070696"/>
                </a:lnTo>
                <a:lnTo>
                  <a:pt x="72441" y="2089473"/>
                </a:lnTo>
                <a:cubicBezTo>
                  <a:pt x="247961" y="2131651"/>
                  <a:pt x="424164" y="2170911"/>
                  <a:pt x="600716" y="2207843"/>
                </a:cubicBezTo>
                <a:cubicBezTo>
                  <a:pt x="988279" y="2288657"/>
                  <a:pt x="1378133" y="2357555"/>
                  <a:pt x="1769512" y="2418011"/>
                </a:cubicBezTo>
                <a:cubicBezTo>
                  <a:pt x="2052426" y="2461587"/>
                  <a:pt x="2335725" y="2501684"/>
                  <a:pt x="2613554" y="2534953"/>
                </a:cubicBezTo>
                <a:cubicBezTo>
                  <a:pt x="2605544" y="2537560"/>
                  <a:pt x="2594611" y="2527504"/>
                  <a:pt x="2581134" y="2525022"/>
                </a:cubicBezTo>
                <a:cubicBezTo>
                  <a:pt x="2087178" y="2433070"/>
                  <a:pt x="1597684" y="2322177"/>
                  <a:pt x="1112635" y="2192325"/>
                </a:cubicBezTo>
                <a:cubicBezTo>
                  <a:pt x="880453" y="2130254"/>
                  <a:pt x="649713" y="2063776"/>
                  <a:pt x="420412" y="1992892"/>
                </a:cubicBezTo>
                <a:lnTo>
                  <a:pt x="0" y="1853975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98EF7FE7-A9A4-B834-1B8F-244C33FCDA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8881" y="390525"/>
            <a:ext cx="10909640" cy="1510301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s-ES" sz="5100" kern="1200" noProof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… y la mayor parte de las cancelaciones se producen con suficiente antelación</a:t>
            </a:r>
          </a:p>
        </p:txBody>
      </p:sp>
      <p:sp>
        <p:nvSpPr>
          <p:cNvPr id="13" name="sketch line">
            <a:extLst>
              <a:ext uri="{FF2B5EF4-FFF2-40B4-BE49-F238E27FC236}">
                <a16:creationId xmlns:a16="http://schemas.microsoft.com/office/drawing/2014/main" id="{56037404-66BD-46B5-9323-1B531319671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974206" y="1753266"/>
            <a:ext cx="4243589" cy="18288"/>
          </a:xfrm>
          <a:custGeom>
            <a:avLst/>
            <a:gdLst>
              <a:gd name="csX0" fmla="*/ 0 w 4243589"/>
              <a:gd name="csY0" fmla="*/ 0 h 18288"/>
              <a:gd name="csX1" fmla="*/ 563791 w 4243589"/>
              <a:gd name="csY1" fmla="*/ 0 h 18288"/>
              <a:gd name="csX2" fmla="*/ 1042710 w 4243589"/>
              <a:gd name="csY2" fmla="*/ 0 h 18288"/>
              <a:gd name="csX3" fmla="*/ 1564066 w 4243589"/>
              <a:gd name="csY3" fmla="*/ 0 h 18288"/>
              <a:gd name="csX4" fmla="*/ 2212729 w 4243589"/>
              <a:gd name="csY4" fmla="*/ 0 h 18288"/>
              <a:gd name="csX5" fmla="*/ 2776520 w 4243589"/>
              <a:gd name="csY5" fmla="*/ 0 h 18288"/>
              <a:gd name="csX6" fmla="*/ 3297875 w 4243589"/>
              <a:gd name="csY6" fmla="*/ 0 h 18288"/>
              <a:gd name="csX7" fmla="*/ 4243589 w 4243589"/>
              <a:gd name="csY7" fmla="*/ 0 h 18288"/>
              <a:gd name="csX8" fmla="*/ 4243589 w 4243589"/>
              <a:gd name="csY8" fmla="*/ 18288 h 18288"/>
              <a:gd name="csX9" fmla="*/ 3637362 w 4243589"/>
              <a:gd name="csY9" fmla="*/ 18288 h 18288"/>
              <a:gd name="csX10" fmla="*/ 3116007 w 4243589"/>
              <a:gd name="csY10" fmla="*/ 18288 h 18288"/>
              <a:gd name="csX11" fmla="*/ 2424908 w 4243589"/>
              <a:gd name="csY11" fmla="*/ 18288 h 18288"/>
              <a:gd name="csX12" fmla="*/ 1861117 w 4243589"/>
              <a:gd name="csY12" fmla="*/ 18288 h 18288"/>
              <a:gd name="csX13" fmla="*/ 1382198 w 4243589"/>
              <a:gd name="csY13" fmla="*/ 18288 h 18288"/>
              <a:gd name="csX14" fmla="*/ 733535 w 4243589"/>
              <a:gd name="csY14" fmla="*/ 18288 h 18288"/>
              <a:gd name="csX15" fmla="*/ 0 w 4243589"/>
              <a:gd name="csY15" fmla="*/ 18288 h 18288"/>
              <a:gd name="csX16" fmla="*/ 0 w 4243589"/>
              <a:gd name="csY16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</a:cxnLst>
            <a:rect l="l" t="t" r="r" b="b"/>
            <a:pathLst>
              <a:path w="4243589" h="18288" fill="none" extrusionOk="0">
                <a:moveTo>
                  <a:pt x="0" y="0"/>
                </a:moveTo>
                <a:cubicBezTo>
                  <a:pt x="157351" y="-15653"/>
                  <a:pt x="378877" y="-5828"/>
                  <a:pt x="563791" y="0"/>
                </a:cubicBezTo>
                <a:cubicBezTo>
                  <a:pt x="748705" y="5828"/>
                  <a:pt x="905659" y="-5525"/>
                  <a:pt x="1042710" y="0"/>
                </a:cubicBezTo>
                <a:cubicBezTo>
                  <a:pt x="1179761" y="5525"/>
                  <a:pt x="1356845" y="-21288"/>
                  <a:pt x="1564066" y="0"/>
                </a:cubicBezTo>
                <a:cubicBezTo>
                  <a:pt x="1771287" y="21288"/>
                  <a:pt x="1912099" y="25135"/>
                  <a:pt x="2212729" y="0"/>
                </a:cubicBezTo>
                <a:cubicBezTo>
                  <a:pt x="2513359" y="-25135"/>
                  <a:pt x="2514918" y="-27119"/>
                  <a:pt x="2776520" y="0"/>
                </a:cubicBezTo>
                <a:cubicBezTo>
                  <a:pt x="3038122" y="27119"/>
                  <a:pt x="3178771" y="18116"/>
                  <a:pt x="3297875" y="0"/>
                </a:cubicBezTo>
                <a:cubicBezTo>
                  <a:pt x="3416980" y="-18116"/>
                  <a:pt x="4012240" y="-40869"/>
                  <a:pt x="4243589" y="0"/>
                </a:cubicBezTo>
                <a:cubicBezTo>
                  <a:pt x="4243987" y="7429"/>
                  <a:pt x="4243569" y="10822"/>
                  <a:pt x="4243589" y="18288"/>
                </a:cubicBezTo>
                <a:cubicBezTo>
                  <a:pt x="4112949" y="-2855"/>
                  <a:pt x="3928037" y="1831"/>
                  <a:pt x="3637362" y="18288"/>
                </a:cubicBezTo>
                <a:cubicBezTo>
                  <a:pt x="3346687" y="34745"/>
                  <a:pt x="3254446" y="26669"/>
                  <a:pt x="3116007" y="18288"/>
                </a:cubicBezTo>
                <a:cubicBezTo>
                  <a:pt x="2977569" y="9907"/>
                  <a:pt x="2620228" y="28873"/>
                  <a:pt x="2424908" y="18288"/>
                </a:cubicBezTo>
                <a:cubicBezTo>
                  <a:pt x="2229588" y="7703"/>
                  <a:pt x="2088287" y="-3854"/>
                  <a:pt x="1861117" y="18288"/>
                </a:cubicBezTo>
                <a:cubicBezTo>
                  <a:pt x="1633947" y="40430"/>
                  <a:pt x="1502447" y="-871"/>
                  <a:pt x="1382198" y="18288"/>
                </a:cubicBezTo>
                <a:cubicBezTo>
                  <a:pt x="1261949" y="37447"/>
                  <a:pt x="1045440" y="28353"/>
                  <a:pt x="733535" y="18288"/>
                </a:cubicBezTo>
                <a:cubicBezTo>
                  <a:pt x="421630" y="8223"/>
                  <a:pt x="341257" y="-18359"/>
                  <a:pt x="0" y="18288"/>
                </a:cubicBezTo>
                <a:cubicBezTo>
                  <a:pt x="-591" y="13205"/>
                  <a:pt x="-663" y="6329"/>
                  <a:pt x="0" y="0"/>
                </a:cubicBezTo>
                <a:close/>
              </a:path>
              <a:path w="4243589" h="18288" stroke="0" extrusionOk="0">
                <a:moveTo>
                  <a:pt x="0" y="0"/>
                </a:moveTo>
                <a:cubicBezTo>
                  <a:pt x="128164" y="17204"/>
                  <a:pt x="312653" y="1129"/>
                  <a:pt x="563791" y="0"/>
                </a:cubicBezTo>
                <a:cubicBezTo>
                  <a:pt x="814929" y="-1129"/>
                  <a:pt x="837271" y="8503"/>
                  <a:pt x="1042710" y="0"/>
                </a:cubicBezTo>
                <a:cubicBezTo>
                  <a:pt x="1248149" y="-8503"/>
                  <a:pt x="1588432" y="-28862"/>
                  <a:pt x="1733809" y="0"/>
                </a:cubicBezTo>
                <a:cubicBezTo>
                  <a:pt x="1879186" y="28862"/>
                  <a:pt x="2052815" y="5974"/>
                  <a:pt x="2297600" y="0"/>
                </a:cubicBezTo>
                <a:cubicBezTo>
                  <a:pt x="2542385" y="-5974"/>
                  <a:pt x="2699960" y="-23550"/>
                  <a:pt x="2861391" y="0"/>
                </a:cubicBezTo>
                <a:cubicBezTo>
                  <a:pt x="3022822" y="23550"/>
                  <a:pt x="3390411" y="25272"/>
                  <a:pt x="3552490" y="0"/>
                </a:cubicBezTo>
                <a:cubicBezTo>
                  <a:pt x="3714569" y="-25272"/>
                  <a:pt x="3950585" y="-31327"/>
                  <a:pt x="4243589" y="0"/>
                </a:cubicBezTo>
                <a:cubicBezTo>
                  <a:pt x="4242703" y="5429"/>
                  <a:pt x="4244410" y="14046"/>
                  <a:pt x="4243589" y="18288"/>
                </a:cubicBezTo>
                <a:cubicBezTo>
                  <a:pt x="4130424" y="-1240"/>
                  <a:pt x="3932803" y="42249"/>
                  <a:pt x="3722234" y="18288"/>
                </a:cubicBezTo>
                <a:cubicBezTo>
                  <a:pt x="3511665" y="-5673"/>
                  <a:pt x="3269903" y="45994"/>
                  <a:pt x="3116007" y="18288"/>
                </a:cubicBezTo>
                <a:cubicBezTo>
                  <a:pt x="2962111" y="-9418"/>
                  <a:pt x="2744280" y="23224"/>
                  <a:pt x="2509780" y="18288"/>
                </a:cubicBezTo>
                <a:cubicBezTo>
                  <a:pt x="2275280" y="13352"/>
                  <a:pt x="2066059" y="43664"/>
                  <a:pt x="1945989" y="18288"/>
                </a:cubicBezTo>
                <a:cubicBezTo>
                  <a:pt x="1825919" y="-7088"/>
                  <a:pt x="1407329" y="12616"/>
                  <a:pt x="1254890" y="18288"/>
                </a:cubicBezTo>
                <a:cubicBezTo>
                  <a:pt x="1102451" y="23960"/>
                  <a:pt x="837950" y="31673"/>
                  <a:pt x="563791" y="18288"/>
                </a:cubicBezTo>
                <a:cubicBezTo>
                  <a:pt x="289632" y="4903"/>
                  <a:pt x="132768" y="7105"/>
                  <a:pt x="0" y="18288"/>
                </a:cubicBezTo>
                <a:cubicBezTo>
                  <a:pt x="668" y="13665"/>
                  <a:pt x="578" y="5675"/>
                  <a:pt x="0" y="0"/>
                </a:cubicBezTo>
                <a:close/>
              </a:path>
            </a:pathLst>
          </a:custGeom>
          <a:solidFill>
            <a:srgbClr val="FFFFFF"/>
          </a:solidFill>
          <a:ln w="38100" cap="rnd">
            <a:solidFill>
              <a:srgbClr val="FFFFFF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Imagen 3" descr="Gráfico, Gráfico circular&#10;&#10;El contenido generado por IA puede ser incorrecto.">
            <a:extLst>
              <a:ext uri="{FF2B5EF4-FFF2-40B4-BE49-F238E27FC236}">
                <a16:creationId xmlns:a16="http://schemas.microsoft.com/office/drawing/2014/main" id="{E35C2EF2-D4D9-91F5-BD6B-0A0BDAAD7FA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92464" y="2877832"/>
            <a:ext cx="9855519" cy="35896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86687349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223</TotalTime>
  <Words>110</Words>
  <Application>Microsoft Office PowerPoint</Application>
  <PresentationFormat>Panorámica</PresentationFormat>
  <Paragraphs>16</Paragraphs>
  <Slides>11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6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11</vt:i4>
      </vt:variant>
    </vt:vector>
  </HeadingPairs>
  <TitlesOfParts>
    <vt:vector size="18" baseType="lpstr">
      <vt:lpstr>Aptos</vt:lpstr>
      <vt:lpstr>Aptos Display</vt:lpstr>
      <vt:lpstr>Arial</vt:lpstr>
      <vt:lpstr>Calibri</vt:lpstr>
      <vt:lpstr>Tahoma</vt:lpstr>
      <vt:lpstr>Wingdings</vt:lpstr>
      <vt:lpstr>Tema de Office</vt:lpstr>
      <vt:lpstr>El misterio de las reservas canceladas</vt:lpstr>
      <vt:lpstr>Ha pasado algún tiempo ya…</vt:lpstr>
      <vt:lpstr>Cuando vienen nuestros clientes</vt:lpstr>
      <vt:lpstr>De dónde vienen y lo que más les gusta</vt:lpstr>
      <vt:lpstr>Quiénes son</vt:lpstr>
      <vt:lpstr>Nuestro negocio es así</vt:lpstr>
      <vt:lpstr>Presentación de PowerPoint</vt:lpstr>
      <vt:lpstr>…cuanto más cercanos, más cancelan</vt:lpstr>
      <vt:lpstr>El descanso se cancela más…</vt:lpstr>
      <vt:lpstr>Pero menos anticipación implica mayor fiabilidad</vt:lpstr>
      <vt:lpstr>… y la mayor parte de las cancelaciones se producen con suficiente antelación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Pedro José Berberana Martín</dc:creator>
  <cp:lastModifiedBy>Pedro José Berberana Martín</cp:lastModifiedBy>
  <cp:revision>4</cp:revision>
  <dcterms:created xsi:type="dcterms:W3CDTF">2025-12-23T15:22:26Z</dcterms:created>
  <dcterms:modified xsi:type="dcterms:W3CDTF">2025-12-23T19:06:03Z</dcterms:modified>
</cp:coreProperties>
</file>